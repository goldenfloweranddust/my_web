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66" r:id="rId4"/>
    <p:sldId id="467" r:id="rId6"/>
    <p:sldId id="468" r:id="rId7"/>
    <p:sldId id="469" r:id="rId8"/>
    <p:sldId id="470" r:id="rId9"/>
    <p:sldId id="471" r:id="rId10"/>
    <p:sldId id="472" r:id="rId11"/>
    <p:sldId id="473" r:id="rId12"/>
    <p:sldId id="474" r:id="rId13"/>
    <p:sldId id="475" r:id="rId14"/>
    <p:sldId id="476" r:id="rId15"/>
    <p:sldId id="477" r:id="rId16"/>
    <p:sldId id="478" r:id="rId17"/>
    <p:sldId id="479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3C853C"/>
    <a:srgbClr val="667F6E"/>
    <a:srgbClr val="18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582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784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comb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mb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mb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5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comb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6.xml"/><Relationship Id="rId8" Type="http://schemas.openxmlformats.org/officeDocument/2006/relationships/tags" Target="../tags/tag595.xml"/><Relationship Id="rId7" Type="http://schemas.openxmlformats.org/officeDocument/2006/relationships/tags" Target="../tags/tag594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93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9.xml"/><Relationship Id="rId6" Type="http://schemas.openxmlformats.org/officeDocument/2006/relationships/tags" Target="../tags/tag602.xml"/><Relationship Id="rId5" Type="http://schemas.openxmlformats.org/officeDocument/2006/relationships/tags" Target="../tags/tag601.xml"/><Relationship Id="rId4" Type="http://schemas.openxmlformats.org/officeDocument/2006/relationships/tags" Target="../tags/tag600.xml"/><Relationship Id="rId3" Type="http://schemas.openxmlformats.org/officeDocument/2006/relationships/tags" Target="../tags/tag599.xml"/><Relationship Id="rId2" Type="http://schemas.openxmlformats.org/officeDocument/2006/relationships/tags" Target="../tags/tag598.xml"/><Relationship Id="rId1" Type="http://schemas.openxmlformats.org/officeDocument/2006/relationships/tags" Target="../tags/tag59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608.xml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tags" Target="../tags/tag607.xml"/><Relationship Id="rId4" Type="http://schemas.openxmlformats.org/officeDocument/2006/relationships/tags" Target="../tags/tag606.xml"/><Relationship Id="rId3" Type="http://schemas.openxmlformats.org/officeDocument/2006/relationships/tags" Target="../tags/tag605.xml"/><Relationship Id="rId2" Type="http://schemas.openxmlformats.org/officeDocument/2006/relationships/tags" Target="../tags/tag604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0.xml"/><Relationship Id="rId11" Type="http://schemas.openxmlformats.org/officeDocument/2006/relationships/tags" Target="../tags/tag609.xml"/><Relationship Id="rId10" Type="http://schemas.openxmlformats.org/officeDocument/2006/relationships/image" Target="../media/image7.jpeg"/><Relationship Id="rId1" Type="http://schemas.openxmlformats.org/officeDocument/2006/relationships/tags" Target="../tags/tag60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18.xml"/><Relationship Id="rId8" Type="http://schemas.openxmlformats.org/officeDocument/2006/relationships/tags" Target="../tags/tag617.xml"/><Relationship Id="rId7" Type="http://schemas.openxmlformats.org/officeDocument/2006/relationships/tags" Target="../tags/tag616.xml"/><Relationship Id="rId6" Type="http://schemas.openxmlformats.org/officeDocument/2006/relationships/tags" Target="../tags/tag615.xml"/><Relationship Id="rId5" Type="http://schemas.openxmlformats.org/officeDocument/2006/relationships/tags" Target="../tags/tag614.xml"/><Relationship Id="rId4" Type="http://schemas.openxmlformats.org/officeDocument/2006/relationships/tags" Target="../tags/tag613.xml"/><Relationship Id="rId37" Type="http://schemas.openxmlformats.org/officeDocument/2006/relationships/notesSlide" Target="../notesSlides/notesSlide5.xml"/><Relationship Id="rId36" Type="http://schemas.openxmlformats.org/officeDocument/2006/relationships/slideLayout" Target="../slideLayouts/slideLayout10.xml"/><Relationship Id="rId35" Type="http://schemas.openxmlformats.org/officeDocument/2006/relationships/tags" Target="../tags/tag644.xml"/><Relationship Id="rId34" Type="http://schemas.openxmlformats.org/officeDocument/2006/relationships/tags" Target="../tags/tag643.xml"/><Relationship Id="rId33" Type="http://schemas.openxmlformats.org/officeDocument/2006/relationships/tags" Target="../tags/tag642.xml"/><Relationship Id="rId32" Type="http://schemas.openxmlformats.org/officeDocument/2006/relationships/tags" Target="../tags/tag641.xml"/><Relationship Id="rId31" Type="http://schemas.openxmlformats.org/officeDocument/2006/relationships/tags" Target="../tags/tag640.xml"/><Relationship Id="rId30" Type="http://schemas.openxmlformats.org/officeDocument/2006/relationships/tags" Target="../tags/tag639.xml"/><Relationship Id="rId3" Type="http://schemas.openxmlformats.org/officeDocument/2006/relationships/tags" Target="../tags/tag612.xml"/><Relationship Id="rId29" Type="http://schemas.openxmlformats.org/officeDocument/2006/relationships/tags" Target="../tags/tag638.xml"/><Relationship Id="rId28" Type="http://schemas.openxmlformats.org/officeDocument/2006/relationships/tags" Target="../tags/tag637.xml"/><Relationship Id="rId27" Type="http://schemas.openxmlformats.org/officeDocument/2006/relationships/tags" Target="../tags/tag636.xml"/><Relationship Id="rId26" Type="http://schemas.openxmlformats.org/officeDocument/2006/relationships/tags" Target="../tags/tag635.xml"/><Relationship Id="rId25" Type="http://schemas.openxmlformats.org/officeDocument/2006/relationships/tags" Target="../tags/tag634.xml"/><Relationship Id="rId24" Type="http://schemas.openxmlformats.org/officeDocument/2006/relationships/tags" Target="../tags/tag633.xml"/><Relationship Id="rId23" Type="http://schemas.openxmlformats.org/officeDocument/2006/relationships/tags" Target="../tags/tag632.xml"/><Relationship Id="rId22" Type="http://schemas.openxmlformats.org/officeDocument/2006/relationships/tags" Target="../tags/tag631.xml"/><Relationship Id="rId21" Type="http://schemas.openxmlformats.org/officeDocument/2006/relationships/tags" Target="../tags/tag630.xml"/><Relationship Id="rId20" Type="http://schemas.openxmlformats.org/officeDocument/2006/relationships/tags" Target="../tags/tag629.xml"/><Relationship Id="rId2" Type="http://schemas.openxmlformats.org/officeDocument/2006/relationships/tags" Target="../tags/tag611.xml"/><Relationship Id="rId19" Type="http://schemas.openxmlformats.org/officeDocument/2006/relationships/tags" Target="../tags/tag628.xml"/><Relationship Id="rId18" Type="http://schemas.openxmlformats.org/officeDocument/2006/relationships/tags" Target="../tags/tag627.xml"/><Relationship Id="rId17" Type="http://schemas.openxmlformats.org/officeDocument/2006/relationships/tags" Target="../tags/tag626.xml"/><Relationship Id="rId16" Type="http://schemas.openxmlformats.org/officeDocument/2006/relationships/tags" Target="../tags/tag625.xml"/><Relationship Id="rId15" Type="http://schemas.openxmlformats.org/officeDocument/2006/relationships/tags" Target="../tags/tag624.xml"/><Relationship Id="rId14" Type="http://schemas.openxmlformats.org/officeDocument/2006/relationships/tags" Target="../tags/tag623.xml"/><Relationship Id="rId13" Type="http://schemas.openxmlformats.org/officeDocument/2006/relationships/tags" Target="../tags/tag622.xml"/><Relationship Id="rId12" Type="http://schemas.openxmlformats.org/officeDocument/2006/relationships/tags" Target="../tags/tag621.xml"/><Relationship Id="rId11" Type="http://schemas.openxmlformats.org/officeDocument/2006/relationships/tags" Target="../tags/tag620.xml"/><Relationship Id="rId10" Type="http://schemas.openxmlformats.org/officeDocument/2006/relationships/tags" Target="../tags/tag619.xml"/><Relationship Id="rId1" Type="http://schemas.openxmlformats.org/officeDocument/2006/relationships/tags" Target="../tags/tag61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53.xml"/><Relationship Id="rId8" Type="http://schemas.openxmlformats.org/officeDocument/2006/relationships/tags" Target="../tags/tag652.xml"/><Relationship Id="rId7" Type="http://schemas.openxmlformats.org/officeDocument/2006/relationships/tags" Target="../tags/tag651.xml"/><Relationship Id="rId6" Type="http://schemas.openxmlformats.org/officeDocument/2006/relationships/tags" Target="../tags/tag650.xml"/><Relationship Id="rId5" Type="http://schemas.openxmlformats.org/officeDocument/2006/relationships/tags" Target="../tags/tag649.xml"/><Relationship Id="rId4" Type="http://schemas.openxmlformats.org/officeDocument/2006/relationships/tags" Target="../tags/tag648.xml"/><Relationship Id="rId3" Type="http://schemas.openxmlformats.org/officeDocument/2006/relationships/tags" Target="../tags/tag647.xml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10.xml"/><Relationship Id="rId2" Type="http://schemas.openxmlformats.org/officeDocument/2006/relationships/tags" Target="../tags/tag646.xml"/><Relationship Id="rId19" Type="http://schemas.openxmlformats.org/officeDocument/2006/relationships/tags" Target="../tags/tag661.xml"/><Relationship Id="rId18" Type="http://schemas.openxmlformats.org/officeDocument/2006/relationships/image" Target="../media/image9.png"/><Relationship Id="rId17" Type="http://schemas.openxmlformats.org/officeDocument/2006/relationships/image" Target="../media/image8.png"/><Relationship Id="rId16" Type="http://schemas.openxmlformats.org/officeDocument/2006/relationships/tags" Target="../tags/tag660.xml"/><Relationship Id="rId15" Type="http://schemas.openxmlformats.org/officeDocument/2006/relationships/tags" Target="../tags/tag659.xml"/><Relationship Id="rId14" Type="http://schemas.openxmlformats.org/officeDocument/2006/relationships/tags" Target="../tags/tag658.xml"/><Relationship Id="rId13" Type="http://schemas.openxmlformats.org/officeDocument/2006/relationships/tags" Target="../tags/tag657.xml"/><Relationship Id="rId12" Type="http://schemas.openxmlformats.org/officeDocument/2006/relationships/tags" Target="../tags/tag656.xml"/><Relationship Id="rId11" Type="http://schemas.openxmlformats.org/officeDocument/2006/relationships/tags" Target="../tags/tag655.xml"/><Relationship Id="rId10" Type="http://schemas.openxmlformats.org/officeDocument/2006/relationships/tags" Target="../tags/tag654.xml"/><Relationship Id="rId1" Type="http://schemas.openxmlformats.org/officeDocument/2006/relationships/tags" Target="../tags/tag64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70.xml"/><Relationship Id="rId8" Type="http://schemas.openxmlformats.org/officeDocument/2006/relationships/tags" Target="../tags/tag669.xml"/><Relationship Id="rId7" Type="http://schemas.openxmlformats.org/officeDocument/2006/relationships/tags" Target="../tags/tag668.xml"/><Relationship Id="rId6" Type="http://schemas.openxmlformats.org/officeDocument/2006/relationships/tags" Target="../tags/tag667.xml"/><Relationship Id="rId5" Type="http://schemas.openxmlformats.org/officeDocument/2006/relationships/tags" Target="../tags/tag666.xml"/><Relationship Id="rId4" Type="http://schemas.openxmlformats.org/officeDocument/2006/relationships/tags" Target="../tags/tag665.xml"/><Relationship Id="rId3" Type="http://schemas.openxmlformats.org/officeDocument/2006/relationships/tags" Target="../tags/tag664.xml"/><Relationship Id="rId2" Type="http://schemas.openxmlformats.org/officeDocument/2006/relationships/tags" Target="../tags/tag663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674.xml"/><Relationship Id="rId12" Type="http://schemas.openxmlformats.org/officeDocument/2006/relationships/tags" Target="../tags/tag673.xml"/><Relationship Id="rId11" Type="http://schemas.openxmlformats.org/officeDocument/2006/relationships/tags" Target="../tags/tag672.xml"/><Relationship Id="rId10" Type="http://schemas.openxmlformats.org/officeDocument/2006/relationships/tags" Target="../tags/tag671.xml"/><Relationship Id="rId1" Type="http://schemas.openxmlformats.org/officeDocument/2006/relationships/tags" Target="../tags/tag66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83.xml"/><Relationship Id="rId8" Type="http://schemas.openxmlformats.org/officeDocument/2006/relationships/tags" Target="../tags/tag682.xml"/><Relationship Id="rId7" Type="http://schemas.openxmlformats.org/officeDocument/2006/relationships/tags" Target="../tags/tag681.xml"/><Relationship Id="rId6" Type="http://schemas.openxmlformats.org/officeDocument/2006/relationships/tags" Target="../tags/tag680.xml"/><Relationship Id="rId5" Type="http://schemas.openxmlformats.org/officeDocument/2006/relationships/tags" Target="../tags/tag679.xml"/><Relationship Id="rId4" Type="http://schemas.openxmlformats.org/officeDocument/2006/relationships/tags" Target="../tags/tag678.xml"/><Relationship Id="rId3" Type="http://schemas.openxmlformats.org/officeDocument/2006/relationships/tags" Target="../tags/tag677.xml"/><Relationship Id="rId2" Type="http://schemas.openxmlformats.org/officeDocument/2006/relationships/tags" Target="../tags/tag676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687.xml"/><Relationship Id="rId12" Type="http://schemas.openxmlformats.org/officeDocument/2006/relationships/tags" Target="../tags/tag686.xml"/><Relationship Id="rId11" Type="http://schemas.openxmlformats.org/officeDocument/2006/relationships/tags" Target="../tags/tag685.xml"/><Relationship Id="rId10" Type="http://schemas.openxmlformats.org/officeDocument/2006/relationships/tags" Target="../tags/tag684.xml"/><Relationship Id="rId1" Type="http://schemas.openxmlformats.org/officeDocument/2006/relationships/tags" Target="../tags/tag67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94.xml"/><Relationship Id="rId8" Type="http://schemas.openxmlformats.org/officeDocument/2006/relationships/tags" Target="../tags/tag693.xml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tags" Target="../tags/tag692.xml"/><Relationship Id="rId4" Type="http://schemas.openxmlformats.org/officeDocument/2006/relationships/tags" Target="../tags/tag691.xml"/><Relationship Id="rId3" Type="http://schemas.openxmlformats.org/officeDocument/2006/relationships/tags" Target="../tags/tag690.xml"/><Relationship Id="rId2" Type="http://schemas.openxmlformats.org/officeDocument/2006/relationships/tags" Target="../tags/tag689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68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03.xml"/><Relationship Id="rId8" Type="http://schemas.openxmlformats.org/officeDocument/2006/relationships/tags" Target="../tags/tag702.xml"/><Relationship Id="rId7" Type="http://schemas.openxmlformats.org/officeDocument/2006/relationships/tags" Target="../tags/tag701.xml"/><Relationship Id="rId6" Type="http://schemas.openxmlformats.org/officeDocument/2006/relationships/tags" Target="../tags/tag700.xml"/><Relationship Id="rId5" Type="http://schemas.openxmlformats.org/officeDocument/2006/relationships/tags" Target="../tags/tag699.xml"/><Relationship Id="rId4" Type="http://schemas.openxmlformats.org/officeDocument/2006/relationships/tags" Target="../tags/tag698.xml"/><Relationship Id="rId3" Type="http://schemas.openxmlformats.org/officeDocument/2006/relationships/tags" Target="../tags/tag697.xml"/><Relationship Id="rId2" Type="http://schemas.openxmlformats.org/officeDocument/2006/relationships/tags" Target="../tags/tag696.xml"/><Relationship Id="rId17" Type="http://schemas.openxmlformats.org/officeDocument/2006/relationships/notesSlide" Target="../notesSlides/notesSlide10.xml"/><Relationship Id="rId16" Type="http://schemas.openxmlformats.org/officeDocument/2006/relationships/slideLayout" Target="../slideLayouts/slideLayout10.xml"/><Relationship Id="rId15" Type="http://schemas.openxmlformats.org/officeDocument/2006/relationships/tags" Target="../tags/tag709.xml"/><Relationship Id="rId14" Type="http://schemas.openxmlformats.org/officeDocument/2006/relationships/tags" Target="../tags/tag708.xml"/><Relationship Id="rId13" Type="http://schemas.openxmlformats.org/officeDocument/2006/relationships/tags" Target="../tags/tag707.xml"/><Relationship Id="rId12" Type="http://schemas.openxmlformats.org/officeDocument/2006/relationships/tags" Target="../tags/tag706.xml"/><Relationship Id="rId11" Type="http://schemas.openxmlformats.org/officeDocument/2006/relationships/tags" Target="../tags/tag705.xml"/><Relationship Id="rId10" Type="http://schemas.openxmlformats.org/officeDocument/2006/relationships/tags" Target="../tags/tag704.xml"/><Relationship Id="rId1" Type="http://schemas.openxmlformats.org/officeDocument/2006/relationships/tags" Target="../tags/tag69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18.xml"/><Relationship Id="rId8" Type="http://schemas.openxmlformats.org/officeDocument/2006/relationships/tags" Target="../tags/tag717.xml"/><Relationship Id="rId7" Type="http://schemas.openxmlformats.org/officeDocument/2006/relationships/tags" Target="../tags/tag716.xml"/><Relationship Id="rId6" Type="http://schemas.openxmlformats.org/officeDocument/2006/relationships/tags" Target="../tags/tag715.xml"/><Relationship Id="rId5" Type="http://schemas.openxmlformats.org/officeDocument/2006/relationships/tags" Target="../tags/tag714.xml"/><Relationship Id="rId4" Type="http://schemas.openxmlformats.org/officeDocument/2006/relationships/tags" Target="../tags/tag713.xml"/><Relationship Id="rId3" Type="http://schemas.openxmlformats.org/officeDocument/2006/relationships/tags" Target="../tags/tag712.xml"/><Relationship Id="rId2" Type="http://schemas.openxmlformats.org/officeDocument/2006/relationships/tags" Target="../tags/tag711.xml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0.xml"/><Relationship Id="rId13" Type="http://schemas.openxmlformats.org/officeDocument/2006/relationships/tags" Target="../tags/tag722.xml"/><Relationship Id="rId12" Type="http://schemas.openxmlformats.org/officeDocument/2006/relationships/tags" Target="../tags/tag721.xml"/><Relationship Id="rId11" Type="http://schemas.openxmlformats.org/officeDocument/2006/relationships/tags" Target="../tags/tag720.xml"/><Relationship Id="rId10" Type="http://schemas.openxmlformats.org/officeDocument/2006/relationships/tags" Target="../tags/tag719.xml"/><Relationship Id="rId1" Type="http://schemas.openxmlformats.org/officeDocument/2006/relationships/tags" Target="../tags/tag71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31.xml"/><Relationship Id="rId8" Type="http://schemas.openxmlformats.org/officeDocument/2006/relationships/tags" Target="../tags/tag730.xml"/><Relationship Id="rId7" Type="http://schemas.openxmlformats.org/officeDocument/2006/relationships/tags" Target="../tags/tag729.xml"/><Relationship Id="rId6" Type="http://schemas.openxmlformats.org/officeDocument/2006/relationships/tags" Target="../tags/tag728.xml"/><Relationship Id="rId5" Type="http://schemas.openxmlformats.org/officeDocument/2006/relationships/tags" Target="../tags/tag727.xml"/><Relationship Id="rId4" Type="http://schemas.openxmlformats.org/officeDocument/2006/relationships/tags" Target="../tags/tag726.xml"/><Relationship Id="rId3" Type="http://schemas.openxmlformats.org/officeDocument/2006/relationships/tags" Target="../tags/tag725.xml"/><Relationship Id="rId2" Type="http://schemas.openxmlformats.org/officeDocument/2006/relationships/tags" Target="../tags/tag724.xml"/><Relationship Id="rId19" Type="http://schemas.openxmlformats.org/officeDocument/2006/relationships/notesSlide" Target="../notesSlides/notesSlide12.xml"/><Relationship Id="rId18" Type="http://schemas.openxmlformats.org/officeDocument/2006/relationships/slideLayout" Target="../slideLayouts/slideLayout10.xml"/><Relationship Id="rId17" Type="http://schemas.openxmlformats.org/officeDocument/2006/relationships/tags" Target="../tags/tag739.xml"/><Relationship Id="rId16" Type="http://schemas.openxmlformats.org/officeDocument/2006/relationships/tags" Target="../tags/tag738.xml"/><Relationship Id="rId15" Type="http://schemas.openxmlformats.org/officeDocument/2006/relationships/tags" Target="../tags/tag737.xml"/><Relationship Id="rId14" Type="http://schemas.openxmlformats.org/officeDocument/2006/relationships/tags" Target="../tags/tag736.xml"/><Relationship Id="rId13" Type="http://schemas.openxmlformats.org/officeDocument/2006/relationships/tags" Target="../tags/tag735.xml"/><Relationship Id="rId12" Type="http://schemas.openxmlformats.org/officeDocument/2006/relationships/tags" Target="../tags/tag734.xml"/><Relationship Id="rId11" Type="http://schemas.openxmlformats.org/officeDocument/2006/relationships/tags" Target="../tags/tag733.xml"/><Relationship Id="rId10" Type="http://schemas.openxmlformats.org/officeDocument/2006/relationships/tags" Target="../tags/tag732.xml"/><Relationship Id="rId1" Type="http://schemas.openxmlformats.org/officeDocument/2006/relationships/tags" Target="../tags/tag72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48.xml"/><Relationship Id="rId8" Type="http://schemas.openxmlformats.org/officeDocument/2006/relationships/tags" Target="../tags/tag747.xml"/><Relationship Id="rId7" Type="http://schemas.openxmlformats.org/officeDocument/2006/relationships/tags" Target="../tags/tag746.xml"/><Relationship Id="rId6" Type="http://schemas.openxmlformats.org/officeDocument/2006/relationships/tags" Target="../tags/tag745.xml"/><Relationship Id="rId5" Type="http://schemas.openxmlformats.org/officeDocument/2006/relationships/tags" Target="../tags/tag744.xml"/><Relationship Id="rId44" Type="http://schemas.openxmlformats.org/officeDocument/2006/relationships/notesSlide" Target="../notesSlides/notesSlide13.xml"/><Relationship Id="rId43" Type="http://schemas.openxmlformats.org/officeDocument/2006/relationships/slideLayout" Target="../slideLayouts/slideLayout10.xml"/><Relationship Id="rId42" Type="http://schemas.openxmlformats.org/officeDocument/2006/relationships/tags" Target="../tags/tag781.xml"/><Relationship Id="rId41" Type="http://schemas.openxmlformats.org/officeDocument/2006/relationships/tags" Target="../tags/tag780.xml"/><Relationship Id="rId40" Type="http://schemas.openxmlformats.org/officeDocument/2006/relationships/tags" Target="../tags/tag779.xml"/><Relationship Id="rId4" Type="http://schemas.openxmlformats.org/officeDocument/2006/relationships/tags" Target="../tags/tag743.xml"/><Relationship Id="rId39" Type="http://schemas.openxmlformats.org/officeDocument/2006/relationships/tags" Target="../tags/tag778.xml"/><Relationship Id="rId38" Type="http://schemas.openxmlformats.org/officeDocument/2006/relationships/tags" Target="../tags/tag777.xml"/><Relationship Id="rId37" Type="http://schemas.openxmlformats.org/officeDocument/2006/relationships/tags" Target="../tags/tag776.xml"/><Relationship Id="rId36" Type="http://schemas.openxmlformats.org/officeDocument/2006/relationships/tags" Target="../tags/tag775.xml"/><Relationship Id="rId35" Type="http://schemas.openxmlformats.org/officeDocument/2006/relationships/tags" Target="../tags/tag774.xml"/><Relationship Id="rId34" Type="http://schemas.openxmlformats.org/officeDocument/2006/relationships/tags" Target="../tags/tag773.xml"/><Relationship Id="rId33" Type="http://schemas.openxmlformats.org/officeDocument/2006/relationships/tags" Target="../tags/tag772.xml"/><Relationship Id="rId32" Type="http://schemas.openxmlformats.org/officeDocument/2006/relationships/tags" Target="../tags/tag771.xml"/><Relationship Id="rId31" Type="http://schemas.openxmlformats.org/officeDocument/2006/relationships/tags" Target="../tags/tag770.xml"/><Relationship Id="rId30" Type="http://schemas.openxmlformats.org/officeDocument/2006/relationships/tags" Target="../tags/tag769.xml"/><Relationship Id="rId3" Type="http://schemas.openxmlformats.org/officeDocument/2006/relationships/tags" Target="../tags/tag742.xml"/><Relationship Id="rId29" Type="http://schemas.openxmlformats.org/officeDocument/2006/relationships/tags" Target="../tags/tag768.xml"/><Relationship Id="rId28" Type="http://schemas.openxmlformats.org/officeDocument/2006/relationships/tags" Target="../tags/tag767.xml"/><Relationship Id="rId27" Type="http://schemas.openxmlformats.org/officeDocument/2006/relationships/tags" Target="../tags/tag766.xml"/><Relationship Id="rId26" Type="http://schemas.openxmlformats.org/officeDocument/2006/relationships/tags" Target="../tags/tag765.xml"/><Relationship Id="rId25" Type="http://schemas.openxmlformats.org/officeDocument/2006/relationships/tags" Target="../tags/tag764.xml"/><Relationship Id="rId24" Type="http://schemas.openxmlformats.org/officeDocument/2006/relationships/tags" Target="../tags/tag763.xml"/><Relationship Id="rId23" Type="http://schemas.openxmlformats.org/officeDocument/2006/relationships/tags" Target="../tags/tag762.xml"/><Relationship Id="rId22" Type="http://schemas.openxmlformats.org/officeDocument/2006/relationships/tags" Target="../tags/tag761.xml"/><Relationship Id="rId21" Type="http://schemas.openxmlformats.org/officeDocument/2006/relationships/tags" Target="../tags/tag760.xml"/><Relationship Id="rId20" Type="http://schemas.openxmlformats.org/officeDocument/2006/relationships/tags" Target="../tags/tag759.xml"/><Relationship Id="rId2" Type="http://schemas.openxmlformats.org/officeDocument/2006/relationships/tags" Target="../tags/tag741.xml"/><Relationship Id="rId19" Type="http://schemas.openxmlformats.org/officeDocument/2006/relationships/tags" Target="../tags/tag758.xml"/><Relationship Id="rId18" Type="http://schemas.openxmlformats.org/officeDocument/2006/relationships/tags" Target="../tags/tag757.xml"/><Relationship Id="rId17" Type="http://schemas.openxmlformats.org/officeDocument/2006/relationships/tags" Target="../tags/tag756.xml"/><Relationship Id="rId16" Type="http://schemas.openxmlformats.org/officeDocument/2006/relationships/tags" Target="../tags/tag755.xml"/><Relationship Id="rId15" Type="http://schemas.openxmlformats.org/officeDocument/2006/relationships/tags" Target="../tags/tag754.xml"/><Relationship Id="rId14" Type="http://schemas.openxmlformats.org/officeDocument/2006/relationships/tags" Target="../tags/tag753.xml"/><Relationship Id="rId13" Type="http://schemas.openxmlformats.org/officeDocument/2006/relationships/tags" Target="../tags/tag752.xml"/><Relationship Id="rId12" Type="http://schemas.openxmlformats.org/officeDocument/2006/relationships/tags" Target="../tags/tag751.xml"/><Relationship Id="rId11" Type="http://schemas.openxmlformats.org/officeDocument/2006/relationships/tags" Target="../tags/tag750.xml"/><Relationship Id="rId10" Type="http://schemas.openxmlformats.org/officeDocument/2006/relationships/tags" Target="../tags/tag749.xml"/><Relationship Id="rId1" Type="http://schemas.openxmlformats.org/officeDocument/2006/relationships/tags" Target="../tags/tag740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83.xml"/><Relationship Id="rId1" Type="http://schemas.openxmlformats.org/officeDocument/2006/relationships/tags" Target="../tags/tag7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974850" y="2195830"/>
            <a:ext cx="8326755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65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path模块和url模块</a:t>
            </a:r>
            <a:endParaRPr lang="en-US" altLang="zh-CN" sz="65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2" y="227393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103" y="1038714"/>
            <a:ext cx="2034423" cy="203442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52" y="2622853"/>
            <a:ext cx="4710073" cy="161229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50" r="-6184"/>
          <a:stretch>
            <a:fillRect/>
          </a:stretch>
        </p:blipFill>
        <p:spPr>
          <a:xfrm>
            <a:off x="7827010" y="4516120"/>
            <a:ext cx="2573020" cy="803275"/>
          </a:xfrm>
          <a:prstGeom prst="rect">
            <a:avLst/>
          </a:prstGeom>
        </p:spPr>
      </p:pic>
      <p:sp>
        <p:nvSpPr>
          <p:cNvPr id="9" name="箭头: 下弧形 8"/>
          <p:cNvSpPr/>
          <p:nvPr>
            <p:custDataLst>
              <p:tags r:id="rId7"/>
            </p:custDataLst>
          </p:nvPr>
        </p:nvSpPr>
        <p:spPr>
          <a:xfrm rot="9476376">
            <a:off x="4919983" y="1575165"/>
            <a:ext cx="2634593" cy="1178633"/>
          </a:xfrm>
          <a:prstGeom prst="curvedUpArrow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箭头: 上弧形 10"/>
          <p:cNvSpPr/>
          <p:nvPr>
            <p:custDataLst>
              <p:tags r:id="rId8"/>
            </p:custDataLst>
          </p:nvPr>
        </p:nvSpPr>
        <p:spPr>
          <a:xfrm rot="11696132">
            <a:off x="5070193" y="4285301"/>
            <a:ext cx="2654546" cy="1139445"/>
          </a:xfrm>
          <a:prstGeom prst="curvedDownArrow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1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>
            <p:custDataLst>
              <p:tags r:id="rId2"/>
            </p:custDataLst>
          </p:nvPr>
        </p:nvSpPr>
        <p:spPr>
          <a:xfrm>
            <a:off x="3176718" y="2775337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"/>
            </p:custDataLst>
          </p:nvPr>
        </p:nvSpPr>
        <p:spPr>
          <a:xfrm>
            <a:off x="3985278" y="2886507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path模块</a:t>
            </a:r>
            <a:endParaRPr lang="en-US" altLang="zh-CN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>
            <p:custDataLst>
              <p:tags r:id="rId4"/>
            </p:custDataLst>
          </p:nvPr>
        </p:nvSpPr>
        <p:spPr>
          <a:xfrm>
            <a:off x="6953063" y="2775337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5"/>
            </p:custDataLst>
          </p:nvPr>
        </p:nvSpPr>
        <p:spPr>
          <a:xfrm>
            <a:off x="7761623" y="2886507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900" b="1" strike="noStrike" spc="200" baseline="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url模块</a:t>
            </a:r>
            <a:endParaRPr lang="en-US" altLang="zh-CN" sz="1900" b="1" strike="noStrike" spc="200" baseline="0" dirty="0" err="1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205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noProof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ath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>
            <p:custDataLst>
              <p:tags r:id="rId3"/>
            </p:custDataLst>
          </p:nvPr>
        </p:nvSpPr>
        <p:spPr>
          <a:xfrm>
            <a:off x="187234" y="1912911"/>
            <a:ext cx="11817531" cy="3339226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8" name="矩形: 圆角 47"/>
          <p:cNvSpPr/>
          <p:nvPr>
            <p:custDataLst>
              <p:tags r:id="rId4"/>
            </p:custDataLst>
          </p:nvPr>
        </p:nvSpPr>
        <p:spPr>
          <a:xfrm>
            <a:off x="200100" y="1940681"/>
            <a:ext cx="1345474" cy="334213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9" name="矩形: 圆角 48"/>
          <p:cNvSpPr/>
          <p:nvPr>
            <p:custDataLst>
              <p:tags r:id="rId5"/>
            </p:custDataLst>
          </p:nvPr>
        </p:nvSpPr>
        <p:spPr>
          <a:xfrm>
            <a:off x="1545573" y="1943045"/>
            <a:ext cx="231289" cy="3342139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70" name="图形 6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080" y="3356503"/>
            <a:ext cx="569913" cy="569913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8"/>
            </p:custDataLst>
          </p:nvPr>
        </p:nvSpPr>
        <p:spPr>
          <a:xfrm>
            <a:off x="1931058" y="2117723"/>
            <a:ext cx="6300129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为什么要使用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path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模块？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针对多文件和路径操作的相关问题，需要使用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path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模块中一系列处理和转换文件路径的工具集。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path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引入方式</a:t>
            </a:r>
            <a:r>
              <a:rPr lang="en-US" altLang="zh-CN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?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var path = require('path');</a:t>
            </a:r>
            <a:endParaRPr lang="en-US" altLang="zh-CN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endParaRPr lang="en-US" altLang="zh-CN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0"/>
          <a:srcRect b="15551"/>
          <a:stretch>
            <a:fillRect/>
          </a:stretch>
        </p:blipFill>
        <p:spPr>
          <a:xfrm>
            <a:off x="8836869" y="2151486"/>
            <a:ext cx="2848145" cy="24100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99"/>
                            </p:stCondLst>
                            <p:childTnLst>
                              <p:par>
                                <p:cTn id="5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8" grpId="0" bldLvl="0" animBg="1"/>
      <p:bldP spid="49" grpId="0" bldLvl="0" animBg="1"/>
      <p:bldP spid="71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965190" y="1825625"/>
            <a:ext cx="5494655" cy="1613535"/>
            <a:chOff x="9394" y="2875"/>
            <a:chExt cx="8653" cy="2541"/>
          </a:xfrm>
        </p:grpSpPr>
        <p:sp>
          <p:nvSpPr>
            <p:cNvPr id="31" name="Freeform 9"/>
            <p:cNvSpPr/>
            <p:nvPr>
              <p:custDataLst>
                <p:tags r:id="rId3"/>
              </p:custDataLst>
            </p:nvPr>
          </p:nvSpPr>
          <p:spPr bwMode="auto">
            <a:xfrm>
              <a:off x="9394" y="3266"/>
              <a:ext cx="1859" cy="2150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 15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9853" y="3938"/>
              <a:ext cx="945" cy="810"/>
            </a:xfrm>
            <a:custGeom>
              <a:avLst/>
              <a:gdLst>
                <a:gd name="T0" fmla="*/ 737 w 1149"/>
                <a:gd name="T1" fmla="*/ 427 h 983"/>
                <a:gd name="T2" fmla="*/ 640 w 1149"/>
                <a:gd name="T3" fmla="*/ 427 h 983"/>
                <a:gd name="T4" fmla="*/ 616 w 1149"/>
                <a:gd name="T5" fmla="*/ 502 h 983"/>
                <a:gd name="T6" fmla="*/ 640 w 1149"/>
                <a:gd name="T7" fmla="*/ 810 h 983"/>
                <a:gd name="T8" fmla="*/ 575 w 1149"/>
                <a:gd name="T9" fmla="*/ 921 h 983"/>
                <a:gd name="T10" fmla="*/ 514 w 1149"/>
                <a:gd name="T11" fmla="*/ 810 h 983"/>
                <a:gd name="T12" fmla="*/ 549 w 1149"/>
                <a:gd name="T13" fmla="*/ 503 h 983"/>
                <a:gd name="T14" fmla="*/ 524 w 1149"/>
                <a:gd name="T15" fmla="*/ 427 h 983"/>
                <a:gd name="T16" fmla="*/ 417 w 1149"/>
                <a:gd name="T17" fmla="*/ 427 h 983"/>
                <a:gd name="T18" fmla="*/ 417 w 1149"/>
                <a:gd name="T19" fmla="*/ 427 h 983"/>
                <a:gd name="T20" fmla="*/ 241 w 1149"/>
                <a:gd name="T21" fmla="*/ 612 h 983"/>
                <a:gd name="T22" fmla="*/ 266 w 1149"/>
                <a:gd name="T23" fmla="*/ 801 h 983"/>
                <a:gd name="T24" fmla="*/ 443 w 1149"/>
                <a:gd name="T25" fmla="*/ 983 h 983"/>
                <a:gd name="T26" fmla="*/ 711 w 1149"/>
                <a:gd name="T27" fmla="*/ 983 h 983"/>
                <a:gd name="T28" fmla="*/ 888 w 1149"/>
                <a:gd name="T29" fmla="*/ 799 h 983"/>
                <a:gd name="T30" fmla="*/ 913 w 1149"/>
                <a:gd name="T31" fmla="*/ 609 h 983"/>
                <a:gd name="T32" fmla="*/ 737 w 1149"/>
                <a:gd name="T33" fmla="*/ 427 h 983"/>
                <a:gd name="T34" fmla="*/ 218 w 1149"/>
                <a:gd name="T35" fmla="*/ 308 h 983"/>
                <a:gd name="T36" fmla="*/ 330 w 1149"/>
                <a:gd name="T37" fmla="*/ 196 h 983"/>
                <a:gd name="T38" fmla="*/ 218 w 1149"/>
                <a:gd name="T39" fmla="*/ 83 h 983"/>
                <a:gd name="T40" fmla="*/ 105 w 1149"/>
                <a:gd name="T41" fmla="*/ 196 h 983"/>
                <a:gd name="T42" fmla="*/ 218 w 1149"/>
                <a:gd name="T43" fmla="*/ 308 h 983"/>
                <a:gd name="T44" fmla="*/ 318 w 1149"/>
                <a:gd name="T45" fmla="*/ 344 h 983"/>
                <a:gd name="T46" fmla="*/ 118 w 1149"/>
                <a:gd name="T47" fmla="*/ 344 h 983"/>
                <a:gd name="T48" fmla="*/ 118 w 1149"/>
                <a:gd name="T49" fmla="*/ 343 h 983"/>
                <a:gd name="T50" fmla="*/ 7 w 1149"/>
                <a:gd name="T51" fmla="*/ 458 h 983"/>
                <a:gd name="T52" fmla="*/ 23 w 1149"/>
                <a:gd name="T53" fmla="*/ 577 h 983"/>
                <a:gd name="T54" fmla="*/ 134 w 1149"/>
                <a:gd name="T55" fmla="*/ 689 h 983"/>
                <a:gd name="T56" fmla="*/ 191 w 1149"/>
                <a:gd name="T57" fmla="*/ 689 h 983"/>
                <a:gd name="T58" fmla="*/ 180 w 1149"/>
                <a:gd name="T59" fmla="*/ 606 h 983"/>
                <a:gd name="T60" fmla="*/ 180 w 1149"/>
                <a:gd name="T61" fmla="*/ 606 h 983"/>
                <a:gd name="T62" fmla="*/ 180 w 1149"/>
                <a:gd name="T63" fmla="*/ 606 h 983"/>
                <a:gd name="T64" fmla="*/ 231 w 1149"/>
                <a:gd name="T65" fmla="*/ 449 h 983"/>
                <a:gd name="T66" fmla="*/ 308 w 1149"/>
                <a:gd name="T67" fmla="*/ 393 h 983"/>
                <a:gd name="T68" fmla="*/ 387 w 1149"/>
                <a:gd name="T69" fmla="*/ 367 h 983"/>
                <a:gd name="T70" fmla="*/ 318 w 1149"/>
                <a:gd name="T71" fmla="*/ 344 h 983"/>
                <a:gd name="T72" fmla="*/ 931 w 1149"/>
                <a:gd name="T73" fmla="*/ 308 h 983"/>
                <a:gd name="T74" fmla="*/ 1043 w 1149"/>
                <a:gd name="T75" fmla="*/ 196 h 983"/>
                <a:gd name="T76" fmla="*/ 931 w 1149"/>
                <a:gd name="T77" fmla="*/ 83 h 983"/>
                <a:gd name="T78" fmla="*/ 819 w 1149"/>
                <a:gd name="T79" fmla="*/ 196 h 983"/>
                <a:gd name="T80" fmla="*/ 931 w 1149"/>
                <a:gd name="T81" fmla="*/ 308 h 983"/>
                <a:gd name="T82" fmla="*/ 1031 w 1149"/>
                <a:gd name="T83" fmla="*/ 344 h 983"/>
                <a:gd name="T84" fmla="*/ 831 w 1149"/>
                <a:gd name="T85" fmla="*/ 344 h 983"/>
                <a:gd name="T86" fmla="*/ 831 w 1149"/>
                <a:gd name="T87" fmla="*/ 343 h 983"/>
                <a:gd name="T88" fmla="*/ 763 w 1149"/>
                <a:gd name="T89" fmla="*/ 366 h 983"/>
                <a:gd name="T90" fmla="*/ 847 w 1149"/>
                <a:gd name="T91" fmla="*/ 393 h 983"/>
                <a:gd name="T92" fmla="*/ 925 w 1149"/>
                <a:gd name="T93" fmla="*/ 450 h 983"/>
                <a:gd name="T94" fmla="*/ 974 w 1149"/>
                <a:gd name="T95" fmla="*/ 603 h 983"/>
                <a:gd name="T96" fmla="*/ 974 w 1149"/>
                <a:gd name="T97" fmla="*/ 603 h 983"/>
                <a:gd name="T98" fmla="*/ 974 w 1149"/>
                <a:gd name="T99" fmla="*/ 603 h 983"/>
                <a:gd name="T100" fmla="*/ 962 w 1149"/>
                <a:gd name="T101" fmla="*/ 689 h 983"/>
                <a:gd name="T102" fmla="*/ 1015 w 1149"/>
                <a:gd name="T103" fmla="*/ 689 h 983"/>
                <a:gd name="T104" fmla="*/ 1126 w 1149"/>
                <a:gd name="T105" fmla="*/ 575 h 983"/>
                <a:gd name="T106" fmla="*/ 1142 w 1149"/>
                <a:gd name="T107" fmla="*/ 456 h 983"/>
                <a:gd name="T108" fmla="*/ 1031 w 1149"/>
                <a:gd name="T109" fmla="*/ 344 h 983"/>
                <a:gd name="T110" fmla="*/ 756 w 1149"/>
                <a:gd name="T111" fmla="*/ 184 h 983"/>
                <a:gd name="T112" fmla="*/ 577 w 1149"/>
                <a:gd name="T113" fmla="*/ 369 h 983"/>
                <a:gd name="T114" fmla="*/ 398 w 1149"/>
                <a:gd name="T115" fmla="*/ 184 h 983"/>
                <a:gd name="T116" fmla="*/ 577 w 1149"/>
                <a:gd name="T117" fmla="*/ 0 h 983"/>
                <a:gd name="T118" fmla="*/ 756 w 1149"/>
                <a:gd name="T119" fmla="*/ 184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49" h="983">
                  <a:moveTo>
                    <a:pt x="737" y="427"/>
                  </a:moveTo>
                  <a:lnTo>
                    <a:pt x="640" y="427"/>
                  </a:lnTo>
                  <a:cubicBezTo>
                    <a:pt x="641" y="437"/>
                    <a:pt x="642" y="483"/>
                    <a:pt x="616" y="502"/>
                  </a:cubicBezTo>
                  <a:cubicBezTo>
                    <a:pt x="616" y="502"/>
                    <a:pt x="658" y="735"/>
                    <a:pt x="640" y="810"/>
                  </a:cubicBezTo>
                  <a:cubicBezTo>
                    <a:pt x="633" y="842"/>
                    <a:pt x="606" y="921"/>
                    <a:pt x="575" y="921"/>
                  </a:cubicBezTo>
                  <a:cubicBezTo>
                    <a:pt x="544" y="920"/>
                    <a:pt x="520" y="841"/>
                    <a:pt x="514" y="810"/>
                  </a:cubicBezTo>
                  <a:cubicBezTo>
                    <a:pt x="499" y="735"/>
                    <a:pt x="549" y="503"/>
                    <a:pt x="549" y="503"/>
                  </a:cubicBezTo>
                  <a:cubicBezTo>
                    <a:pt x="541" y="500"/>
                    <a:pt x="527" y="486"/>
                    <a:pt x="524" y="427"/>
                  </a:cubicBezTo>
                  <a:lnTo>
                    <a:pt x="417" y="427"/>
                  </a:lnTo>
                  <a:lnTo>
                    <a:pt x="417" y="427"/>
                  </a:lnTo>
                  <a:cubicBezTo>
                    <a:pt x="320" y="427"/>
                    <a:pt x="229" y="510"/>
                    <a:pt x="241" y="612"/>
                  </a:cubicBezTo>
                  <a:lnTo>
                    <a:pt x="266" y="801"/>
                  </a:lnTo>
                  <a:cubicBezTo>
                    <a:pt x="286" y="902"/>
                    <a:pt x="345" y="983"/>
                    <a:pt x="443" y="983"/>
                  </a:cubicBezTo>
                  <a:lnTo>
                    <a:pt x="711" y="983"/>
                  </a:lnTo>
                  <a:cubicBezTo>
                    <a:pt x="809" y="983"/>
                    <a:pt x="868" y="899"/>
                    <a:pt x="888" y="799"/>
                  </a:cubicBezTo>
                  <a:lnTo>
                    <a:pt x="913" y="609"/>
                  </a:lnTo>
                  <a:cubicBezTo>
                    <a:pt x="925" y="510"/>
                    <a:pt x="834" y="427"/>
                    <a:pt x="737" y="427"/>
                  </a:cubicBezTo>
                  <a:close/>
                  <a:moveTo>
                    <a:pt x="218" y="308"/>
                  </a:moveTo>
                  <a:cubicBezTo>
                    <a:pt x="280" y="308"/>
                    <a:pt x="330" y="258"/>
                    <a:pt x="330" y="196"/>
                  </a:cubicBezTo>
                  <a:cubicBezTo>
                    <a:pt x="330" y="134"/>
                    <a:pt x="280" y="83"/>
                    <a:pt x="218" y="83"/>
                  </a:cubicBezTo>
                  <a:cubicBezTo>
                    <a:pt x="156" y="83"/>
                    <a:pt x="105" y="134"/>
                    <a:pt x="105" y="196"/>
                  </a:cubicBezTo>
                  <a:cubicBezTo>
                    <a:pt x="105" y="258"/>
                    <a:pt x="156" y="308"/>
                    <a:pt x="218" y="308"/>
                  </a:cubicBezTo>
                  <a:close/>
                  <a:moveTo>
                    <a:pt x="318" y="344"/>
                  </a:moveTo>
                  <a:lnTo>
                    <a:pt x="118" y="344"/>
                  </a:lnTo>
                  <a:lnTo>
                    <a:pt x="118" y="343"/>
                  </a:lnTo>
                  <a:cubicBezTo>
                    <a:pt x="57" y="343"/>
                    <a:pt x="0" y="395"/>
                    <a:pt x="7" y="458"/>
                  </a:cubicBezTo>
                  <a:lnTo>
                    <a:pt x="23" y="577"/>
                  </a:lnTo>
                  <a:cubicBezTo>
                    <a:pt x="35" y="639"/>
                    <a:pt x="73" y="689"/>
                    <a:pt x="134" y="689"/>
                  </a:cubicBezTo>
                  <a:lnTo>
                    <a:pt x="191" y="689"/>
                  </a:lnTo>
                  <a:lnTo>
                    <a:pt x="180" y="606"/>
                  </a:lnTo>
                  <a:lnTo>
                    <a:pt x="180" y="606"/>
                  </a:lnTo>
                  <a:lnTo>
                    <a:pt x="180" y="606"/>
                  </a:lnTo>
                  <a:cubicBezTo>
                    <a:pt x="173" y="549"/>
                    <a:pt x="191" y="493"/>
                    <a:pt x="231" y="449"/>
                  </a:cubicBezTo>
                  <a:cubicBezTo>
                    <a:pt x="252" y="425"/>
                    <a:pt x="279" y="406"/>
                    <a:pt x="308" y="393"/>
                  </a:cubicBezTo>
                  <a:cubicBezTo>
                    <a:pt x="333" y="379"/>
                    <a:pt x="359" y="371"/>
                    <a:pt x="387" y="367"/>
                  </a:cubicBezTo>
                  <a:cubicBezTo>
                    <a:pt x="367" y="352"/>
                    <a:pt x="343" y="344"/>
                    <a:pt x="318" y="344"/>
                  </a:cubicBezTo>
                  <a:close/>
                  <a:moveTo>
                    <a:pt x="931" y="308"/>
                  </a:moveTo>
                  <a:cubicBezTo>
                    <a:pt x="993" y="308"/>
                    <a:pt x="1043" y="258"/>
                    <a:pt x="1043" y="196"/>
                  </a:cubicBezTo>
                  <a:cubicBezTo>
                    <a:pt x="1043" y="134"/>
                    <a:pt x="993" y="83"/>
                    <a:pt x="931" y="83"/>
                  </a:cubicBezTo>
                  <a:cubicBezTo>
                    <a:pt x="869" y="83"/>
                    <a:pt x="819" y="134"/>
                    <a:pt x="819" y="196"/>
                  </a:cubicBezTo>
                  <a:cubicBezTo>
                    <a:pt x="819" y="258"/>
                    <a:pt x="869" y="308"/>
                    <a:pt x="931" y="308"/>
                  </a:cubicBezTo>
                  <a:close/>
                  <a:moveTo>
                    <a:pt x="1031" y="344"/>
                  </a:moveTo>
                  <a:lnTo>
                    <a:pt x="831" y="344"/>
                  </a:lnTo>
                  <a:lnTo>
                    <a:pt x="831" y="343"/>
                  </a:lnTo>
                  <a:cubicBezTo>
                    <a:pt x="806" y="343"/>
                    <a:pt x="782" y="352"/>
                    <a:pt x="763" y="366"/>
                  </a:cubicBezTo>
                  <a:cubicBezTo>
                    <a:pt x="792" y="370"/>
                    <a:pt x="821" y="379"/>
                    <a:pt x="847" y="393"/>
                  </a:cubicBezTo>
                  <a:cubicBezTo>
                    <a:pt x="877" y="406"/>
                    <a:pt x="903" y="426"/>
                    <a:pt x="925" y="450"/>
                  </a:cubicBezTo>
                  <a:cubicBezTo>
                    <a:pt x="963" y="494"/>
                    <a:pt x="981" y="548"/>
                    <a:pt x="974" y="603"/>
                  </a:cubicBezTo>
                  <a:lnTo>
                    <a:pt x="974" y="603"/>
                  </a:lnTo>
                  <a:lnTo>
                    <a:pt x="974" y="603"/>
                  </a:lnTo>
                  <a:lnTo>
                    <a:pt x="962" y="689"/>
                  </a:lnTo>
                  <a:lnTo>
                    <a:pt x="1015" y="689"/>
                  </a:lnTo>
                  <a:cubicBezTo>
                    <a:pt x="1076" y="689"/>
                    <a:pt x="1114" y="637"/>
                    <a:pt x="1126" y="575"/>
                  </a:cubicBezTo>
                  <a:lnTo>
                    <a:pt x="1142" y="456"/>
                  </a:lnTo>
                  <a:cubicBezTo>
                    <a:pt x="1149" y="395"/>
                    <a:pt x="1092" y="344"/>
                    <a:pt x="1031" y="344"/>
                  </a:cubicBezTo>
                  <a:close/>
                  <a:moveTo>
                    <a:pt x="756" y="184"/>
                  </a:moveTo>
                  <a:cubicBezTo>
                    <a:pt x="756" y="286"/>
                    <a:pt x="676" y="369"/>
                    <a:pt x="577" y="369"/>
                  </a:cubicBezTo>
                  <a:cubicBezTo>
                    <a:pt x="478" y="369"/>
                    <a:pt x="398" y="286"/>
                    <a:pt x="398" y="184"/>
                  </a:cubicBezTo>
                  <a:cubicBezTo>
                    <a:pt x="398" y="82"/>
                    <a:pt x="478" y="0"/>
                    <a:pt x="577" y="0"/>
                  </a:cubicBezTo>
                  <a:cubicBezTo>
                    <a:pt x="676" y="0"/>
                    <a:pt x="756" y="82"/>
                    <a:pt x="756" y="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TextBox 76"/>
            <p:cNvSpPr txBox="1"/>
            <p:nvPr>
              <p:custDataLst>
                <p:tags r:id="rId5"/>
              </p:custDataLst>
            </p:nvPr>
          </p:nvSpPr>
          <p:spPr>
            <a:xfrm>
              <a:off x="11928" y="2875"/>
              <a:ext cx="581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path.basename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(path[, </a:t>
              </a:r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ext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])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6"/>
              </p:custDataLst>
            </p:nvPr>
          </p:nvSpPr>
          <p:spPr>
            <a:xfrm>
              <a:off x="12231" y="3497"/>
              <a:ext cx="5816" cy="1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用于获取路径的最后一个部分，即文件名，参数 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ext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为需要截掉的后缀内容。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965190" y="4197985"/>
            <a:ext cx="5666740" cy="1813560"/>
            <a:chOff x="9394" y="6611"/>
            <a:chExt cx="8924" cy="2856"/>
          </a:xfrm>
        </p:grpSpPr>
        <p:sp>
          <p:nvSpPr>
            <p:cNvPr id="33" name="Freeform 11"/>
            <p:cNvSpPr/>
            <p:nvPr>
              <p:custDataLst>
                <p:tags r:id="rId7"/>
              </p:custDataLst>
            </p:nvPr>
          </p:nvSpPr>
          <p:spPr bwMode="auto">
            <a:xfrm>
              <a:off x="9394" y="6611"/>
              <a:ext cx="1859" cy="2150"/>
            </a:xfrm>
            <a:custGeom>
              <a:avLst/>
              <a:gdLst>
                <a:gd name="T0" fmla="*/ 1130 w 2260"/>
                <a:gd name="T1" fmla="*/ 0 h 2609"/>
                <a:gd name="T2" fmla="*/ 1695 w 2260"/>
                <a:gd name="T3" fmla="*/ 326 h 2609"/>
                <a:gd name="T4" fmla="*/ 2260 w 2260"/>
                <a:gd name="T5" fmla="*/ 652 h 2609"/>
                <a:gd name="T6" fmla="*/ 2260 w 2260"/>
                <a:gd name="T7" fmla="*/ 1305 h 2609"/>
                <a:gd name="T8" fmla="*/ 2260 w 2260"/>
                <a:gd name="T9" fmla="*/ 1957 h 2609"/>
                <a:gd name="T10" fmla="*/ 1695 w 2260"/>
                <a:gd name="T11" fmla="*/ 2283 h 2609"/>
                <a:gd name="T12" fmla="*/ 1130 w 2260"/>
                <a:gd name="T13" fmla="*/ 2609 h 2609"/>
                <a:gd name="T14" fmla="*/ 565 w 2260"/>
                <a:gd name="T15" fmla="*/ 2283 h 2609"/>
                <a:gd name="T16" fmla="*/ 0 w 2260"/>
                <a:gd name="T17" fmla="*/ 1957 h 2609"/>
                <a:gd name="T18" fmla="*/ 0 w 2260"/>
                <a:gd name="T19" fmla="*/ 1305 h 2609"/>
                <a:gd name="T20" fmla="*/ 0 w 2260"/>
                <a:gd name="T21" fmla="*/ 652 h 2609"/>
                <a:gd name="T22" fmla="*/ 565 w 2260"/>
                <a:gd name="T23" fmla="*/ 326 h 2609"/>
                <a:gd name="T24" fmla="*/ 1130 w 2260"/>
                <a:gd name="T25" fmla="*/ 0 h 2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09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09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6" name="Freeform 36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9987" y="7262"/>
              <a:ext cx="435" cy="289"/>
            </a:xfrm>
            <a:custGeom>
              <a:avLst/>
              <a:gdLst>
                <a:gd name="T0" fmla="*/ 133 w 372"/>
                <a:gd name="T1" fmla="*/ 185 h 247"/>
                <a:gd name="T2" fmla="*/ 118 w 372"/>
                <a:gd name="T3" fmla="*/ 152 h 247"/>
                <a:gd name="T4" fmla="*/ 136 w 372"/>
                <a:gd name="T5" fmla="*/ 115 h 247"/>
                <a:gd name="T6" fmla="*/ 180 w 372"/>
                <a:gd name="T7" fmla="*/ 100 h 247"/>
                <a:gd name="T8" fmla="*/ 180 w 372"/>
                <a:gd name="T9" fmla="*/ 84 h 247"/>
                <a:gd name="T10" fmla="*/ 205 w 372"/>
                <a:gd name="T11" fmla="*/ 84 h 247"/>
                <a:gd name="T12" fmla="*/ 205 w 372"/>
                <a:gd name="T13" fmla="*/ 99 h 247"/>
                <a:gd name="T14" fmla="*/ 246 w 372"/>
                <a:gd name="T15" fmla="*/ 114 h 247"/>
                <a:gd name="T16" fmla="*/ 263 w 372"/>
                <a:gd name="T17" fmla="*/ 152 h 247"/>
                <a:gd name="T18" fmla="*/ 221 w 372"/>
                <a:gd name="T19" fmla="*/ 152 h 247"/>
                <a:gd name="T20" fmla="*/ 215 w 372"/>
                <a:gd name="T21" fmla="*/ 136 h 247"/>
                <a:gd name="T22" fmla="*/ 167 w 372"/>
                <a:gd name="T23" fmla="*/ 134 h 247"/>
                <a:gd name="T24" fmla="*/ 167 w 372"/>
                <a:gd name="T25" fmla="*/ 156 h 247"/>
                <a:gd name="T26" fmla="*/ 217 w 372"/>
                <a:gd name="T27" fmla="*/ 171 h 247"/>
                <a:gd name="T28" fmla="*/ 251 w 372"/>
                <a:gd name="T29" fmla="*/ 188 h 247"/>
                <a:gd name="T30" fmla="*/ 266 w 372"/>
                <a:gd name="T31" fmla="*/ 223 h 247"/>
                <a:gd name="T32" fmla="*/ 265 w 372"/>
                <a:gd name="T33" fmla="*/ 234 h 247"/>
                <a:gd name="T34" fmla="*/ 259 w 372"/>
                <a:gd name="T35" fmla="*/ 246 h 247"/>
                <a:gd name="T36" fmla="*/ 222 w 372"/>
                <a:gd name="T37" fmla="*/ 230 h 247"/>
                <a:gd name="T38" fmla="*/ 217 w 372"/>
                <a:gd name="T39" fmla="*/ 217 h 247"/>
                <a:gd name="T40" fmla="*/ 133 w 372"/>
                <a:gd name="T41" fmla="*/ 185 h 247"/>
                <a:gd name="T42" fmla="*/ 191 w 372"/>
                <a:gd name="T43" fmla="*/ 39 h 247"/>
                <a:gd name="T44" fmla="*/ 83 w 372"/>
                <a:gd name="T45" fmla="*/ 83 h 247"/>
                <a:gd name="T46" fmla="*/ 39 w 372"/>
                <a:gd name="T47" fmla="*/ 191 h 247"/>
                <a:gd name="T48" fmla="*/ 44 w 372"/>
                <a:gd name="T49" fmla="*/ 231 h 247"/>
                <a:gd name="T50" fmla="*/ 9 w 372"/>
                <a:gd name="T51" fmla="*/ 247 h 247"/>
                <a:gd name="T52" fmla="*/ 0 w 372"/>
                <a:gd name="T53" fmla="*/ 191 h 247"/>
                <a:gd name="T54" fmla="*/ 56 w 372"/>
                <a:gd name="T55" fmla="*/ 56 h 247"/>
                <a:gd name="T56" fmla="*/ 191 w 372"/>
                <a:gd name="T57" fmla="*/ 0 h 247"/>
                <a:gd name="T58" fmla="*/ 326 w 372"/>
                <a:gd name="T59" fmla="*/ 56 h 247"/>
                <a:gd name="T60" fmla="*/ 372 w 372"/>
                <a:gd name="T61" fmla="*/ 132 h 247"/>
                <a:gd name="T62" fmla="*/ 339 w 372"/>
                <a:gd name="T63" fmla="*/ 152 h 247"/>
                <a:gd name="T64" fmla="*/ 299 w 372"/>
                <a:gd name="T65" fmla="*/ 83 h 247"/>
                <a:gd name="T66" fmla="*/ 191 w 372"/>
                <a:gd name="T67" fmla="*/ 39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2" h="247">
                  <a:moveTo>
                    <a:pt x="133" y="185"/>
                  </a:moveTo>
                  <a:cubicBezTo>
                    <a:pt x="123" y="177"/>
                    <a:pt x="118" y="166"/>
                    <a:pt x="118" y="152"/>
                  </a:cubicBezTo>
                  <a:cubicBezTo>
                    <a:pt x="118" y="136"/>
                    <a:pt x="124" y="124"/>
                    <a:pt x="136" y="115"/>
                  </a:cubicBezTo>
                  <a:cubicBezTo>
                    <a:pt x="147" y="105"/>
                    <a:pt x="160" y="100"/>
                    <a:pt x="180" y="100"/>
                  </a:cubicBezTo>
                  <a:cubicBezTo>
                    <a:pt x="180" y="84"/>
                    <a:pt x="180" y="84"/>
                    <a:pt x="180" y="84"/>
                  </a:cubicBezTo>
                  <a:cubicBezTo>
                    <a:pt x="205" y="84"/>
                    <a:pt x="205" y="84"/>
                    <a:pt x="205" y="84"/>
                  </a:cubicBezTo>
                  <a:cubicBezTo>
                    <a:pt x="205" y="99"/>
                    <a:pt x="205" y="99"/>
                    <a:pt x="205" y="99"/>
                  </a:cubicBezTo>
                  <a:cubicBezTo>
                    <a:pt x="224" y="100"/>
                    <a:pt x="235" y="104"/>
                    <a:pt x="246" y="114"/>
                  </a:cubicBezTo>
                  <a:cubicBezTo>
                    <a:pt x="257" y="123"/>
                    <a:pt x="262" y="136"/>
                    <a:pt x="263" y="152"/>
                  </a:cubicBezTo>
                  <a:cubicBezTo>
                    <a:pt x="221" y="152"/>
                    <a:pt x="221" y="152"/>
                    <a:pt x="221" y="152"/>
                  </a:cubicBezTo>
                  <a:cubicBezTo>
                    <a:pt x="220" y="145"/>
                    <a:pt x="218" y="140"/>
                    <a:pt x="215" y="136"/>
                  </a:cubicBezTo>
                  <a:cubicBezTo>
                    <a:pt x="208" y="128"/>
                    <a:pt x="176" y="128"/>
                    <a:pt x="167" y="134"/>
                  </a:cubicBezTo>
                  <a:cubicBezTo>
                    <a:pt x="161" y="139"/>
                    <a:pt x="160" y="151"/>
                    <a:pt x="167" y="156"/>
                  </a:cubicBezTo>
                  <a:cubicBezTo>
                    <a:pt x="175" y="162"/>
                    <a:pt x="205" y="167"/>
                    <a:pt x="217" y="171"/>
                  </a:cubicBezTo>
                  <a:cubicBezTo>
                    <a:pt x="232" y="176"/>
                    <a:pt x="244" y="181"/>
                    <a:pt x="251" y="188"/>
                  </a:cubicBezTo>
                  <a:cubicBezTo>
                    <a:pt x="261" y="197"/>
                    <a:pt x="266" y="208"/>
                    <a:pt x="266" y="223"/>
                  </a:cubicBezTo>
                  <a:cubicBezTo>
                    <a:pt x="266" y="227"/>
                    <a:pt x="266" y="231"/>
                    <a:pt x="265" y="234"/>
                  </a:cubicBezTo>
                  <a:cubicBezTo>
                    <a:pt x="263" y="238"/>
                    <a:pt x="261" y="242"/>
                    <a:pt x="259" y="246"/>
                  </a:cubicBezTo>
                  <a:cubicBezTo>
                    <a:pt x="247" y="240"/>
                    <a:pt x="235" y="235"/>
                    <a:pt x="222" y="230"/>
                  </a:cubicBezTo>
                  <a:cubicBezTo>
                    <a:pt x="223" y="225"/>
                    <a:pt x="221" y="220"/>
                    <a:pt x="217" y="217"/>
                  </a:cubicBezTo>
                  <a:cubicBezTo>
                    <a:pt x="200" y="204"/>
                    <a:pt x="158" y="207"/>
                    <a:pt x="133" y="185"/>
                  </a:cubicBezTo>
                  <a:close/>
                  <a:moveTo>
                    <a:pt x="191" y="39"/>
                  </a:moveTo>
                  <a:cubicBezTo>
                    <a:pt x="149" y="39"/>
                    <a:pt x="111" y="56"/>
                    <a:pt x="83" y="83"/>
                  </a:cubicBezTo>
                  <a:cubicBezTo>
                    <a:pt x="56" y="111"/>
                    <a:pt x="39" y="149"/>
                    <a:pt x="39" y="191"/>
                  </a:cubicBezTo>
                  <a:cubicBezTo>
                    <a:pt x="39" y="205"/>
                    <a:pt x="40" y="219"/>
                    <a:pt x="44" y="231"/>
                  </a:cubicBezTo>
                  <a:cubicBezTo>
                    <a:pt x="32" y="236"/>
                    <a:pt x="20" y="241"/>
                    <a:pt x="9" y="247"/>
                  </a:cubicBezTo>
                  <a:cubicBezTo>
                    <a:pt x="3" y="229"/>
                    <a:pt x="0" y="210"/>
                    <a:pt x="0" y="191"/>
                  </a:cubicBezTo>
                  <a:cubicBezTo>
                    <a:pt x="0" y="138"/>
                    <a:pt x="22" y="91"/>
                    <a:pt x="56" y="56"/>
                  </a:cubicBezTo>
                  <a:cubicBezTo>
                    <a:pt x="91" y="22"/>
                    <a:pt x="138" y="0"/>
                    <a:pt x="191" y="0"/>
                  </a:cubicBezTo>
                  <a:cubicBezTo>
                    <a:pt x="244" y="0"/>
                    <a:pt x="291" y="22"/>
                    <a:pt x="326" y="56"/>
                  </a:cubicBezTo>
                  <a:cubicBezTo>
                    <a:pt x="347" y="77"/>
                    <a:pt x="363" y="103"/>
                    <a:pt x="372" y="132"/>
                  </a:cubicBezTo>
                  <a:cubicBezTo>
                    <a:pt x="361" y="138"/>
                    <a:pt x="349" y="145"/>
                    <a:pt x="339" y="152"/>
                  </a:cubicBezTo>
                  <a:cubicBezTo>
                    <a:pt x="332" y="126"/>
                    <a:pt x="318" y="102"/>
                    <a:pt x="299" y="83"/>
                  </a:cubicBezTo>
                  <a:cubicBezTo>
                    <a:pt x="271" y="56"/>
                    <a:pt x="233" y="39"/>
                    <a:pt x="191" y="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Freeform 37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10328" y="7434"/>
              <a:ext cx="454" cy="475"/>
            </a:xfrm>
            <a:custGeom>
              <a:avLst/>
              <a:gdLst>
                <a:gd name="T0" fmla="*/ 41 w 388"/>
                <a:gd name="T1" fmla="*/ 59 h 406"/>
                <a:gd name="T2" fmla="*/ 185 w 388"/>
                <a:gd name="T3" fmla="*/ 0 h 406"/>
                <a:gd name="T4" fmla="*/ 329 w 388"/>
                <a:gd name="T5" fmla="*/ 59 h 406"/>
                <a:gd name="T6" fmla="*/ 388 w 388"/>
                <a:gd name="T7" fmla="*/ 203 h 406"/>
                <a:gd name="T8" fmla="*/ 329 w 388"/>
                <a:gd name="T9" fmla="*/ 347 h 406"/>
                <a:gd name="T10" fmla="*/ 185 w 388"/>
                <a:gd name="T11" fmla="*/ 406 h 406"/>
                <a:gd name="T12" fmla="*/ 111 w 388"/>
                <a:gd name="T13" fmla="*/ 393 h 406"/>
                <a:gd name="T14" fmla="*/ 116 w 388"/>
                <a:gd name="T15" fmla="*/ 342 h 406"/>
                <a:gd name="T16" fmla="*/ 36 w 388"/>
                <a:gd name="T17" fmla="*/ 149 h 406"/>
                <a:gd name="T18" fmla="*/ 0 w 388"/>
                <a:gd name="T19" fmla="*/ 119 h 406"/>
                <a:gd name="T20" fmla="*/ 41 w 388"/>
                <a:gd name="T21" fmla="*/ 59 h 406"/>
                <a:gd name="T22" fmla="*/ 123 w 388"/>
                <a:gd name="T23" fmla="*/ 197 h 406"/>
                <a:gd name="T24" fmla="*/ 107 w 388"/>
                <a:gd name="T25" fmla="*/ 161 h 406"/>
                <a:gd name="T26" fmla="*/ 126 w 388"/>
                <a:gd name="T27" fmla="*/ 121 h 406"/>
                <a:gd name="T28" fmla="*/ 173 w 388"/>
                <a:gd name="T29" fmla="*/ 105 h 406"/>
                <a:gd name="T30" fmla="*/ 173 w 388"/>
                <a:gd name="T31" fmla="*/ 88 h 406"/>
                <a:gd name="T32" fmla="*/ 200 w 388"/>
                <a:gd name="T33" fmla="*/ 88 h 406"/>
                <a:gd name="T34" fmla="*/ 200 w 388"/>
                <a:gd name="T35" fmla="*/ 104 h 406"/>
                <a:gd name="T36" fmla="*/ 244 w 388"/>
                <a:gd name="T37" fmla="*/ 120 h 406"/>
                <a:gd name="T38" fmla="*/ 262 w 388"/>
                <a:gd name="T39" fmla="*/ 161 h 406"/>
                <a:gd name="T40" fmla="*/ 217 w 388"/>
                <a:gd name="T41" fmla="*/ 161 h 406"/>
                <a:gd name="T42" fmla="*/ 211 w 388"/>
                <a:gd name="T43" fmla="*/ 144 h 406"/>
                <a:gd name="T44" fmla="*/ 160 w 388"/>
                <a:gd name="T45" fmla="*/ 142 h 406"/>
                <a:gd name="T46" fmla="*/ 159 w 388"/>
                <a:gd name="T47" fmla="*/ 165 h 406"/>
                <a:gd name="T48" fmla="*/ 213 w 388"/>
                <a:gd name="T49" fmla="*/ 181 h 406"/>
                <a:gd name="T50" fmla="*/ 250 w 388"/>
                <a:gd name="T51" fmla="*/ 200 h 406"/>
                <a:gd name="T52" fmla="*/ 265 w 388"/>
                <a:gd name="T53" fmla="*/ 237 h 406"/>
                <a:gd name="T54" fmla="*/ 248 w 388"/>
                <a:gd name="T55" fmla="*/ 279 h 406"/>
                <a:gd name="T56" fmla="*/ 198 w 388"/>
                <a:gd name="T57" fmla="*/ 296 h 406"/>
                <a:gd name="T58" fmla="*/ 198 w 388"/>
                <a:gd name="T59" fmla="*/ 318 h 406"/>
                <a:gd name="T60" fmla="*/ 172 w 388"/>
                <a:gd name="T61" fmla="*/ 318 h 406"/>
                <a:gd name="T62" fmla="*/ 172 w 388"/>
                <a:gd name="T63" fmla="*/ 296 h 406"/>
                <a:gd name="T64" fmla="*/ 123 w 388"/>
                <a:gd name="T65" fmla="*/ 279 h 406"/>
                <a:gd name="T66" fmla="*/ 105 w 388"/>
                <a:gd name="T67" fmla="*/ 233 h 406"/>
                <a:gd name="T68" fmla="*/ 152 w 388"/>
                <a:gd name="T69" fmla="*/ 233 h 406"/>
                <a:gd name="T70" fmla="*/ 158 w 388"/>
                <a:gd name="T71" fmla="*/ 254 h 406"/>
                <a:gd name="T72" fmla="*/ 212 w 388"/>
                <a:gd name="T73" fmla="*/ 256 h 406"/>
                <a:gd name="T74" fmla="*/ 213 w 388"/>
                <a:gd name="T75" fmla="*/ 231 h 406"/>
                <a:gd name="T76" fmla="*/ 123 w 388"/>
                <a:gd name="T77" fmla="*/ 197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88" h="406">
                  <a:moveTo>
                    <a:pt x="41" y="59"/>
                  </a:moveTo>
                  <a:cubicBezTo>
                    <a:pt x="78" y="22"/>
                    <a:pt x="129" y="0"/>
                    <a:pt x="185" y="0"/>
                  </a:cubicBezTo>
                  <a:cubicBezTo>
                    <a:pt x="241" y="0"/>
                    <a:pt x="292" y="22"/>
                    <a:pt x="329" y="59"/>
                  </a:cubicBezTo>
                  <a:cubicBezTo>
                    <a:pt x="366" y="96"/>
                    <a:pt x="388" y="147"/>
                    <a:pt x="388" y="203"/>
                  </a:cubicBezTo>
                  <a:cubicBezTo>
                    <a:pt x="388" y="259"/>
                    <a:pt x="366" y="310"/>
                    <a:pt x="329" y="347"/>
                  </a:cubicBezTo>
                  <a:cubicBezTo>
                    <a:pt x="292" y="384"/>
                    <a:pt x="241" y="406"/>
                    <a:pt x="185" y="406"/>
                  </a:cubicBezTo>
                  <a:cubicBezTo>
                    <a:pt x="159" y="406"/>
                    <a:pt x="134" y="401"/>
                    <a:pt x="111" y="393"/>
                  </a:cubicBezTo>
                  <a:cubicBezTo>
                    <a:pt x="114" y="376"/>
                    <a:pt x="116" y="359"/>
                    <a:pt x="116" y="342"/>
                  </a:cubicBezTo>
                  <a:cubicBezTo>
                    <a:pt x="116" y="270"/>
                    <a:pt x="87" y="200"/>
                    <a:pt x="36" y="149"/>
                  </a:cubicBezTo>
                  <a:cubicBezTo>
                    <a:pt x="25" y="138"/>
                    <a:pt x="13" y="128"/>
                    <a:pt x="0" y="119"/>
                  </a:cubicBezTo>
                  <a:cubicBezTo>
                    <a:pt x="10" y="96"/>
                    <a:pt x="24" y="76"/>
                    <a:pt x="41" y="59"/>
                  </a:cubicBezTo>
                  <a:close/>
                  <a:moveTo>
                    <a:pt x="123" y="197"/>
                  </a:moveTo>
                  <a:cubicBezTo>
                    <a:pt x="112" y="188"/>
                    <a:pt x="107" y="176"/>
                    <a:pt x="107" y="161"/>
                  </a:cubicBezTo>
                  <a:cubicBezTo>
                    <a:pt x="107" y="144"/>
                    <a:pt x="113" y="131"/>
                    <a:pt x="126" y="121"/>
                  </a:cubicBezTo>
                  <a:cubicBezTo>
                    <a:pt x="138" y="111"/>
                    <a:pt x="152" y="105"/>
                    <a:pt x="173" y="105"/>
                  </a:cubicBezTo>
                  <a:cubicBezTo>
                    <a:pt x="173" y="88"/>
                    <a:pt x="173" y="88"/>
                    <a:pt x="173" y="88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20" y="105"/>
                    <a:pt x="233" y="110"/>
                    <a:pt x="244" y="120"/>
                  </a:cubicBezTo>
                  <a:cubicBezTo>
                    <a:pt x="255" y="130"/>
                    <a:pt x="261" y="143"/>
                    <a:pt x="262" y="161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16" y="154"/>
                    <a:pt x="214" y="148"/>
                    <a:pt x="211" y="144"/>
                  </a:cubicBezTo>
                  <a:cubicBezTo>
                    <a:pt x="203" y="135"/>
                    <a:pt x="168" y="135"/>
                    <a:pt x="160" y="142"/>
                  </a:cubicBezTo>
                  <a:cubicBezTo>
                    <a:pt x="152" y="147"/>
                    <a:pt x="152" y="160"/>
                    <a:pt x="159" y="165"/>
                  </a:cubicBezTo>
                  <a:cubicBezTo>
                    <a:pt x="168" y="172"/>
                    <a:pt x="200" y="177"/>
                    <a:pt x="213" y="181"/>
                  </a:cubicBezTo>
                  <a:cubicBezTo>
                    <a:pt x="229" y="186"/>
                    <a:pt x="242" y="193"/>
                    <a:pt x="250" y="200"/>
                  </a:cubicBezTo>
                  <a:cubicBezTo>
                    <a:pt x="260" y="209"/>
                    <a:pt x="265" y="221"/>
                    <a:pt x="265" y="237"/>
                  </a:cubicBezTo>
                  <a:cubicBezTo>
                    <a:pt x="265" y="256"/>
                    <a:pt x="260" y="270"/>
                    <a:pt x="248" y="279"/>
                  </a:cubicBezTo>
                  <a:cubicBezTo>
                    <a:pt x="236" y="289"/>
                    <a:pt x="222" y="295"/>
                    <a:pt x="198" y="296"/>
                  </a:cubicBezTo>
                  <a:cubicBezTo>
                    <a:pt x="198" y="318"/>
                    <a:pt x="198" y="318"/>
                    <a:pt x="198" y="318"/>
                  </a:cubicBezTo>
                  <a:cubicBezTo>
                    <a:pt x="172" y="318"/>
                    <a:pt x="172" y="318"/>
                    <a:pt x="172" y="318"/>
                  </a:cubicBezTo>
                  <a:cubicBezTo>
                    <a:pt x="172" y="296"/>
                    <a:pt x="172" y="296"/>
                    <a:pt x="172" y="296"/>
                  </a:cubicBezTo>
                  <a:cubicBezTo>
                    <a:pt x="150" y="295"/>
                    <a:pt x="136" y="290"/>
                    <a:pt x="123" y="279"/>
                  </a:cubicBezTo>
                  <a:cubicBezTo>
                    <a:pt x="111" y="268"/>
                    <a:pt x="105" y="252"/>
                    <a:pt x="105" y="233"/>
                  </a:cubicBezTo>
                  <a:cubicBezTo>
                    <a:pt x="152" y="233"/>
                    <a:pt x="152" y="233"/>
                    <a:pt x="152" y="233"/>
                  </a:cubicBezTo>
                  <a:cubicBezTo>
                    <a:pt x="153" y="243"/>
                    <a:pt x="155" y="250"/>
                    <a:pt x="158" y="254"/>
                  </a:cubicBezTo>
                  <a:cubicBezTo>
                    <a:pt x="167" y="265"/>
                    <a:pt x="203" y="263"/>
                    <a:pt x="212" y="256"/>
                  </a:cubicBezTo>
                  <a:cubicBezTo>
                    <a:pt x="220" y="251"/>
                    <a:pt x="221" y="237"/>
                    <a:pt x="213" y="231"/>
                  </a:cubicBezTo>
                  <a:cubicBezTo>
                    <a:pt x="195" y="216"/>
                    <a:pt x="150" y="220"/>
                    <a:pt x="123" y="1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Freeform 38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9869" y="7561"/>
              <a:ext cx="549" cy="549"/>
            </a:xfrm>
            <a:custGeom>
              <a:avLst/>
              <a:gdLst>
                <a:gd name="T0" fmla="*/ 235 w 470"/>
                <a:gd name="T1" fmla="*/ 57 h 470"/>
                <a:gd name="T2" fmla="*/ 109 w 470"/>
                <a:gd name="T3" fmla="*/ 109 h 470"/>
                <a:gd name="T4" fmla="*/ 57 w 470"/>
                <a:gd name="T5" fmla="*/ 235 h 470"/>
                <a:gd name="T6" fmla="*/ 109 w 470"/>
                <a:gd name="T7" fmla="*/ 361 h 470"/>
                <a:gd name="T8" fmla="*/ 235 w 470"/>
                <a:gd name="T9" fmla="*/ 413 h 470"/>
                <a:gd name="T10" fmla="*/ 361 w 470"/>
                <a:gd name="T11" fmla="*/ 361 h 470"/>
                <a:gd name="T12" fmla="*/ 413 w 470"/>
                <a:gd name="T13" fmla="*/ 235 h 470"/>
                <a:gd name="T14" fmla="*/ 361 w 470"/>
                <a:gd name="T15" fmla="*/ 109 h 470"/>
                <a:gd name="T16" fmla="*/ 235 w 470"/>
                <a:gd name="T17" fmla="*/ 57 h 470"/>
                <a:gd name="T18" fmla="*/ 170 w 470"/>
                <a:gd name="T19" fmla="*/ 228 h 470"/>
                <a:gd name="T20" fmla="*/ 154 w 470"/>
                <a:gd name="T21" fmla="*/ 191 h 470"/>
                <a:gd name="T22" fmla="*/ 173 w 470"/>
                <a:gd name="T23" fmla="*/ 149 h 470"/>
                <a:gd name="T24" fmla="*/ 222 w 470"/>
                <a:gd name="T25" fmla="*/ 132 h 470"/>
                <a:gd name="T26" fmla="*/ 222 w 470"/>
                <a:gd name="T27" fmla="*/ 114 h 470"/>
                <a:gd name="T28" fmla="*/ 251 w 470"/>
                <a:gd name="T29" fmla="*/ 114 h 470"/>
                <a:gd name="T30" fmla="*/ 251 w 470"/>
                <a:gd name="T31" fmla="*/ 132 h 470"/>
                <a:gd name="T32" fmla="*/ 296 w 470"/>
                <a:gd name="T33" fmla="*/ 148 h 470"/>
                <a:gd name="T34" fmla="*/ 314 w 470"/>
                <a:gd name="T35" fmla="*/ 190 h 470"/>
                <a:gd name="T36" fmla="*/ 267 w 470"/>
                <a:gd name="T37" fmla="*/ 190 h 470"/>
                <a:gd name="T38" fmla="*/ 262 w 470"/>
                <a:gd name="T39" fmla="*/ 173 h 470"/>
                <a:gd name="T40" fmla="*/ 208 w 470"/>
                <a:gd name="T41" fmla="*/ 171 h 470"/>
                <a:gd name="T42" fmla="*/ 208 w 470"/>
                <a:gd name="T43" fmla="*/ 196 h 470"/>
                <a:gd name="T44" fmla="*/ 264 w 470"/>
                <a:gd name="T45" fmla="*/ 212 h 470"/>
                <a:gd name="T46" fmla="*/ 302 w 470"/>
                <a:gd name="T47" fmla="*/ 231 h 470"/>
                <a:gd name="T48" fmla="*/ 318 w 470"/>
                <a:gd name="T49" fmla="*/ 271 h 470"/>
                <a:gd name="T50" fmla="*/ 300 w 470"/>
                <a:gd name="T51" fmla="*/ 314 h 470"/>
                <a:gd name="T52" fmla="*/ 248 w 470"/>
                <a:gd name="T53" fmla="*/ 333 h 470"/>
                <a:gd name="T54" fmla="*/ 248 w 470"/>
                <a:gd name="T55" fmla="*/ 355 h 470"/>
                <a:gd name="T56" fmla="*/ 219 w 470"/>
                <a:gd name="T57" fmla="*/ 355 h 470"/>
                <a:gd name="T58" fmla="*/ 219 w 470"/>
                <a:gd name="T59" fmla="*/ 333 h 470"/>
                <a:gd name="T60" fmla="*/ 171 w 470"/>
                <a:gd name="T61" fmla="*/ 313 h 470"/>
                <a:gd name="T62" fmla="*/ 151 w 470"/>
                <a:gd name="T63" fmla="*/ 266 h 470"/>
                <a:gd name="T64" fmla="*/ 201 w 470"/>
                <a:gd name="T65" fmla="*/ 266 h 470"/>
                <a:gd name="T66" fmla="*/ 207 w 470"/>
                <a:gd name="T67" fmla="*/ 288 h 470"/>
                <a:gd name="T68" fmla="*/ 263 w 470"/>
                <a:gd name="T69" fmla="*/ 290 h 470"/>
                <a:gd name="T70" fmla="*/ 264 w 470"/>
                <a:gd name="T71" fmla="*/ 264 h 470"/>
                <a:gd name="T72" fmla="*/ 170 w 470"/>
                <a:gd name="T73" fmla="*/ 228 h 470"/>
                <a:gd name="T74" fmla="*/ 69 w 470"/>
                <a:gd name="T75" fmla="*/ 69 h 470"/>
                <a:gd name="T76" fmla="*/ 235 w 470"/>
                <a:gd name="T77" fmla="*/ 0 h 470"/>
                <a:gd name="T78" fmla="*/ 401 w 470"/>
                <a:gd name="T79" fmla="*/ 69 h 470"/>
                <a:gd name="T80" fmla="*/ 470 w 470"/>
                <a:gd name="T81" fmla="*/ 235 h 470"/>
                <a:gd name="T82" fmla="*/ 401 w 470"/>
                <a:gd name="T83" fmla="*/ 401 h 470"/>
                <a:gd name="T84" fmla="*/ 235 w 470"/>
                <a:gd name="T85" fmla="*/ 470 h 470"/>
                <a:gd name="T86" fmla="*/ 69 w 470"/>
                <a:gd name="T87" fmla="*/ 401 h 470"/>
                <a:gd name="T88" fmla="*/ 0 w 470"/>
                <a:gd name="T89" fmla="*/ 235 h 470"/>
                <a:gd name="T90" fmla="*/ 69 w 470"/>
                <a:gd name="T91" fmla="*/ 69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0" h="470">
                  <a:moveTo>
                    <a:pt x="235" y="57"/>
                  </a:moveTo>
                  <a:cubicBezTo>
                    <a:pt x="186" y="57"/>
                    <a:pt x="141" y="77"/>
                    <a:pt x="109" y="109"/>
                  </a:cubicBezTo>
                  <a:cubicBezTo>
                    <a:pt x="77" y="141"/>
                    <a:pt x="57" y="186"/>
                    <a:pt x="57" y="235"/>
                  </a:cubicBezTo>
                  <a:cubicBezTo>
                    <a:pt x="57" y="284"/>
                    <a:pt x="77" y="328"/>
                    <a:pt x="109" y="361"/>
                  </a:cubicBezTo>
                  <a:cubicBezTo>
                    <a:pt x="141" y="393"/>
                    <a:pt x="186" y="413"/>
                    <a:pt x="235" y="413"/>
                  </a:cubicBezTo>
                  <a:cubicBezTo>
                    <a:pt x="284" y="413"/>
                    <a:pt x="328" y="393"/>
                    <a:pt x="361" y="361"/>
                  </a:cubicBezTo>
                  <a:cubicBezTo>
                    <a:pt x="393" y="328"/>
                    <a:pt x="413" y="284"/>
                    <a:pt x="413" y="235"/>
                  </a:cubicBezTo>
                  <a:cubicBezTo>
                    <a:pt x="413" y="186"/>
                    <a:pt x="393" y="141"/>
                    <a:pt x="361" y="109"/>
                  </a:cubicBezTo>
                  <a:cubicBezTo>
                    <a:pt x="328" y="77"/>
                    <a:pt x="284" y="57"/>
                    <a:pt x="235" y="57"/>
                  </a:cubicBezTo>
                  <a:close/>
                  <a:moveTo>
                    <a:pt x="170" y="228"/>
                  </a:moveTo>
                  <a:cubicBezTo>
                    <a:pt x="159" y="219"/>
                    <a:pt x="154" y="207"/>
                    <a:pt x="154" y="191"/>
                  </a:cubicBezTo>
                  <a:cubicBezTo>
                    <a:pt x="154" y="174"/>
                    <a:pt x="160" y="160"/>
                    <a:pt x="173" y="149"/>
                  </a:cubicBezTo>
                  <a:cubicBezTo>
                    <a:pt x="186" y="139"/>
                    <a:pt x="200" y="133"/>
                    <a:pt x="222" y="132"/>
                  </a:cubicBezTo>
                  <a:cubicBezTo>
                    <a:pt x="222" y="114"/>
                    <a:pt x="222" y="114"/>
                    <a:pt x="222" y="114"/>
                  </a:cubicBezTo>
                  <a:cubicBezTo>
                    <a:pt x="251" y="114"/>
                    <a:pt x="251" y="114"/>
                    <a:pt x="251" y="114"/>
                  </a:cubicBezTo>
                  <a:cubicBezTo>
                    <a:pt x="251" y="132"/>
                    <a:pt x="251" y="132"/>
                    <a:pt x="251" y="132"/>
                  </a:cubicBezTo>
                  <a:cubicBezTo>
                    <a:pt x="272" y="133"/>
                    <a:pt x="284" y="138"/>
                    <a:pt x="296" y="148"/>
                  </a:cubicBezTo>
                  <a:cubicBezTo>
                    <a:pt x="308" y="158"/>
                    <a:pt x="313" y="172"/>
                    <a:pt x="314" y="190"/>
                  </a:cubicBezTo>
                  <a:cubicBezTo>
                    <a:pt x="267" y="190"/>
                    <a:pt x="267" y="190"/>
                    <a:pt x="267" y="190"/>
                  </a:cubicBezTo>
                  <a:cubicBezTo>
                    <a:pt x="266" y="182"/>
                    <a:pt x="265" y="177"/>
                    <a:pt x="262" y="173"/>
                  </a:cubicBezTo>
                  <a:cubicBezTo>
                    <a:pt x="254" y="164"/>
                    <a:pt x="218" y="164"/>
                    <a:pt x="208" y="171"/>
                  </a:cubicBezTo>
                  <a:cubicBezTo>
                    <a:pt x="201" y="177"/>
                    <a:pt x="200" y="190"/>
                    <a:pt x="208" y="196"/>
                  </a:cubicBezTo>
                  <a:cubicBezTo>
                    <a:pt x="217" y="203"/>
                    <a:pt x="250" y="208"/>
                    <a:pt x="264" y="212"/>
                  </a:cubicBezTo>
                  <a:cubicBezTo>
                    <a:pt x="281" y="218"/>
                    <a:pt x="294" y="224"/>
                    <a:pt x="302" y="231"/>
                  </a:cubicBezTo>
                  <a:cubicBezTo>
                    <a:pt x="313" y="241"/>
                    <a:pt x="318" y="254"/>
                    <a:pt x="318" y="271"/>
                  </a:cubicBezTo>
                  <a:cubicBezTo>
                    <a:pt x="319" y="290"/>
                    <a:pt x="312" y="304"/>
                    <a:pt x="300" y="314"/>
                  </a:cubicBezTo>
                  <a:cubicBezTo>
                    <a:pt x="288" y="325"/>
                    <a:pt x="272" y="332"/>
                    <a:pt x="248" y="333"/>
                  </a:cubicBezTo>
                  <a:cubicBezTo>
                    <a:pt x="248" y="355"/>
                    <a:pt x="248" y="355"/>
                    <a:pt x="248" y="355"/>
                  </a:cubicBezTo>
                  <a:cubicBezTo>
                    <a:pt x="219" y="355"/>
                    <a:pt x="219" y="355"/>
                    <a:pt x="219" y="355"/>
                  </a:cubicBezTo>
                  <a:cubicBezTo>
                    <a:pt x="219" y="333"/>
                    <a:pt x="219" y="333"/>
                    <a:pt x="219" y="333"/>
                  </a:cubicBezTo>
                  <a:cubicBezTo>
                    <a:pt x="196" y="333"/>
                    <a:pt x="183" y="325"/>
                    <a:pt x="171" y="313"/>
                  </a:cubicBezTo>
                  <a:cubicBezTo>
                    <a:pt x="158" y="302"/>
                    <a:pt x="151" y="286"/>
                    <a:pt x="151" y="266"/>
                  </a:cubicBezTo>
                  <a:cubicBezTo>
                    <a:pt x="201" y="266"/>
                    <a:pt x="201" y="266"/>
                    <a:pt x="201" y="266"/>
                  </a:cubicBezTo>
                  <a:cubicBezTo>
                    <a:pt x="202" y="276"/>
                    <a:pt x="204" y="283"/>
                    <a:pt x="207" y="288"/>
                  </a:cubicBezTo>
                  <a:cubicBezTo>
                    <a:pt x="216" y="299"/>
                    <a:pt x="254" y="297"/>
                    <a:pt x="263" y="290"/>
                  </a:cubicBezTo>
                  <a:cubicBezTo>
                    <a:pt x="272" y="284"/>
                    <a:pt x="272" y="271"/>
                    <a:pt x="264" y="264"/>
                  </a:cubicBezTo>
                  <a:cubicBezTo>
                    <a:pt x="245" y="249"/>
                    <a:pt x="198" y="252"/>
                    <a:pt x="170" y="228"/>
                  </a:cubicBezTo>
                  <a:close/>
                  <a:moveTo>
                    <a:pt x="69" y="69"/>
                  </a:moveTo>
                  <a:cubicBezTo>
                    <a:pt x="111" y="26"/>
                    <a:pt x="170" y="0"/>
                    <a:pt x="235" y="0"/>
                  </a:cubicBezTo>
                  <a:cubicBezTo>
                    <a:pt x="300" y="0"/>
                    <a:pt x="359" y="26"/>
                    <a:pt x="401" y="69"/>
                  </a:cubicBezTo>
                  <a:cubicBezTo>
                    <a:pt x="444" y="111"/>
                    <a:pt x="470" y="170"/>
                    <a:pt x="470" y="235"/>
                  </a:cubicBezTo>
                  <a:cubicBezTo>
                    <a:pt x="470" y="300"/>
                    <a:pt x="444" y="359"/>
                    <a:pt x="401" y="401"/>
                  </a:cubicBezTo>
                  <a:cubicBezTo>
                    <a:pt x="359" y="444"/>
                    <a:pt x="300" y="470"/>
                    <a:pt x="235" y="470"/>
                  </a:cubicBezTo>
                  <a:cubicBezTo>
                    <a:pt x="170" y="470"/>
                    <a:pt x="111" y="444"/>
                    <a:pt x="69" y="401"/>
                  </a:cubicBezTo>
                  <a:cubicBezTo>
                    <a:pt x="26" y="359"/>
                    <a:pt x="0" y="300"/>
                    <a:pt x="0" y="235"/>
                  </a:cubicBezTo>
                  <a:cubicBezTo>
                    <a:pt x="0" y="170"/>
                    <a:pt x="26" y="111"/>
                    <a:pt x="69" y="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TextBox 76"/>
            <p:cNvSpPr txBox="1"/>
            <p:nvPr>
              <p:custDataLst>
                <p:tags r:id="rId11"/>
              </p:custDataLst>
            </p:nvPr>
          </p:nvSpPr>
          <p:spPr>
            <a:xfrm>
              <a:off x="11928" y="7687"/>
              <a:ext cx="525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path.parse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</a:t>
              </a:r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pathString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)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文本框 53"/>
            <p:cNvSpPr txBox="1"/>
            <p:nvPr>
              <p:custDataLst>
                <p:tags r:id="rId12"/>
              </p:custDataLst>
            </p:nvPr>
          </p:nvSpPr>
          <p:spPr>
            <a:xfrm>
              <a:off x="12502" y="8317"/>
              <a:ext cx="5817" cy="1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用于将 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path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字符串转为 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path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对象，其属性表示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path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的有效元素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576060" y="3139440"/>
            <a:ext cx="5394325" cy="1363980"/>
            <a:chOff x="10356" y="4944"/>
            <a:chExt cx="8495" cy="2148"/>
          </a:xfrm>
        </p:grpSpPr>
        <p:sp>
          <p:nvSpPr>
            <p:cNvPr id="28" name="Freeform 6"/>
            <p:cNvSpPr/>
            <p:nvPr>
              <p:custDataLst>
                <p:tags r:id="rId13"/>
              </p:custDataLst>
            </p:nvPr>
          </p:nvSpPr>
          <p:spPr bwMode="auto">
            <a:xfrm>
              <a:off x="10356" y="4944"/>
              <a:ext cx="1861" cy="2148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endParaRPr lang="zh-CN" altLang="en-US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 17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10849" y="5607"/>
              <a:ext cx="829" cy="831"/>
            </a:xfrm>
            <a:custGeom>
              <a:avLst/>
              <a:gdLst>
                <a:gd name="T0" fmla="*/ 504 w 1008"/>
                <a:gd name="T1" fmla="*/ 1009 h 1009"/>
                <a:gd name="T2" fmla="*/ 0 w 1008"/>
                <a:gd name="T3" fmla="*/ 504 h 1009"/>
                <a:gd name="T4" fmla="*/ 504 w 1008"/>
                <a:gd name="T5" fmla="*/ 0 h 1009"/>
                <a:gd name="T6" fmla="*/ 1008 w 1008"/>
                <a:gd name="T7" fmla="*/ 504 h 1009"/>
                <a:gd name="T8" fmla="*/ 504 w 1008"/>
                <a:gd name="T9" fmla="*/ 1009 h 1009"/>
                <a:gd name="T10" fmla="*/ 725 w 1008"/>
                <a:gd name="T11" fmla="*/ 769 h 1009"/>
                <a:gd name="T12" fmla="*/ 725 w 1008"/>
                <a:gd name="T13" fmla="*/ 769 h 1009"/>
                <a:gd name="T14" fmla="*/ 538 w 1008"/>
                <a:gd name="T15" fmla="*/ 586 h 1009"/>
                <a:gd name="T16" fmla="*/ 504 w 1008"/>
                <a:gd name="T17" fmla="*/ 592 h 1009"/>
                <a:gd name="T18" fmla="*/ 416 w 1008"/>
                <a:gd name="T19" fmla="*/ 504 h 1009"/>
                <a:gd name="T20" fmla="*/ 456 w 1008"/>
                <a:gd name="T21" fmla="*/ 431 h 1009"/>
                <a:gd name="T22" fmla="*/ 456 w 1008"/>
                <a:gd name="T23" fmla="*/ 179 h 1009"/>
                <a:gd name="T24" fmla="*/ 553 w 1008"/>
                <a:gd name="T25" fmla="*/ 179 h 1009"/>
                <a:gd name="T26" fmla="*/ 553 w 1008"/>
                <a:gd name="T27" fmla="*/ 431 h 1009"/>
                <a:gd name="T28" fmla="*/ 592 w 1008"/>
                <a:gd name="T29" fmla="*/ 504 h 1009"/>
                <a:gd name="T30" fmla="*/ 586 w 1008"/>
                <a:gd name="T31" fmla="*/ 536 h 1009"/>
                <a:gd name="T32" fmla="*/ 774 w 1008"/>
                <a:gd name="T33" fmla="*/ 719 h 1009"/>
                <a:gd name="T34" fmla="*/ 725 w 1008"/>
                <a:gd name="T35" fmla="*/ 769 h 1009"/>
                <a:gd name="T36" fmla="*/ 168 w 1008"/>
                <a:gd name="T37" fmla="*/ 471 h 1009"/>
                <a:gd name="T38" fmla="*/ 168 w 1008"/>
                <a:gd name="T39" fmla="*/ 471 h 1009"/>
                <a:gd name="T40" fmla="*/ 234 w 1008"/>
                <a:gd name="T41" fmla="*/ 471 h 1009"/>
                <a:gd name="T42" fmla="*/ 234 w 1008"/>
                <a:gd name="T43" fmla="*/ 538 h 1009"/>
                <a:gd name="T44" fmla="*/ 168 w 1008"/>
                <a:gd name="T45" fmla="*/ 538 h 1009"/>
                <a:gd name="T46" fmla="*/ 168 w 1008"/>
                <a:gd name="T47" fmla="*/ 471 h 1009"/>
                <a:gd name="T48" fmla="*/ 774 w 1008"/>
                <a:gd name="T49" fmla="*/ 471 h 1009"/>
                <a:gd name="T50" fmla="*/ 774 w 1008"/>
                <a:gd name="T51" fmla="*/ 471 h 1009"/>
                <a:gd name="T52" fmla="*/ 840 w 1008"/>
                <a:gd name="T53" fmla="*/ 471 h 1009"/>
                <a:gd name="T54" fmla="*/ 840 w 1008"/>
                <a:gd name="T55" fmla="*/ 538 h 1009"/>
                <a:gd name="T56" fmla="*/ 774 w 1008"/>
                <a:gd name="T57" fmla="*/ 538 h 1009"/>
                <a:gd name="T58" fmla="*/ 774 w 1008"/>
                <a:gd name="T59" fmla="*/ 471 h 1009"/>
                <a:gd name="T60" fmla="*/ 470 w 1008"/>
                <a:gd name="T61" fmla="*/ 840 h 1009"/>
                <a:gd name="T62" fmla="*/ 470 w 1008"/>
                <a:gd name="T63" fmla="*/ 840 h 1009"/>
                <a:gd name="T64" fmla="*/ 470 w 1008"/>
                <a:gd name="T65" fmla="*/ 775 h 1009"/>
                <a:gd name="T66" fmla="*/ 538 w 1008"/>
                <a:gd name="T67" fmla="*/ 775 h 1009"/>
                <a:gd name="T68" fmla="*/ 538 w 1008"/>
                <a:gd name="T69" fmla="*/ 840 h 1009"/>
                <a:gd name="T70" fmla="*/ 470 w 1008"/>
                <a:gd name="T71" fmla="*/ 840 h 1009"/>
                <a:gd name="T72" fmla="*/ 504 w 1008"/>
                <a:gd name="T73" fmla="*/ 912 h 1009"/>
                <a:gd name="T74" fmla="*/ 504 w 1008"/>
                <a:gd name="T75" fmla="*/ 912 h 1009"/>
                <a:gd name="T76" fmla="*/ 912 w 1008"/>
                <a:gd name="T77" fmla="*/ 504 h 1009"/>
                <a:gd name="T78" fmla="*/ 504 w 1008"/>
                <a:gd name="T79" fmla="*/ 97 h 1009"/>
                <a:gd name="T80" fmla="*/ 96 w 1008"/>
                <a:gd name="T81" fmla="*/ 504 h 1009"/>
                <a:gd name="T82" fmla="*/ 504 w 1008"/>
                <a:gd name="T83" fmla="*/ 912 h 1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08" h="1009">
                  <a:moveTo>
                    <a:pt x="504" y="1009"/>
                  </a:moveTo>
                  <a:cubicBezTo>
                    <a:pt x="226" y="1009"/>
                    <a:pt x="0" y="783"/>
                    <a:pt x="0" y="504"/>
                  </a:cubicBezTo>
                  <a:cubicBezTo>
                    <a:pt x="0" y="226"/>
                    <a:pt x="226" y="0"/>
                    <a:pt x="504" y="0"/>
                  </a:cubicBezTo>
                  <a:cubicBezTo>
                    <a:pt x="782" y="0"/>
                    <a:pt x="1008" y="226"/>
                    <a:pt x="1008" y="504"/>
                  </a:cubicBezTo>
                  <a:cubicBezTo>
                    <a:pt x="1008" y="783"/>
                    <a:pt x="782" y="1009"/>
                    <a:pt x="504" y="1009"/>
                  </a:cubicBezTo>
                  <a:close/>
                  <a:moveTo>
                    <a:pt x="725" y="769"/>
                  </a:moveTo>
                  <a:lnTo>
                    <a:pt x="725" y="769"/>
                  </a:lnTo>
                  <a:lnTo>
                    <a:pt x="538" y="586"/>
                  </a:lnTo>
                  <a:cubicBezTo>
                    <a:pt x="528" y="590"/>
                    <a:pt x="516" y="592"/>
                    <a:pt x="504" y="592"/>
                  </a:cubicBezTo>
                  <a:cubicBezTo>
                    <a:pt x="455" y="592"/>
                    <a:pt x="416" y="553"/>
                    <a:pt x="416" y="504"/>
                  </a:cubicBezTo>
                  <a:cubicBezTo>
                    <a:pt x="416" y="474"/>
                    <a:pt x="432" y="447"/>
                    <a:pt x="456" y="431"/>
                  </a:cubicBezTo>
                  <a:lnTo>
                    <a:pt x="456" y="179"/>
                  </a:lnTo>
                  <a:cubicBezTo>
                    <a:pt x="456" y="115"/>
                    <a:pt x="553" y="115"/>
                    <a:pt x="553" y="179"/>
                  </a:cubicBezTo>
                  <a:lnTo>
                    <a:pt x="553" y="431"/>
                  </a:lnTo>
                  <a:cubicBezTo>
                    <a:pt x="576" y="447"/>
                    <a:pt x="592" y="474"/>
                    <a:pt x="592" y="504"/>
                  </a:cubicBezTo>
                  <a:cubicBezTo>
                    <a:pt x="592" y="516"/>
                    <a:pt x="590" y="526"/>
                    <a:pt x="586" y="536"/>
                  </a:cubicBezTo>
                  <a:lnTo>
                    <a:pt x="774" y="719"/>
                  </a:lnTo>
                  <a:cubicBezTo>
                    <a:pt x="806" y="751"/>
                    <a:pt x="758" y="801"/>
                    <a:pt x="725" y="769"/>
                  </a:cubicBezTo>
                  <a:close/>
                  <a:moveTo>
                    <a:pt x="168" y="471"/>
                  </a:moveTo>
                  <a:lnTo>
                    <a:pt x="168" y="471"/>
                  </a:lnTo>
                  <a:lnTo>
                    <a:pt x="234" y="471"/>
                  </a:lnTo>
                  <a:cubicBezTo>
                    <a:pt x="278" y="471"/>
                    <a:pt x="278" y="538"/>
                    <a:pt x="234" y="538"/>
                  </a:cubicBezTo>
                  <a:lnTo>
                    <a:pt x="168" y="538"/>
                  </a:lnTo>
                  <a:cubicBezTo>
                    <a:pt x="123" y="538"/>
                    <a:pt x="123" y="471"/>
                    <a:pt x="168" y="471"/>
                  </a:cubicBezTo>
                  <a:close/>
                  <a:moveTo>
                    <a:pt x="774" y="471"/>
                  </a:moveTo>
                  <a:lnTo>
                    <a:pt x="774" y="471"/>
                  </a:lnTo>
                  <a:lnTo>
                    <a:pt x="840" y="471"/>
                  </a:lnTo>
                  <a:cubicBezTo>
                    <a:pt x="885" y="471"/>
                    <a:pt x="885" y="538"/>
                    <a:pt x="840" y="538"/>
                  </a:cubicBezTo>
                  <a:lnTo>
                    <a:pt x="774" y="538"/>
                  </a:lnTo>
                  <a:cubicBezTo>
                    <a:pt x="730" y="538"/>
                    <a:pt x="730" y="471"/>
                    <a:pt x="774" y="471"/>
                  </a:cubicBezTo>
                  <a:close/>
                  <a:moveTo>
                    <a:pt x="470" y="840"/>
                  </a:moveTo>
                  <a:lnTo>
                    <a:pt x="470" y="840"/>
                  </a:lnTo>
                  <a:lnTo>
                    <a:pt x="470" y="775"/>
                  </a:lnTo>
                  <a:cubicBezTo>
                    <a:pt x="470" y="730"/>
                    <a:pt x="538" y="730"/>
                    <a:pt x="538" y="775"/>
                  </a:cubicBezTo>
                  <a:lnTo>
                    <a:pt x="538" y="840"/>
                  </a:lnTo>
                  <a:cubicBezTo>
                    <a:pt x="538" y="885"/>
                    <a:pt x="470" y="885"/>
                    <a:pt x="470" y="840"/>
                  </a:cubicBezTo>
                  <a:close/>
                  <a:moveTo>
                    <a:pt x="504" y="912"/>
                  </a:moveTo>
                  <a:lnTo>
                    <a:pt x="504" y="912"/>
                  </a:lnTo>
                  <a:cubicBezTo>
                    <a:pt x="729" y="912"/>
                    <a:pt x="912" y="730"/>
                    <a:pt x="912" y="504"/>
                  </a:cubicBezTo>
                  <a:cubicBezTo>
                    <a:pt x="912" y="279"/>
                    <a:pt x="729" y="97"/>
                    <a:pt x="504" y="97"/>
                  </a:cubicBezTo>
                  <a:cubicBezTo>
                    <a:pt x="279" y="97"/>
                    <a:pt x="96" y="279"/>
                    <a:pt x="96" y="504"/>
                  </a:cubicBezTo>
                  <a:cubicBezTo>
                    <a:pt x="96" y="730"/>
                    <a:pt x="279" y="912"/>
                    <a:pt x="504" y="9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TextBox 76"/>
            <p:cNvSpPr txBox="1"/>
            <p:nvPr>
              <p:custDataLst>
                <p:tags r:id="rId15"/>
              </p:custDataLst>
            </p:nvPr>
          </p:nvSpPr>
          <p:spPr>
            <a:xfrm>
              <a:off x="13077" y="5217"/>
              <a:ext cx="466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path.join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([...paths])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6"/>
              </p:custDataLst>
            </p:nvPr>
          </p:nvSpPr>
          <p:spPr>
            <a:xfrm>
              <a:off x="13537" y="5779"/>
              <a:ext cx="5314" cy="1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用于将所有给定的 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path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片段连接到一起，然后规范化生成的路径。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358900" y="1883410"/>
            <a:ext cx="4557395" cy="1555750"/>
            <a:chOff x="2140" y="2966"/>
            <a:chExt cx="7177" cy="2450"/>
          </a:xfrm>
        </p:grpSpPr>
        <p:sp>
          <p:nvSpPr>
            <p:cNvPr id="30" name="Freeform 8"/>
            <p:cNvSpPr/>
            <p:nvPr>
              <p:custDataLst>
                <p:tags r:id="rId17"/>
              </p:custDataLst>
            </p:nvPr>
          </p:nvSpPr>
          <p:spPr bwMode="auto">
            <a:xfrm>
              <a:off x="7459" y="3266"/>
              <a:ext cx="1859" cy="2150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 14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8121" y="3848"/>
              <a:ext cx="595" cy="812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TextBox 76"/>
            <p:cNvSpPr txBox="1"/>
            <p:nvPr>
              <p:custDataLst>
                <p:tags r:id="rId19"/>
              </p:custDataLst>
            </p:nvPr>
          </p:nvSpPr>
          <p:spPr>
            <a:xfrm>
              <a:off x="2140" y="2966"/>
              <a:ext cx="4611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path.dirname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(path)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20"/>
              </p:custDataLst>
            </p:nvPr>
          </p:nvSpPr>
          <p:spPr>
            <a:xfrm>
              <a:off x="2598" y="3608"/>
              <a:ext cx="4736" cy="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用于获取文件目录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28675" y="4197985"/>
            <a:ext cx="5087620" cy="2261870"/>
            <a:chOff x="1305" y="6611"/>
            <a:chExt cx="8012" cy="3562"/>
          </a:xfrm>
        </p:grpSpPr>
        <p:sp>
          <p:nvSpPr>
            <p:cNvPr id="32" name="Freeform 10"/>
            <p:cNvSpPr/>
            <p:nvPr>
              <p:custDataLst>
                <p:tags r:id="rId21"/>
              </p:custDataLst>
            </p:nvPr>
          </p:nvSpPr>
          <p:spPr bwMode="auto">
            <a:xfrm>
              <a:off x="7459" y="6611"/>
              <a:ext cx="1859" cy="2150"/>
            </a:xfrm>
            <a:custGeom>
              <a:avLst/>
              <a:gdLst>
                <a:gd name="T0" fmla="*/ 1130 w 2260"/>
                <a:gd name="T1" fmla="*/ 0 h 2609"/>
                <a:gd name="T2" fmla="*/ 1695 w 2260"/>
                <a:gd name="T3" fmla="*/ 326 h 2609"/>
                <a:gd name="T4" fmla="*/ 2260 w 2260"/>
                <a:gd name="T5" fmla="*/ 652 h 2609"/>
                <a:gd name="T6" fmla="*/ 2260 w 2260"/>
                <a:gd name="T7" fmla="*/ 1305 h 2609"/>
                <a:gd name="T8" fmla="*/ 2260 w 2260"/>
                <a:gd name="T9" fmla="*/ 1957 h 2609"/>
                <a:gd name="T10" fmla="*/ 1695 w 2260"/>
                <a:gd name="T11" fmla="*/ 2283 h 2609"/>
                <a:gd name="T12" fmla="*/ 1130 w 2260"/>
                <a:gd name="T13" fmla="*/ 2609 h 2609"/>
                <a:gd name="T14" fmla="*/ 565 w 2260"/>
                <a:gd name="T15" fmla="*/ 2283 h 2609"/>
                <a:gd name="T16" fmla="*/ 0 w 2260"/>
                <a:gd name="T17" fmla="*/ 1957 h 2609"/>
                <a:gd name="T18" fmla="*/ 0 w 2260"/>
                <a:gd name="T19" fmla="*/ 1305 h 2609"/>
                <a:gd name="T20" fmla="*/ 0 w 2260"/>
                <a:gd name="T21" fmla="*/ 652 h 2609"/>
                <a:gd name="T22" fmla="*/ 565 w 2260"/>
                <a:gd name="T23" fmla="*/ 326 h 2609"/>
                <a:gd name="T24" fmla="*/ 1130 w 2260"/>
                <a:gd name="T25" fmla="*/ 0 h 2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09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09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 665"/>
            <p:cNvSpPr/>
            <p:nvPr>
              <p:custDataLst>
                <p:tags r:id="rId22"/>
              </p:custDataLst>
            </p:nvPr>
          </p:nvSpPr>
          <p:spPr bwMode="auto">
            <a:xfrm>
              <a:off x="7945" y="7249"/>
              <a:ext cx="773" cy="597"/>
            </a:xfrm>
            <a:custGeom>
              <a:avLst/>
              <a:gdLst>
                <a:gd name="T0" fmla="*/ 179 w 193"/>
                <a:gd name="T1" fmla="*/ 54 h 149"/>
                <a:gd name="T2" fmla="*/ 193 w 193"/>
                <a:gd name="T3" fmla="*/ 0 h 149"/>
                <a:gd name="T4" fmla="*/ 138 w 193"/>
                <a:gd name="T5" fmla="*/ 13 h 149"/>
                <a:gd name="T6" fmla="*/ 152 w 193"/>
                <a:gd name="T7" fmla="*/ 27 h 149"/>
                <a:gd name="T8" fmla="*/ 99 w 193"/>
                <a:gd name="T9" fmla="*/ 79 h 149"/>
                <a:gd name="T10" fmla="*/ 77 w 193"/>
                <a:gd name="T11" fmla="*/ 57 h 149"/>
                <a:gd name="T12" fmla="*/ 0 w 193"/>
                <a:gd name="T13" fmla="*/ 134 h 149"/>
                <a:gd name="T14" fmla="*/ 15 w 193"/>
                <a:gd name="T15" fmla="*/ 149 h 149"/>
                <a:gd name="T16" fmla="*/ 15 w 193"/>
                <a:gd name="T17" fmla="*/ 149 h 149"/>
                <a:gd name="T18" fmla="*/ 77 w 193"/>
                <a:gd name="T19" fmla="*/ 87 h 149"/>
                <a:gd name="T20" fmla="*/ 99 w 193"/>
                <a:gd name="T21" fmla="*/ 108 h 149"/>
                <a:gd name="T22" fmla="*/ 167 w 193"/>
                <a:gd name="T23" fmla="*/ 41 h 149"/>
                <a:gd name="T24" fmla="*/ 179 w 193"/>
                <a:gd name="T25" fmla="*/ 5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3" h="149">
                  <a:moveTo>
                    <a:pt x="179" y="54"/>
                  </a:moveTo>
                  <a:lnTo>
                    <a:pt x="193" y="0"/>
                  </a:lnTo>
                  <a:lnTo>
                    <a:pt x="138" y="13"/>
                  </a:lnTo>
                  <a:lnTo>
                    <a:pt x="152" y="27"/>
                  </a:lnTo>
                  <a:lnTo>
                    <a:pt x="99" y="79"/>
                  </a:lnTo>
                  <a:lnTo>
                    <a:pt x="77" y="57"/>
                  </a:lnTo>
                  <a:lnTo>
                    <a:pt x="0" y="134"/>
                  </a:lnTo>
                  <a:lnTo>
                    <a:pt x="15" y="149"/>
                  </a:lnTo>
                  <a:lnTo>
                    <a:pt x="15" y="149"/>
                  </a:lnTo>
                  <a:lnTo>
                    <a:pt x="77" y="87"/>
                  </a:lnTo>
                  <a:lnTo>
                    <a:pt x="99" y="108"/>
                  </a:lnTo>
                  <a:lnTo>
                    <a:pt x="167" y="41"/>
                  </a:lnTo>
                  <a:lnTo>
                    <a:pt x="179" y="5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Rectangle 666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8013" y="7890"/>
              <a:ext cx="112" cy="2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Rectangle 667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8197" y="7790"/>
              <a:ext cx="112" cy="3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Rectangle 668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8386" y="7690"/>
              <a:ext cx="112" cy="4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Rectangle 669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8570" y="7589"/>
              <a:ext cx="112" cy="505"/>
            </a:xfrm>
            <a:prstGeom prst="rect">
              <a:avLst/>
            </a:pr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TextBox 76"/>
            <p:cNvSpPr txBox="1"/>
            <p:nvPr>
              <p:custDataLst>
                <p:tags r:id="rId27"/>
              </p:custDataLst>
            </p:nvPr>
          </p:nvSpPr>
          <p:spPr>
            <a:xfrm>
              <a:off x="1305" y="7687"/>
              <a:ext cx="5396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path.resolve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([from ...], to)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文本框 62"/>
            <p:cNvSpPr txBox="1"/>
            <p:nvPr>
              <p:custDataLst>
                <p:tags r:id="rId28"/>
              </p:custDataLst>
            </p:nvPr>
          </p:nvSpPr>
          <p:spPr>
            <a:xfrm>
              <a:off x="2013" y="8269"/>
              <a:ext cx="5652" cy="1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用于将 </a:t>
              </a:r>
              <a:r>
                <a:rPr lang="en-US" altLang="zh-CN"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to </a:t>
              </a:r>
              <a:r>
                <a:rPr lang="zh-CN" altLang="en-US"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参数解析为绝对路径，给定的路径序列会从右到左进行处理，后面的每个</a:t>
              </a:r>
              <a:r>
                <a:rPr lang="en-US" altLang="zh-CN"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path </a:t>
              </a:r>
              <a:r>
                <a:rPr lang="zh-CN" altLang="en-US" sz="1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会被追加到前面，直到构造出绝对路径。</a:t>
              </a:r>
              <a:endParaRPr lang="zh-CN" altLang="en-US" sz="1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13715" y="3139440"/>
            <a:ext cx="4790440" cy="1363980"/>
            <a:chOff x="809" y="4944"/>
            <a:chExt cx="7544" cy="2148"/>
          </a:xfrm>
        </p:grpSpPr>
        <p:sp>
          <p:nvSpPr>
            <p:cNvPr id="29" name="Freeform 7"/>
            <p:cNvSpPr/>
            <p:nvPr>
              <p:custDataLst>
                <p:tags r:id="rId29"/>
              </p:custDataLst>
            </p:nvPr>
          </p:nvSpPr>
          <p:spPr bwMode="auto">
            <a:xfrm>
              <a:off x="6495" y="4944"/>
              <a:ext cx="1859" cy="2148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 13"/>
            <p:cNvSpPr>
              <a:spLocks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7045" y="5612"/>
              <a:ext cx="829" cy="818"/>
            </a:xfrm>
            <a:custGeom>
              <a:avLst/>
              <a:gdLst>
                <a:gd name="T0" fmla="*/ 909 w 1006"/>
                <a:gd name="T1" fmla="*/ 858 h 995"/>
                <a:gd name="T2" fmla="*/ 805 w 1006"/>
                <a:gd name="T3" fmla="*/ 858 h 995"/>
                <a:gd name="T4" fmla="*/ 969 w 1006"/>
                <a:gd name="T5" fmla="*/ 97 h 995"/>
                <a:gd name="T6" fmla="*/ 834 w 1006"/>
                <a:gd name="T7" fmla="*/ 0 h 995"/>
                <a:gd name="T8" fmla="*/ 472 w 1006"/>
                <a:gd name="T9" fmla="*/ 323 h 995"/>
                <a:gd name="T10" fmla="*/ 421 w 1006"/>
                <a:gd name="T11" fmla="*/ 397 h 995"/>
                <a:gd name="T12" fmla="*/ 376 w 1006"/>
                <a:gd name="T13" fmla="*/ 419 h 995"/>
                <a:gd name="T14" fmla="*/ 381 w 1006"/>
                <a:gd name="T15" fmla="*/ 556 h 995"/>
                <a:gd name="T16" fmla="*/ 89 w 1006"/>
                <a:gd name="T17" fmla="*/ 810 h 995"/>
                <a:gd name="T18" fmla="*/ 57 w 1006"/>
                <a:gd name="T19" fmla="*/ 995 h 995"/>
                <a:gd name="T20" fmla="*/ 208 w 1006"/>
                <a:gd name="T21" fmla="*/ 844 h 995"/>
                <a:gd name="T22" fmla="*/ 445 w 1006"/>
                <a:gd name="T23" fmla="*/ 621 h 995"/>
                <a:gd name="T24" fmla="*/ 578 w 1006"/>
                <a:gd name="T25" fmla="*/ 621 h 995"/>
                <a:gd name="T26" fmla="*/ 616 w 1006"/>
                <a:gd name="T27" fmla="*/ 537 h 995"/>
                <a:gd name="T28" fmla="*/ 674 w 1006"/>
                <a:gd name="T29" fmla="*/ 525 h 995"/>
                <a:gd name="T30" fmla="*/ 969 w 1006"/>
                <a:gd name="T31" fmla="*/ 97 h 995"/>
                <a:gd name="T32" fmla="*/ 392 w 1006"/>
                <a:gd name="T33" fmla="*/ 325 h 995"/>
                <a:gd name="T34" fmla="*/ 404 w 1006"/>
                <a:gd name="T35" fmla="*/ 312 h 995"/>
                <a:gd name="T36" fmla="*/ 436 w 1006"/>
                <a:gd name="T37" fmla="*/ 281 h 995"/>
                <a:gd name="T38" fmla="*/ 215 w 1006"/>
                <a:gd name="T39" fmla="*/ 1 h 995"/>
                <a:gd name="T40" fmla="*/ 280 w 1006"/>
                <a:gd name="T41" fmla="*/ 160 h 995"/>
                <a:gd name="T42" fmla="*/ 21 w 1006"/>
                <a:gd name="T43" fmla="*/ 195 h 995"/>
                <a:gd name="T44" fmla="*/ 232 w 1006"/>
                <a:gd name="T45" fmla="*/ 447 h 995"/>
                <a:gd name="T46" fmla="*/ 303 w 1006"/>
                <a:gd name="T47" fmla="*/ 433 h 995"/>
                <a:gd name="T48" fmla="*/ 363 w 1006"/>
                <a:gd name="T49" fmla="*/ 354 h 995"/>
                <a:gd name="T50" fmla="*/ 672 w 1006"/>
                <a:gd name="T51" fmla="*/ 606 h 995"/>
                <a:gd name="T52" fmla="*/ 617 w 1006"/>
                <a:gd name="T53" fmla="*/ 660 h 995"/>
                <a:gd name="T54" fmla="*/ 741 w 1006"/>
                <a:gd name="T55" fmla="*/ 871 h 995"/>
                <a:gd name="T56" fmla="*/ 869 w 1006"/>
                <a:gd name="T57" fmla="*/ 995 h 995"/>
                <a:gd name="T58" fmla="*/ 980 w 1006"/>
                <a:gd name="T59" fmla="*/ 825 h 995"/>
                <a:gd name="T60" fmla="*/ 702 w 1006"/>
                <a:gd name="T61" fmla="*/ 576 h 995"/>
                <a:gd name="T62" fmla="*/ 658 w 1006"/>
                <a:gd name="T63" fmla="*/ 579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06" h="995">
                  <a:moveTo>
                    <a:pt x="857" y="806"/>
                  </a:moveTo>
                  <a:cubicBezTo>
                    <a:pt x="886" y="806"/>
                    <a:pt x="909" y="829"/>
                    <a:pt x="909" y="858"/>
                  </a:cubicBezTo>
                  <a:cubicBezTo>
                    <a:pt x="909" y="887"/>
                    <a:pt x="886" y="910"/>
                    <a:pt x="857" y="910"/>
                  </a:cubicBezTo>
                  <a:cubicBezTo>
                    <a:pt x="828" y="910"/>
                    <a:pt x="805" y="887"/>
                    <a:pt x="805" y="858"/>
                  </a:cubicBezTo>
                  <a:cubicBezTo>
                    <a:pt x="805" y="829"/>
                    <a:pt x="828" y="806"/>
                    <a:pt x="857" y="806"/>
                  </a:cubicBezTo>
                  <a:close/>
                  <a:moveTo>
                    <a:pt x="969" y="97"/>
                  </a:moveTo>
                  <a:lnTo>
                    <a:pt x="900" y="28"/>
                  </a:lnTo>
                  <a:cubicBezTo>
                    <a:pt x="882" y="9"/>
                    <a:pt x="858" y="0"/>
                    <a:pt x="834" y="0"/>
                  </a:cubicBezTo>
                  <a:cubicBezTo>
                    <a:pt x="810" y="0"/>
                    <a:pt x="786" y="9"/>
                    <a:pt x="767" y="28"/>
                  </a:cubicBezTo>
                  <a:lnTo>
                    <a:pt x="472" y="323"/>
                  </a:lnTo>
                  <a:cubicBezTo>
                    <a:pt x="481" y="340"/>
                    <a:pt x="475" y="367"/>
                    <a:pt x="460" y="381"/>
                  </a:cubicBezTo>
                  <a:cubicBezTo>
                    <a:pt x="451" y="391"/>
                    <a:pt x="435" y="397"/>
                    <a:pt x="421" y="397"/>
                  </a:cubicBezTo>
                  <a:cubicBezTo>
                    <a:pt x="414" y="397"/>
                    <a:pt x="408" y="396"/>
                    <a:pt x="402" y="393"/>
                  </a:cubicBezTo>
                  <a:lnTo>
                    <a:pt x="376" y="419"/>
                  </a:lnTo>
                  <a:cubicBezTo>
                    <a:pt x="340" y="455"/>
                    <a:pt x="340" y="515"/>
                    <a:pt x="376" y="552"/>
                  </a:cubicBezTo>
                  <a:lnTo>
                    <a:pt x="381" y="556"/>
                  </a:lnTo>
                  <a:lnTo>
                    <a:pt x="151" y="787"/>
                  </a:lnTo>
                  <a:lnTo>
                    <a:pt x="89" y="810"/>
                  </a:lnTo>
                  <a:lnTo>
                    <a:pt x="0" y="938"/>
                  </a:lnTo>
                  <a:lnTo>
                    <a:pt x="57" y="995"/>
                  </a:lnTo>
                  <a:lnTo>
                    <a:pt x="185" y="906"/>
                  </a:lnTo>
                  <a:lnTo>
                    <a:pt x="208" y="844"/>
                  </a:lnTo>
                  <a:lnTo>
                    <a:pt x="439" y="614"/>
                  </a:lnTo>
                  <a:lnTo>
                    <a:pt x="445" y="621"/>
                  </a:lnTo>
                  <a:cubicBezTo>
                    <a:pt x="464" y="639"/>
                    <a:pt x="488" y="648"/>
                    <a:pt x="512" y="648"/>
                  </a:cubicBezTo>
                  <a:cubicBezTo>
                    <a:pt x="536" y="648"/>
                    <a:pt x="560" y="639"/>
                    <a:pt x="578" y="621"/>
                  </a:cubicBezTo>
                  <a:lnTo>
                    <a:pt x="604" y="595"/>
                  </a:lnTo>
                  <a:cubicBezTo>
                    <a:pt x="596" y="577"/>
                    <a:pt x="602" y="551"/>
                    <a:pt x="616" y="537"/>
                  </a:cubicBezTo>
                  <a:cubicBezTo>
                    <a:pt x="626" y="527"/>
                    <a:pt x="642" y="521"/>
                    <a:pt x="656" y="521"/>
                  </a:cubicBezTo>
                  <a:cubicBezTo>
                    <a:pt x="662" y="521"/>
                    <a:pt x="669" y="522"/>
                    <a:pt x="674" y="525"/>
                  </a:cubicBezTo>
                  <a:lnTo>
                    <a:pt x="969" y="230"/>
                  </a:lnTo>
                  <a:cubicBezTo>
                    <a:pt x="1006" y="193"/>
                    <a:pt x="1006" y="133"/>
                    <a:pt x="969" y="97"/>
                  </a:cubicBezTo>
                  <a:close/>
                  <a:moveTo>
                    <a:pt x="363" y="354"/>
                  </a:moveTo>
                  <a:lnTo>
                    <a:pt x="392" y="325"/>
                  </a:lnTo>
                  <a:lnTo>
                    <a:pt x="418" y="338"/>
                  </a:lnTo>
                  <a:lnTo>
                    <a:pt x="404" y="312"/>
                  </a:lnTo>
                  <a:lnTo>
                    <a:pt x="433" y="284"/>
                  </a:lnTo>
                  <a:lnTo>
                    <a:pt x="436" y="281"/>
                  </a:lnTo>
                  <a:cubicBezTo>
                    <a:pt x="442" y="264"/>
                    <a:pt x="446" y="248"/>
                    <a:pt x="446" y="233"/>
                  </a:cubicBezTo>
                  <a:cubicBezTo>
                    <a:pt x="446" y="115"/>
                    <a:pt x="333" y="0"/>
                    <a:pt x="215" y="1"/>
                  </a:cubicBezTo>
                  <a:cubicBezTo>
                    <a:pt x="214" y="1"/>
                    <a:pt x="201" y="15"/>
                    <a:pt x="193" y="22"/>
                  </a:cubicBezTo>
                  <a:cubicBezTo>
                    <a:pt x="288" y="117"/>
                    <a:pt x="280" y="102"/>
                    <a:pt x="280" y="160"/>
                  </a:cubicBezTo>
                  <a:cubicBezTo>
                    <a:pt x="280" y="207"/>
                    <a:pt x="205" y="282"/>
                    <a:pt x="159" y="282"/>
                  </a:cubicBezTo>
                  <a:cubicBezTo>
                    <a:pt x="99" y="282"/>
                    <a:pt x="118" y="291"/>
                    <a:pt x="21" y="195"/>
                  </a:cubicBezTo>
                  <a:cubicBezTo>
                    <a:pt x="14" y="202"/>
                    <a:pt x="0" y="215"/>
                    <a:pt x="0" y="216"/>
                  </a:cubicBezTo>
                  <a:cubicBezTo>
                    <a:pt x="2" y="334"/>
                    <a:pt x="113" y="447"/>
                    <a:pt x="232" y="447"/>
                  </a:cubicBezTo>
                  <a:cubicBezTo>
                    <a:pt x="253" y="447"/>
                    <a:pt x="276" y="440"/>
                    <a:pt x="299" y="429"/>
                  </a:cubicBezTo>
                  <a:lnTo>
                    <a:pt x="303" y="433"/>
                  </a:lnTo>
                  <a:cubicBezTo>
                    <a:pt x="310" y="414"/>
                    <a:pt x="322" y="395"/>
                    <a:pt x="337" y="380"/>
                  </a:cubicBezTo>
                  <a:lnTo>
                    <a:pt x="363" y="354"/>
                  </a:lnTo>
                  <a:close/>
                  <a:moveTo>
                    <a:pt x="658" y="579"/>
                  </a:moveTo>
                  <a:lnTo>
                    <a:pt x="672" y="606"/>
                  </a:lnTo>
                  <a:lnTo>
                    <a:pt x="644" y="634"/>
                  </a:lnTo>
                  <a:lnTo>
                    <a:pt x="617" y="660"/>
                  </a:lnTo>
                  <a:cubicBezTo>
                    <a:pt x="602" y="675"/>
                    <a:pt x="584" y="687"/>
                    <a:pt x="564" y="694"/>
                  </a:cubicBezTo>
                  <a:lnTo>
                    <a:pt x="741" y="871"/>
                  </a:lnTo>
                  <a:lnTo>
                    <a:pt x="824" y="983"/>
                  </a:lnTo>
                  <a:lnTo>
                    <a:pt x="869" y="995"/>
                  </a:lnTo>
                  <a:lnTo>
                    <a:pt x="992" y="871"/>
                  </a:lnTo>
                  <a:lnTo>
                    <a:pt x="980" y="825"/>
                  </a:lnTo>
                  <a:lnTo>
                    <a:pt x="869" y="743"/>
                  </a:lnTo>
                  <a:lnTo>
                    <a:pt x="702" y="576"/>
                  </a:lnTo>
                  <a:lnTo>
                    <a:pt x="685" y="592"/>
                  </a:lnTo>
                  <a:lnTo>
                    <a:pt x="658" y="57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TextBox 76"/>
            <p:cNvSpPr txBox="1"/>
            <p:nvPr>
              <p:custDataLst>
                <p:tags r:id="rId31"/>
              </p:custDataLst>
            </p:nvPr>
          </p:nvSpPr>
          <p:spPr>
            <a:xfrm>
              <a:off x="809" y="5217"/>
              <a:ext cx="473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path.normalize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(path)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>
              <p:custDataLst>
                <p:tags r:id="rId32"/>
              </p:custDataLst>
            </p:nvPr>
          </p:nvSpPr>
          <p:spPr>
            <a:xfrm>
              <a:off x="1305" y="5954"/>
              <a:ext cx="4752" cy="1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用于规范化给定的 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path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，处理冗余的“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..”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、“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.”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、“</a:t>
              </a:r>
              <a:r>
                <a:rPr lang="en-US" altLang="zh-CN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/”</a:t>
              </a:r>
              <a:r>
                <a:rPr lang="zh-CN" altLang="en-US" sz="15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字符。</a:t>
              </a:r>
              <a:endParaRPr lang="zh-CN" altLang="en-US" sz="15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67" name="文本框 66"/>
          <p:cNvSpPr txBox="1"/>
          <p:nvPr/>
        </p:nvSpPr>
        <p:spPr>
          <a:xfrm>
            <a:off x="828652" y="200499"/>
            <a:ext cx="18205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path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Isosceles Triangle 2_1"/>
          <p:cNvSpPr/>
          <p:nvPr>
            <p:custDataLst>
              <p:tags r:id="rId33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34"/>
            </p:custDataLst>
          </p:nvPr>
        </p:nvSpPr>
        <p:spPr>
          <a:xfrm>
            <a:off x="1297305" y="1073785"/>
            <a:ext cx="30149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path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模块的主要方法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3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205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path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674110" y="1809750"/>
            <a:ext cx="7949565" cy="3981450"/>
            <a:chOff x="5786" y="2850"/>
            <a:chExt cx="13132" cy="7218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5941" y="2850"/>
              <a:ext cx="12933" cy="6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  <a:defRPr/>
              </a:pPr>
              <a:endParaRPr lang="en-US" altLang="zh-CN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altLang="zh-CN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var path = require("path");</a:t>
              </a:r>
              <a:endPara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altLang="zh-CN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var myPath1 = </a:t>
              </a:r>
              <a:r>
                <a:rPr lang="en-US" altLang="zh-CN" dirty="0" err="1">
                  <a:solidFill>
                    <a:srgbClr val="FF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path.normalize</a:t>
              </a:r>
              <a:r>
                <a:rPr lang="en-US" altLang="zh-CN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('                  '); </a:t>
              </a:r>
              <a:endPara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altLang="zh-CN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var myPath2 = </a:t>
              </a:r>
              <a:r>
                <a:rPr lang="en-US" altLang="zh-CN" dirty="0" err="1">
                  <a:solidFill>
                    <a:srgbClr val="FF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path.normalize</a:t>
              </a:r>
              <a:r>
                <a:rPr lang="en-US" altLang="zh-CN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('                      ‘); </a:t>
              </a:r>
              <a:endPara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altLang="zh-CN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var myPath3 = </a:t>
              </a:r>
              <a:r>
                <a:rPr lang="en-US" altLang="zh-CN" dirty="0" err="1">
                  <a:solidFill>
                    <a:srgbClr val="FF0000"/>
                  </a:solidFill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path.normalize</a:t>
              </a:r>
              <a:r>
                <a:rPr lang="en-US" altLang="zh-CN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(‘');</a:t>
              </a:r>
              <a:endPara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  <a:defRPr/>
              </a:pPr>
              <a:endParaRPr lang="en-US" altLang="zh-CN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altLang="zh-CN" dirty="0">
                  <a:latin typeface="Courier New" panose="02070309020205020404" pitchFamily="49" charset="0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console.log(myPath1); console.log(myPath2); console.log(myPath3);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5786" y="2850"/>
              <a:ext cx="13132" cy="7218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5435" y="2159635"/>
            <a:ext cx="10756900" cy="1616710"/>
            <a:chOff x="481" y="3401"/>
            <a:chExt cx="16940" cy="2546"/>
          </a:xfrm>
        </p:grpSpPr>
        <p:sp>
          <p:nvSpPr>
            <p:cNvPr id="5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81" y="3401"/>
              <a:ext cx="4560" cy="25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用于规范化给定的 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path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，</a:t>
              </a: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处理冗余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的“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..”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、“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.”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、“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/”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字符。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如果 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path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是零长度的字符串，则返回 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'</a:t>
              </a:r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.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'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，表示当前工作目录。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5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641" y="5178"/>
              <a:ext cx="1178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直接连接符 76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119" y="5178"/>
              <a:ext cx="53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连接符 90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>
              <a:off x="5107" y="4833"/>
              <a:ext cx="0" cy="71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280670" y="3748405"/>
            <a:ext cx="11197590" cy="1741805"/>
            <a:chOff x="442" y="5903"/>
            <a:chExt cx="17634" cy="2743"/>
          </a:xfrm>
        </p:grpSpPr>
        <p:sp>
          <p:nvSpPr>
            <p:cNvPr id="32" name="矩形 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 flipH="1">
              <a:off x="442" y="6313"/>
              <a:ext cx="4560" cy="233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6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path.normalize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('C:\\temp\\\\foo\\bar\\..\\’);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规范化时省略了冗余的“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..”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、“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.”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、“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/”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字符，</a:t>
              </a: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将</a:t>
              </a:r>
              <a:r>
                <a:rPr lang="zh-CN" altLang="en-US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“</a:t>
              </a:r>
              <a:r>
                <a:rPr lang="en-US" altLang="zh-CN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/”</a:t>
              </a:r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替换成了</a:t>
              </a:r>
              <a:r>
                <a:rPr lang="zh-CN" altLang="en-US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“</a:t>
              </a:r>
              <a:r>
                <a:rPr lang="en-US" altLang="zh-CN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\”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。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38" name="直接连接符 5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 flipV="1">
              <a:off x="5410" y="5903"/>
              <a:ext cx="12666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9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>
              <a:off x="5505" y="5934"/>
              <a:ext cx="21" cy="153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直接连接符 76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5068" y="7333"/>
              <a:ext cx="53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90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V="1">
              <a:off x="5068" y="6976"/>
              <a:ext cx="0" cy="7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组合 9"/>
          <p:cNvGrpSpPr/>
          <p:nvPr/>
        </p:nvGrpSpPr>
        <p:grpSpPr>
          <a:xfrm>
            <a:off x="549275" y="1069340"/>
            <a:ext cx="9766300" cy="614045"/>
            <a:chOff x="865" y="1684"/>
            <a:chExt cx="15380" cy="967"/>
          </a:xfrm>
        </p:grpSpPr>
        <p:sp>
          <p:nvSpPr>
            <p:cNvPr id="97" name="文本框 96"/>
            <p:cNvSpPr txBox="1"/>
            <p:nvPr>
              <p:custDataLst>
                <p:tags r:id="rId14"/>
              </p:custDataLst>
            </p:nvPr>
          </p:nvSpPr>
          <p:spPr>
            <a:xfrm>
              <a:off x="5081" y="1866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path.normalize 方法编程应用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65" y="1684"/>
              <a:ext cx="3728" cy="967"/>
              <a:chOff x="865" y="1684"/>
              <a:chExt cx="3728" cy="967"/>
            </a:xfrm>
          </p:grpSpPr>
          <p:sp>
            <p:nvSpPr>
              <p:cNvPr id="28" name="矩形 1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975" y="1997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0" name="TextBox 27"/>
              <p:cNvSpPr txBox="1">
                <a:spLocks noChangeArrowheads="1"/>
              </p:cNvSpPr>
              <p:nvPr/>
            </p:nvSpPr>
            <p:spPr bwMode="auto">
              <a:xfrm>
                <a:off x="2141" y="2009"/>
                <a:ext cx="10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示例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iconfont-1187-868615"/>
              <p:cNvSpPr/>
              <p:nvPr>
                <p:custDataLst>
                  <p:tags r:id="rId16"/>
                </p:custDataLst>
              </p:nvPr>
            </p:nvSpPr>
            <p:spPr>
              <a:xfrm>
                <a:off x="865" y="1684"/>
                <a:ext cx="958" cy="960"/>
              </a:xfrm>
              <a:custGeom>
                <a:avLst/>
                <a:gdLst>
                  <a:gd name="T0" fmla="*/ 12123 w 12728"/>
                  <a:gd name="T1" fmla="*/ 2794 h 12755"/>
                  <a:gd name="T2" fmla="*/ 11574 w 12728"/>
                  <a:gd name="T3" fmla="*/ 3342 h 12755"/>
                  <a:gd name="T4" fmla="*/ 9386 w 12728"/>
                  <a:gd name="T5" fmla="*/ 1151 h 12755"/>
                  <a:gd name="T6" fmla="*/ 9932 w 12728"/>
                  <a:gd name="T7" fmla="*/ 605 h 12755"/>
                  <a:gd name="T8" fmla="*/ 12123 w 12728"/>
                  <a:gd name="T9" fmla="*/ 605 h 12755"/>
                  <a:gd name="T10" fmla="*/ 12123 w 12728"/>
                  <a:gd name="T11" fmla="*/ 2794 h 12755"/>
                  <a:gd name="T12" fmla="*/ 10479 w 12728"/>
                  <a:gd name="T13" fmla="*/ 4436 h 12755"/>
                  <a:gd name="T14" fmla="*/ 7742 w 12728"/>
                  <a:gd name="T15" fmla="*/ 7169 h 12755"/>
                  <a:gd name="T16" fmla="*/ 3926 w 12728"/>
                  <a:gd name="T17" fmla="*/ 8827 h 12755"/>
                  <a:gd name="T18" fmla="*/ 5551 w 12728"/>
                  <a:gd name="T19" fmla="*/ 4980 h 12755"/>
                  <a:gd name="T20" fmla="*/ 8290 w 12728"/>
                  <a:gd name="T21" fmla="*/ 2245 h 12755"/>
                  <a:gd name="T22" fmla="*/ 10479 w 12728"/>
                  <a:gd name="T23" fmla="*/ 4436 h 12755"/>
                  <a:gd name="T24" fmla="*/ 4711 w 12728"/>
                  <a:gd name="T25" fmla="*/ 1735 h 12755"/>
                  <a:gd name="T26" fmla="*/ 2356 w 12728"/>
                  <a:gd name="T27" fmla="*/ 1735 h 12755"/>
                  <a:gd name="T28" fmla="*/ 1570 w 12728"/>
                  <a:gd name="T29" fmla="*/ 2522 h 12755"/>
                  <a:gd name="T30" fmla="*/ 1570 w 12728"/>
                  <a:gd name="T31" fmla="*/ 10392 h 12755"/>
                  <a:gd name="T32" fmla="*/ 2356 w 12728"/>
                  <a:gd name="T33" fmla="*/ 11179 h 12755"/>
                  <a:gd name="T34" fmla="*/ 10210 w 12728"/>
                  <a:gd name="T35" fmla="*/ 11179 h 12755"/>
                  <a:gd name="T36" fmla="*/ 10995 w 12728"/>
                  <a:gd name="T37" fmla="*/ 10392 h 12755"/>
                  <a:gd name="T38" fmla="*/ 10995 w 12728"/>
                  <a:gd name="T39" fmla="*/ 7245 h 12755"/>
                  <a:gd name="T40" fmla="*/ 11780 w 12728"/>
                  <a:gd name="T41" fmla="*/ 6458 h 12755"/>
                  <a:gd name="T42" fmla="*/ 12565 w 12728"/>
                  <a:gd name="T43" fmla="*/ 7245 h 12755"/>
                  <a:gd name="T44" fmla="*/ 12565 w 12728"/>
                  <a:gd name="T45" fmla="*/ 11181 h 12755"/>
                  <a:gd name="T46" fmla="*/ 10995 w 12728"/>
                  <a:gd name="T47" fmla="*/ 12755 h 12755"/>
                  <a:gd name="T48" fmla="*/ 1570 w 12728"/>
                  <a:gd name="T49" fmla="*/ 12755 h 12755"/>
                  <a:gd name="T50" fmla="*/ 0 w 12728"/>
                  <a:gd name="T51" fmla="*/ 11181 h 12755"/>
                  <a:gd name="T52" fmla="*/ 0 w 12728"/>
                  <a:gd name="T53" fmla="*/ 1735 h 12755"/>
                  <a:gd name="T54" fmla="*/ 1570 w 12728"/>
                  <a:gd name="T55" fmla="*/ 161 h 12755"/>
                  <a:gd name="T56" fmla="*/ 4711 w 12728"/>
                  <a:gd name="T57" fmla="*/ 161 h 12755"/>
                  <a:gd name="T58" fmla="*/ 5496 w 12728"/>
                  <a:gd name="T59" fmla="*/ 948 h 12755"/>
                  <a:gd name="T60" fmla="*/ 4711 w 12728"/>
                  <a:gd name="T61" fmla="*/ 1735 h 12755"/>
                  <a:gd name="T62" fmla="*/ 4711 w 12728"/>
                  <a:gd name="T63" fmla="*/ 1735 h 12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2728" h="12755">
                    <a:moveTo>
                      <a:pt x="12123" y="2794"/>
                    </a:moveTo>
                    <a:lnTo>
                      <a:pt x="11574" y="3342"/>
                    </a:lnTo>
                    <a:lnTo>
                      <a:pt x="9386" y="1151"/>
                    </a:lnTo>
                    <a:lnTo>
                      <a:pt x="9932" y="605"/>
                    </a:lnTo>
                    <a:cubicBezTo>
                      <a:pt x="10537" y="0"/>
                      <a:pt x="11518" y="0"/>
                      <a:pt x="12123" y="605"/>
                    </a:cubicBezTo>
                    <a:cubicBezTo>
                      <a:pt x="12728" y="1208"/>
                      <a:pt x="12728" y="2189"/>
                      <a:pt x="12123" y="2794"/>
                    </a:cubicBezTo>
                    <a:close/>
                    <a:moveTo>
                      <a:pt x="10479" y="4436"/>
                    </a:moveTo>
                    <a:lnTo>
                      <a:pt x="7742" y="7169"/>
                    </a:lnTo>
                    <a:lnTo>
                      <a:pt x="3926" y="8827"/>
                    </a:lnTo>
                    <a:lnTo>
                      <a:pt x="5551" y="4980"/>
                    </a:lnTo>
                    <a:lnTo>
                      <a:pt x="8290" y="2245"/>
                    </a:lnTo>
                    <a:lnTo>
                      <a:pt x="10479" y="4436"/>
                    </a:lnTo>
                    <a:close/>
                    <a:moveTo>
                      <a:pt x="4711" y="1735"/>
                    </a:moveTo>
                    <a:lnTo>
                      <a:pt x="2356" y="1735"/>
                    </a:lnTo>
                    <a:cubicBezTo>
                      <a:pt x="1921" y="1735"/>
                      <a:pt x="1570" y="2088"/>
                      <a:pt x="1570" y="2522"/>
                    </a:cubicBezTo>
                    <a:lnTo>
                      <a:pt x="1570" y="10392"/>
                    </a:lnTo>
                    <a:cubicBezTo>
                      <a:pt x="1570" y="10826"/>
                      <a:pt x="1921" y="11179"/>
                      <a:pt x="2356" y="11179"/>
                    </a:cubicBezTo>
                    <a:lnTo>
                      <a:pt x="10210" y="11179"/>
                    </a:lnTo>
                    <a:cubicBezTo>
                      <a:pt x="10644" y="11179"/>
                      <a:pt x="10995" y="10826"/>
                      <a:pt x="10995" y="10392"/>
                    </a:cubicBezTo>
                    <a:lnTo>
                      <a:pt x="10995" y="7245"/>
                    </a:lnTo>
                    <a:cubicBezTo>
                      <a:pt x="10995" y="6811"/>
                      <a:pt x="11346" y="6458"/>
                      <a:pt x="11780" y="6458"/>
                    </a:cubicBezTo>
                    <a:cubicBezTo>
                      <a:pt x="12214" y="6458"/>
                      <a:pt x="12565" y="6811"/>
                      <a:pt x="12565" y="7245"/>
                    </a:cubicBezTo>
                    <a:lnTo>
                      <a:pt x="12565" y="11181"/>
                    </a:lnTo>
                    <a:cubicBezTo>
                      <a:pt x="12565" y="12049"/>
                      <a:pt x="11861" y="12755"/>
                      <a:pt x="10995" y="12755"/>
                    </a:cubicBezTo>
                    <a:lnTo>
                      <a:pt x="1570" y="12755"/>
                    </a:lnTo>
                    <a:cubicBezTo>
                      <a:pt x="704" y="12755"/>
                      <a:pt x="0" y="12051"/>
                      <a:pt x="0" y="11181"/>
                    </a:cubicBezTo>
                    <a:lnTo>
                      <a:pt x="0" y="1735"/>
                    </a:lnTo>
                    <a:cubicBezTo>
                      <a:pt x="0" y="866"/>
                      <a:pt x="704" y="161"/>
                      <a:pt x="1570" y="161"/>
                    </a:cubicBezTo>
                    <a:lnTo>
                      <a:pt x="4711" y="161"/>
                    </a:lnTo>
                    <a:cubicBezTo>
                      <a:pt x="5145" y="161"/>
                      <a:pt x="5496" y="514"/>
                      <a:pt x="5496" y="948"/>
                    </a:cubicBezTo>
                    <a:cubicBezTo>
                      <a:pt x="5496" y="1384"/>
                      <a:pt x="5145" y="1735"/>
                      <a:pt x="4711" y="1735"/>
                    </a:cubicBezTo>
                    <a:close/>
                    <a:moveTo>
                      <a:pt x="4711" y="1735"/>
                    </a:moveTo>
                    <a:close/>
                  </a:path>
                </a:pathLst>
              </a:custGeom>
              <a:solidFill>
                <a:schemeClr val="lt1">
                  <a:lumMod val="8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88745" y="2879982"/>
            <a:ext cx="2417885" cy="34541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88745" y="3403842"/>
            <a:ext cx="3082206" cy="228757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205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path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632200" y="1809750"/>
            <a:ext cx="6762115" cy="3760470"/>
            <a:chOff x="5720" y="2850"/>
            <a:chExt cx="10649" cy="5922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6265" y="2850"/>
              <a:ext cx="10104" cy="51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var path = require("path");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var path1 = 'path1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'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,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 path2 = 'path2/pp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'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,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 path3 = '/path3';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var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myPath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=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path.join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(path1, path2, path3); console.log(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myPath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5720" y="3212"/>
              <a:ext cx="10649" cy="5561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07010" y="2872105"/>
            <a:ext cx="7139940" cy="1873885"/>
            <a:chOff x="326" y="4523"/>
            <a:chExt cx="11244" cy="2951"/>
          </a:xfrm>
        </p:grpSpPr>
        <p:sp>
          <p:nvSpPr>
            <p:cNvPr id="32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6" y="5716"/>
              <a:ext cx="4504" cy="17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将所有给定的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path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片段连接到一起，然后规范化生成的路径。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38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496" y="5511"/>
              <a:ext cx="63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5478" y="5400"/>
              <a:ext cx="0" cy="119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016" y="6596"/>
              <a:ext cx="52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016" y="6239"/>
              <a:ext cx="0" cy="71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" name="矩形 27"/>
            <p:cNvSpPr/>
            <p:nvPr/>
          </p:nvSpPr>
          <p:spPr>
            <a:xfrm>
              <a:off x="6282" y="4523"/>
              <a:ext cx="5289" cy="1962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49275" y="1069340"/>
            <a:ext cx="9766300" cy="613410"/>
            <a:chOff x="865" y="1684"/>
            <a:chExt cx="15380" cy="966"/>
          </a:xfrm>
        </p:grpSpPr>
        <p:sp>
          <p:nvSpPr>
            <p:cNvPr id="97" name="文本框 96"/>
            <p:cNvSpPr txBox="1"/>
            <p:nvPr>
              <p:custDataLst>
                <p:tags r:id="rId10"/>
              </p:custDataLst>
            </p:nvPr>
          </p:nvSpPr>
          <p:spPr>
            <a:xfrm>
              <a:off x="5081" y="1866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path.join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方法编程应用。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65" y="1684"/>
              <a:ext cx="3728" cy="967"/>
              <a:chOff x="865" y="1684"/>
              <a:chExt cx="3728" cy="967"/>
            </a:xfrm>
          </p:grpSpPr>
          <p:sp>
            <p:nvSpPr>
              <p:cNvPr id="3" name="矩形 1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975" y="1997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0" name="TextBox 27"/>
              <p:cNvSpPr txBox="1">
                <a:spLocks noChangeArrowheads="1"/>
              </p:cNvSpPr>
              <p:nvPr/>
            </p:nvSpPr>
            <p:spPr bwMode="auto">
              <a:xfrm>
                <a:off x="2141" y="2009"/>
                <a:ext cx="10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示例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iconfont-1187-868615"/>
              <p:cNvSpPr/>
              <p:nvPr>
                <p:custDataLst>
                  <p:tags r:id="rId12"/>
                </p:custDataLst>
              </p:nvPr>
            </p:nvSpPr>
            <p:spPr>
              <a:xfrm>
                <a:off x="865" y="1684"/>
                <a:ext cx="958" cy="960"/>
              </a:xfrm>
              <a:custGeom>
                <a:avLst/>
                <a:gdLst>
                  <a:gd name="T0" fmla="*/ 12123 w 12728"/>
                  <a:gd name="T1" fmla="*/ 2794 h 12755"/>
                  <a:gd name="T2" fmla="*/ 11574 w 12728"/>
                  <a:gd name="T3" fmla="*/ 3342 h 12755"/>
                  <a:gd name="T4" fmla="*/ 9386 w 12728"/>
                  <a:gd name="T5" fmla="*/ 1151 h 12755"/>
                  <a:gd name="T6" fmla="*/ 9932 w 12728"/>
                  <a:gd name="T7" fmla="*/ 605 h 12755"/>
                  <a:gd name="T8" fmla="*/ 12123 w 12728"/>
                  <a:gd name="T9" fmla="*/ 605 h 12755"/>
                  <a:gd name="T10" fmla="*/ 12123 w 12728"/>
                  <a:gd name="T11" fmla="*/ 2794 h 12755"/>
                  <a:gd name="T12" fmla="*/ 10479 w 12728"/>
                  <a:gd name="T13" fmla="*/ 4436 h 12755"/>
                  <a:gd name="T14" fmla="*/ 7742 w 12728"/>
                  <a:gd name="T15" fmla="*/ 7169 h 12755"/>
                  <a:gd name="T16" fmla="*/ 3926 w 12728"/>
                  <a:gd name="T17" fmla="*/ 8827 h 12755"/>
                  <a:gd name="T18" fmla="*/ 5551 w 12728"/>
                  <a:gd name="T19" fmla="*/ 4980 h 12755"/>
                  <a:gd name="T20" fmla="*/ 8290 w 12728"/>
                  <a:gd name="T21" fmla="*/ 2245 h 12755"/>
                  <a:gd name="T22" fmla="*/ 10479 w 12728"/>
                  <a:gd name="T23" fmla="*/ 4436 h 12755"/>
                  <a:gd name="T24" fmla="*/ 4711 w 12728"/>
                  <a:gd name="T25" fmla="*/ 1735 h 12755"/>
                  <a:gd name="T26" fmla="*/ 2356 w 12728"/>
                  <a:gd name="T27" fmla="*/ 1735 h 12755"/>
                  <a:gd name="T28" fmla="*/ 1570 w 12728"/>
                  <a:gd name="T29" fmla="*/ 2522 h 12755"/>
                  <a:gd name="T30" fmla="*/ 1570 w 12728"/>
                  <a:gd name="T31" fmla="*/ 10392 h 12755"/>
                  <a:gd name="T32" fmla="*/ 2356 w 12728"/>
                  <a:gd name="T33" fmla="*/ 11179 h 12755"/>
                  <a:gd name="T34" fmla="*/ 10210 w 12728"/>
                  <a:gd name="T35" fmla="*/ 11179 h 12755"/>
                  <a:gd name="T36" fmla="*/ 10995 w 12728"/>
                  <a:gd name="T37" fmla="*/ 10392 h 12755"/>
                  <a:gd name="T38" fmla="*/ 10995 w 12728"/>
                  <a:gd name="T39" fmla="*/ 7245 h 12755"/>
                  <a:gd name="T40" fmla="*/ 11780 w 12728"/>
                  <a:gd name="T41" fmla="*/ 6458 h 12755"/>
                  <a:gd name="T42" fmla="*/ 12565 w 12728"/>
                  <a:gd name="T43" fmla="*/ 7245 h 12755"/>
                  <a:gd name="T44" fmla="*/ 12565 w 12728"/>
                  <a:gd name="T45" fmla="*/ 11181 h 12755"/>
                  <a:gd name="T46" fmla="*/ 10995 w 12728"/>
                  <a:gd name="T47" fmla="*/ 12755 h 12755"/>
                  <a:gd name="T48" fmla="*/ 1570 w 12728"/>
                  <a:gd name="T49" fmla="*/ 12755 h 12755"/>
                  <a:gd name="T50" fmla="*/ 0 w 12728"/>
                  <a:gd name="T51" fmla="*/ 11181 h 12755"/>
                  <a:gd name="T52" fmla="*/ 0 w 12728"/>
                  <a:gd name="T53" fmla="*/ 1735 h 12755"/>
                  <a:gd name="T54" fmla="*/ 1570 w 12728"/>
                  <a:gd name="T55" fmla="*/ 161 h 12755"/>
                  <a:gd name="T56" fmla="*/ 4711 w 12728"/>
                  <a:gd name="T57" fmla="*/ 161 h 12755"/>
                  <a:gd name="T58" fmla="*/ 5496 w 12728"/>
                  <a:gd name="T59" fmla="*/ 948 h 12755"/>
                  <a:gd name="T60" fmla="*/ 4711 w 12728"/>
                  <a:gd name="T61" fmla="*/ 1735 h 12755"/>
                  <a:gd name="T62" fmla="*/ 4711 w 12728"/>
                  <a:gd name="T63" fmla="*/ 1735 h 12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2728" h="12755">
                    <a:moveTo>
                      <a:pt x="12123" y="2794"/>
                    </a:moveTo>
                    <a:lnTo>
                      <a:pt x="11574" y="3342"/>
                    </a:lnTo>
                    <a:lnTo>
                      <a:pt x="9386" y="1151"/>
                    </a:lnTo>
                    <a:lnTo>
                      <a:pt x="9932" y="605"/>
                    </a:lnTo>
                    <a:cubicBezTo>
                      <a:pt x="10537" y="0"/>
                      <a:pt x="11518" y="0"/>
                      <a:pt x="12123" y="605"/>
                    </a:cubicBezTo>
                    <a:cubicBezTo>
                      <a:pt x="12728" y="1208"/>
                      <a:pt x="12728" y="2189"/>
                      <a:pt x="12123" y="2794"/>
                    </a:cubicBezTo>
                    <a:close/>
                    <a:moveTo>
                      <a:pt x="10479" y="4436"/>
                    </a:moveTo>
                    <a:lnTo>
                      <a:pt x="7742" y="7169"/>
                    </a:lnTo>
                    <a:lnTo>
                      <a:pt x="3926" y="8827"/>
                    </a:lnTo>
                    <a:lnTo>
                      <a:pt x="5551" y="4980"/>
                    </a:lnTo>
                    <a:lnTo>
                      <a:pt x="8290" y="2245"/>
                    </a:lnTo>
                    <a:lnTo>
                      <a:pt x="10479" y="4436"/>
                    </a:lnTo>
                    <a:close/>
                    <a:moveTo>
                      <a:pt x="4711" y="1735"/>
                    </a:moveTo>
                    <a:lnTo>
                      <a:pt x="2356" y="1735"/>
                    </a:lnTo>
                    <a:cubicBezTo>
                      <a:pt x="1921" y="1735"/>
                      <a:pt x="1570" y="2088"/>
                      <a:pt x="1570" y="2522"/>
                    </a:cubicBezTo>
                    <a:lnTo>
                      <a:pt x="1570" y="10392"/>
                    </a:lnTo>
                    <a:cubicBezTo>
                      <a:pt x="1570" y="10826"/>
                      <a:pt x="1921" y="11179"/>
                      <a:pt x="2356" y="11179"/>
                    </a:cubicBezTo>
                    <a:lnTo>
                      <a:pt x="10210" y="11179"/>
                    </a:lnTo>
                    <a:cubicBezTo>
                      <a:pt x="10644" y="11179"/>
                      <a:pt x="10995" y="10826"/>
                      <a:pt x="10995" y="10392"/>
                    </a:cubicBezTo>
                    <a:lnTo>
                      <a:pt x="10995" y="7245"/>
                    </a:lnTo>
                    <a:cubicBezTo>
                      <a:pt x="10995" y="6811"/>
                      <a:pt x="11346" y="6458"/>
                      <a:pt x="11780" y="6458"/>
                    </a:cubicBezTo>
                    <a:cubicBezTo>
                      <a:pt x="12214" y="6458"/>
                      <a:pt x="12565" y="6811"/>
                      <a:pt x="12565" y="7245"/>
                    </a:cubicBezTo>
                    <a:lnTo>
                      <a:pt x="12565" y="11181"/>
                    </a:lnTo>
                    <a:cubicBezTo>
                      <a:pt x="12565" y="12049"/>
                      <a:pt x="11861" y="12755"/>
                      <a:pt x="10995" y="12755"/>
                    </a:cubicBezTo>
                    <a:lnTo>
                      <a:pt x="1570" y="12755"/>
                    </a:lnTo>
                    <a:cubicBezTo>
                      <a:pt x="704" y="12755"/>
                      <a:pt x="0" y="12051"/>
                      <a:pt x="0" y="11181"/>
                    </a:cubicBezTo>
                    <a:lnTo>
                      <a:pt x="0" y="1735"/>
                    </a:lnTo>
                    <a:cubicBezTo>
                      <a:pt x="0" y="866"/>
                      <a:pt x="704" y="161"/>
                      <a:pt x="1570" y="161"/>
                    </a:cubicBezTo>
                    <a:lnTo>
                      <a:pt x="4711" y="161"/>
                    </a:lnTo>
                    <a:cubicBezTo>
                      <a:pt x="5145" y="161"/>
                      <a:pt x="5496" y="514"/>
                      <a:pt x="5496" y="948"/>
                    </a:cubicBezTo>
                    <a:cubicBezTo>
                      <a:pt x="5496" y="1384"/>
                      <a:pt x="5145" y="1735"/>
                      <a:pt x="4711" y="1735"/>
                    </a:cubicBezTo>
                    <a:close/>
                    <a:moveTo>
                      <a:pt x="4711" y="1735"/>
                    </a:moveTo>
                    <a:close/>
                  </a:path>
                </a:pathLst>
              </a:custGeom>
              <a:solidFill>
                <a:schemeClr val="lt1">
                  <a:lumMod val="8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8205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path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647440" y="2306955"/>
            <a:ext cx="8217535" cy="2982595"/>
            <a:chOff x="5744" y="3633"/>
            <a:chExt cx="12941" cy="4697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5744" y="4485"/>
              <a:ext cx="12933" cy="2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var path = require("path");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var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myPath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=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path.resolve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('path1', 'path2', 'a/b\\c/'); 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console.log(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myPath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5797" y="3633"/>
              <a:ext cx="12888" cy="4697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07010" y="3795395"/>
            <a:ext cx="11038840" cy="1541145"/>
            <a:chOff x="326" y="5977"/>
            <a:chExt cx="17384" cy="2427"/>
          </a:xfrm>
        </p:grpSpPr>
        <p:sp>
          <p:nvSpPr>
            <p:cNvPr id="32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6" y="6308"/>
              <a:ext cx="4560" cy="20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处理完所有给定的 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path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片段之后还未生成绝对路径，就把当前工作目录追加到前面构成绝对路径。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38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608" y="5977"/>
              <a:ext cx="1210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5608" y="5977"/>
              <a:ext cx="22" cy="152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074" y="7504"/>
              <a:ext cx="53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074" y="7148"/>
              <a:ext cx="0" cy="7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549275" y="1069340"/>
            <a:ext cx="9766300" cy="613410"/>
            <a:chOff x="865" y="1684"/>
            <a:chExt cx="15380" cy="966"/>
          </a:xfrm>
        </p:grpSpPr>
        <p:sp>
          <p:nvSpPr>
            <p:cNvPr id="97" name="文本框 96"/>
            <p:cNvSpPr txBox="1"/>
            <p:nvPr>
              <p:custDataLst>
                <p:tags r:id="rId10"/>
              </p:custDataLst>
            </p:nvPr>
          </p:nvSpPr>
          <p:spPr>
            <a:xfrm>
              <a:off x="5081" y="1866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path.resolve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方法编程应用。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65" y="1684"/>
              <a:ext cx="3728" cy="967"/>
              <a:chOff x="865" y="1684"/>
              <a:chExt cx="3728" cy="967"/>
            </a:xfrm>
          </p:grpSpPr>
          <p:sp>
            <p:nvSpPr>
              <p:cNvPr id="28" name="矩形 1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975" y="1997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0" name="TextBox 27"/>
              <p:cNvSpPr txBox="1">
                <a:spLocks noChangeArrowheads="1"/>
              </p:cNvSpPr>
              <p:nvPr/>
            </p:nvSpPr>
            <p:spPr bwMode="auto">
              <a:xfrm>
                <a:off x="2141" y="2009"/>
                <a:ext cx="10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示例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iconfont-1187-868615"/>
              <p:cNvSpPr/>
              <p:nvPr>
                <p:custDataLst>
                  <p:tags r:id="rId12"/>
                </p:custDataLst>
              </p:nvPr>
            </p:nvSpPr>
            <p:spPr>
              <a:xfrm>
                <a:off x="865" y="1684"/>
                <a:ext cx="958" cy="960"/>
              </a:xfrm>
              <a:custGeom>
                <a:avLst/>
                <a:gdLst>
                  <a:gd name="T0" fmla="*/ 12123 w 12728"/>
                  <a:gd name="T1" fmla="*/ 2794 h 12755"/>
                  <a:gd name="T2" fmla="*/ 11574 w 12728"/>
                  <a:gd name="T3" fmla="*/ 3342 h 12755"/>
                  <a:gd name="T4" fmla="*/ 9386 w 12728"/>
                  <a:gd name="T5" fmla="*/ 1151 h 12755"/>
                  <a:gd name="T6" fmla="*/ 9932 w 12728"/>
                  <a:gd name="T7" fmla="*/ 605 h 12755"/>
                  <a:gd name="T8" fmla="*/ 12123 w 12728"/>
                  <a:gd name="T9" fmla="*/ 605 h 12755"/>
                  <a:gd name="T10" fmla="*/ 12123 w 12728"/>
                  <a:gd name="T11" fmla="*/ 2794 h 12755"/>
                  <a:gd name="T12" fmla="*/ 10479 w 12728"/>
                  <a:gd name="T13" fmla="*/ 4436 h 12755"/>
                  <a:gd name="T14" fmla="*/ 7742 w 12728"/>
                  <a:gd name="T15" fmla="*/ 7169 h 12755"/>
                  <a:gd name="T16" fmla="*/ 3926 w 12728"/>
                  <a:gd name="T17" fmla="*/ 8827 h 12755"/>
                  <a:gd name="T18" fmla="*/ 5551 w 12728"/>
                  <a:gd name="T19" fmla="*/ 4980 h 12755"/>
                  <a:gd name="T20" fmla="*/ 8290 w 12728"/>
                  <a:gd name="T21" fmla="*/ 2245 h 12755"/>
                  <a:gd name="T22" fmla="*/ 10479 w 12728"/>
                  <a:gd name="T23" fmla="*/ 4436 h 12755"/>
                  <a:gd name="T24" fmla="*/ 4711 w 12728"/>
                  <a:gd name="T25" fmla="*/ 1735 h 12755"/>
                  <a:gd name="T26" fmla="*/ 2356 w 12728"/>
                  <a:gd name="T27" fmla="*/ 1735 h 12755"/>
                  <a:gd name="T28" fmla="*/ 1570 w 12728"/>
                  <a:gd name="T29" fmla="*/ 2522 h 12755"/>
                  <a:gd name="T30" fmla="*/ 1570 w 12728"/>
                  <a:gd name="T31" fmla="*/ 10392 h 12755"/>
                  <a:gd name="T32" fmla="*/ 2356 w 12728"/>
                  <a:gd name="T33" fmla="*/ 11179 h 12755"/>
                  <a:gd name="T34" fmla="*/ 10210 w 12728"/>
                  <a:gd name="T35" fmla="*/ 11179 h 12755"/>
                  <a:gd name="T36" fmla="*/ 10995 w 12728"/>
                  <a:gd name="T37" fmla="*/ 10392 h 12755"/>
                  <a:gd name="T38" fmla="*/ 10995 w 12728"/>
                  <a:gd name="T39" fmla="*/ 7245 h 12755"/>
                  <a:gd name="T40" fmla="*/ 11780 w 12728"/>
                  <a:gd name="T41" fmla="*/ 6458 h 12755"/>
                  <a:gd name="T42" fmla="*/ 12565 w 12728"/>
                  <a:gd name="T43" fmla="*/ 7245 h 12755"/>
                  <a:gd name="T44" fmla="*/ 12565 w 12728"/>
                  <a:gd name="T45" fmla="*/ 11181 h 12755"/>
                  <a:gd name="T46" fmla="*/ 10995 w 12728"/>
                  <a:gd name="T47" fmla="*/ 12755 h 12755"/>
                  <a:gd name="T48" fmla="*/ 1570 w 12728"/>
                  <a:gd name="T49" fmla="*/ 12755 h 12755"/>
                  <a:gd name="T50" fmla="*/ 0 w 12728"/>
                  <a:gd name="T51" fmla="*/ 11181 h 12755"/>
                  <a:gd name="T52" fmla="*/ 0 w 12728"/>
                  <a:gd name="T53" fmla="*/ 1735 h 12755"/>
                  <a:gd name="T54" fmla="*/ 1570 w 12728"/>
                  <a:gd name="T55" fmla="*/ 161 h 12755"/>
                  <a:gd name="T56" fmla="*/ 4711 w 12728"/>
                  <a:gd name="T57" fmla="*/ 161 h 12755"/>
                  <a:gd name="T58" fmla="*/ 5496 w 12728"/>
                  <a:gd name="T59" fmla="*/ 948 h 12755"/>
                  <a:gd name="T60" fmla="*/ 4711 w 12728"/>
                  <a:gd name="T61" fmla="*/ 1735 h 12755"/>
                  <a:gd name="T62" fmla="*/ 4711 w 12728"/>
                  <a:gd name="T63" fmla="*/ 1735 h 12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2728" h="12755">
                    <a:moveTo>
                      <a:pt x="12123" y="2794"/>
                    </a:moveTo>
                    <a:lnTo>
                      <a:pt x="11574" y="3342"/>
                    </a:lnTo>
                    <a:lnTo>
                      <a:pt x="9386" y="1151"/>
                    </a:lnTo>
                    <a:lnTo>
                      <a:pt x="9932" y="605"/>
                    </a:lnTo>
                    <a:cubicBezTo>
                      <a:pt x="10537" y="0"/>
                      <a:pt x="11518" y="0"/>
                      <a:pt x="12123" y="605"/>
                    </a:cubicBezTo>
                    <a:cubicBezTo>
                      <a:pt x="12728" y="1208"/>
                      <a:pt x="12728" y="2189"/>
                      <a:pt x="12123" y="2794"/>
                    </a:cubicBezTo>
                    <a:close/>
                    <a:moveTo>
                      <a:pt x="10479" y="4436"/>
                    </a:moveTo>
                    <a:lnTo>
                      <a:pt x="7742" y="7169"/>
                    </a:lnTo>
                    <a:lnTo>
                      <a:pt x="3926" y="8827"/>
                    </a:lnTo>
                    <a:lnTo>
                      <a:pt x="5551" y="4980"/>
                    </a:lnTo>
                    <a:lnTo>
                      <a:pt x="8290" y="2245"/>
                    </a:lnTo>
                    <a:lnTo>
                      <a:pt x="10479" y="4436"/>
                    </a:lnTo>
                    <a:close/>
                    <a:moveTo>
                      <a:pt x="4711" y="1735"/>
                    </a:moveTo>
                    <a:lnTo>
                      <a:pt x="2356" y="1735"/>
                    </a:lnTo>
                    <a:cubicBezTo>
                      <a:pt x="1921" y="1735"/>
                      <a:pt x="1570" y="2088"/>
                      <a:pt x="1570" y="2522"/>
                    </a:cubicBezTo>
                    <a:lnTo>
                      <a:pt x="1570" y="10392"/>
                    </a:lnTo>
                    <a:cubicBezTo>
                      <a:pt x="1570" y="10826"/>
                      <a:pt x="1921" y="11179"/>
                      <a:pt x="2356" y="11179"/>
                    </a:cubicBezTo>
                    <a:lnTo>
                      <a:pt x="10210" y="11179"/>
                    </a:lnTo>
                    <a:cubicBezTo>
                      <a:pt x="10644" y="11179"/>
                      <a:pt x="10995" y="10826"/>
                      <a:pt x="10995" y="10392"/>
                    </a:cubicBezTo>
                    <a:lnTo>
                      <a:pt x="10995" y="7245"/>
                    </a:lnTo>
                    <a:cubicBezTo>
                      <a:pt x="10995" y="6811"/>
                      <a:pt x="11346" y="6458"/>
                      <a:pt x="11780" y="6458"/>
                    </a:cubicBezTo>
                    <a:cubicBezTo>
                      <a:pt x="12214" y="6458"/>
                      <a:pt x="12565" y="6811"/>
                      <a:pt x="12565" y="7245"/>
                    </a:cubicBezTo>
                    <a:lnTo>
                      <a:pt x="12565" y="11181"/>
                    </a:lnTo>
                    <a:cubicBezTo>
                      <a:pt x="12565" y="12049"/>
                      <a:pt x="11861" y="12755"/>
                      <a:pt x="10995" y="12755"/>
                    </a:cubicBezTo>
                    <a:lnTo>
                      <a:pt x="1570" y="12755"/>
                    </a:lnTo>
                    <a:cubicBezTo>
                      <a:pt x="704" y="12755"/>
                      <a:pt x="0" y="12051"/>
                      <a:pt x="0" y="11181"/>
                    </a:cubicBezTo>
                    <a:lnTo>
                      <a:pt x="0" y="1735"/>
                    </a:lnTo>
                    <a:cubicBezTo>
                      <a:pt x="0" y="866"/>
                      <a:pt x="704" y="161"/>
                      <a:pt x="1570" y="161"/>
                    </a:cubicBezTo>
                    <a:lnTo>
                      <a:pt x="4711" y="161"/>
                    </a:lnTo>
                    <a:cubicBezTo>
                      <a:pt x="5145" y="161"/>
                      <a:pt x="5496" y="514"/>
                      <a:pt x="5496" y="948"/>
                    </a:cubicBezTo>
                    <a:cubicBezTo>
                      <a:pt x="5496" y="1384"/>
                      <a:pt x="5145" y="1735"/>
                      <a:pt x="4711" y="1735"/>
                    </a:cubicBezTo>
                    <a:close/>
                    <a:moveTo>
                      <a:pt x="4711" y="1735"/>
                    </a:moveTo>
                    <a:close/>
                  </a:path>
                </a:pathLst>
              </a:custGeom>
              <a:solidFill>
                <a:schemeClr val="lt1">
                  <a:lumMod val="8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45986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url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矩形 45"/>
          <p:cNvSpPr/>
          <p:nvPr>
            <p:custDataLst>
              <p:tags r:id="rId3"/>
            </p:custDataLst>
          </p:nvPr>
        </p:nvSpPr>
        <p:spPr>
          <a:xfrm>
            <a:off x="200100" y="1946367"/>
            <a:ext cx="11817531" cy="3398171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8" name="矩形: 圆角 47"/>
          <p:cNvSpPr/>
          <p:nvPr>
            <p:custDataLst>
              <p:tags r:id="rId4"/>
            </p:custDataLst>
          </p:nvPr>
        </p:nvSpPr>
        <p:spPr>
          <a:xfrm>
            <a:off x="200100" y="1969477"/>
            <a:ext cx="1345474" cy="339817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49" name="矩形: 圆角 48"/>
          <p:cNvSpPr/>
          <p:nvPr>
            <p:custDataLst>
              <p:tags r:id="rId5"/>
            </p:custDataLst>
          </p:nvPr>
        </p:nvSpPr>
        <p:spPr>
          <a:xfrm>
            <a:off x="1545573" y="1973917"/>
            <a:ext cx="231289" cy="3382026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70" name="图形 6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080" y="3356503"/>
            <a:ext cx="569913" cy="569913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8"/>
            </p:custDataLst>
          </p:nvPr>
        </p:nvSpPr>
        <p:spPr>
          <a:xfrm>
            <a:off x="1901190" y="2082165"/>
            <a:ext cx="9350375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为什么要使用</a:t>
            </a:r>
            <a:r>
              <a:rPr lang="en-US" altLang="zh-CN" sz="24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url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模块？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在实际应用中，经常会涉及到需要从完整的 </a:t>
            </a:r>
            <a:r>
              <a:rPr lang="en-US" altLang="zh-CN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url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请求路径中提取出各个属性及其值的问题，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 </a:t>
            </a:r>
            <a:r>
              <a:rPr lang="en-US" altLang="zh-CN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url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模块为解决这类问题提供了相应的方法。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CN" sz="22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url</a:t>
            </a:r>
            <a:r>
              <a:rPr lang="zh-CN" altLang="en-US" sz="22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引入方式</a:t>
            </a:r>
            <a:endParaRPr lang="en-US" altLang="zh-CN" sz="22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var </a:t>
            </a:r>
            <a:r>
              <a:rPr lang="en-US" altLang="zh-CN" sz="20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url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= require('</a:t>
            </a:r>
            <a:r>
              <a:rPr lang="en-US" altLang="zh-CN" sz="20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url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');</a:t>
            </a:r>
            <a:endParaRPr lang="en-US" altLang="zh-CN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0"/>
                            </p:stCondLst>
                            <p:childTnLst>
                              <p:par>
                                <p:cTn id="3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48" grpId="0" bldLvl="0" animBg="1"/>
      <p:bldP spid="49" grpId="0" bldLvl="0" animBg="1"/>
      <p:bldP spid="71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94400" y="2905760"/>
            <a:ext cx="4847590" cy="3178810"/>
            <a:chOff x="9440" y="4576"/>
            <a:chExt cx="7634" cy="5006"/>
          </a:xfrm>
        </p:grpSpPr>
        <p:sp>
          <p:nvSpPr>
            <p:cNvPr id="33" name="Freeform 11"/>
            <p:cNvSpPr/>
            <p:nvPr>
              <p:custDataLst>
                <p:tags r:id="rId3"/>
              </p:custDataLst>
            </p:nvPr>
          </p:nvSpPr>
          <p:spPr bwMode="auto">
            <a:xfrm>
              <a:off x="9440" y="4891"/>
              <a:ext cx="1859" cy="2150"/>
            </a:xfrm>
            <a:custGeom>
              <a:avLst/>
              <a:gdLst>
                <a:gd name="T0" fmla="*/ 1130 w 2260"/>
                <a:gd name="T1" fmla="*/ 0 h 2609"/>
                <a:gd name="T2" fmla="*/ 1695 w 2260"/>
                <a:gd name="T3" fmla="*/ 326 h 2609"/>
                <a:gd name="T4" fmla="*/ 2260 w 2260"/>
                <a:gd name="T5" fmla="*/ 652 h 2609"/>
                <a:gd name="T6" fmla="*/ 2260 w 2260"/>
                <a:gd name="T7" fmla="*/ 1305 h 2609"/>
                <a:gd name="T8" fmla="*/ 2260 w 2260"/>
                <a:gd name="T9" fmla="*/ 1957 h 2609"/>
                <a:gd name="T10" fmla="*/ 1695 w 2260"/>
                <a:gd name="T11" fmla="*/ 2283 h 2609"/>
                <a:gd name="T12" fmla="*/ 1130 w 2260"/>
                <a:gd name="T13" fmla="*/ 2609 h 2609"/>
                <a:gd name="T14" fmla="*/ 565 w 2260"/>
                <a:gd name="T15" fmla="*/ 2283 h 2609"/>
                <a:gd name="T16" fmla="*/ 0 w 2260"/>
                <a:gd name="T17" fmla="*/ 1957 h 2609"/>
                <a:gd name="T18" fmla="*/ 0 w 2260"/>
                <a:gd name="T19" fmla="*/ 1305 h 2609"/>
                <a:gd name="T20" fmla="*/ 0 w 2260"/>
                <a:gd name="T21" fmla="*/ 652 h 2609"/>
                <a:gd name="T22" fmla="*/ 565 w 2260"/>
                <a:gd name="T23" fmla="*/ 326 h 2609"/>
                <a:gd name="T24" fmla="*/ 1130 w 2260"/>
                <a:gd name="T25" fmla="*/ 0 h 2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09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09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6" name="Freeform 36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10033" y="5542"/>
              <a:ext cx="435" cy="289"/>
            </a:xfrm>
            <a:custGeom>
              <a:avLst/>
              <a:gdLst>
                <a:gd name="T0" fmla="*/ 133 w 372"/>
                <a:gd name="T1" fmla="*/ 185 h 247"/>
                <a:gd name="T2" fmla="*/ 118 w 372"/>
                <a:gd name="T3" fmla="*/ 152 h 247"/>
                <a:gd name="T4" fmla="*/ 136 w 372"/>
                <a:gd name="T5" fmla="*/ 115 h 247"/>
                <a:gd name="T6" fmla="*/ 180 w 372"/>
                <a:gd name="T7" fmla="*/ 100 h 247"/>
                <a:gd name="T8" fmla="*/ 180 w 372"/>
                <a:gd name="T9" fmla="*/ 84 h 247"/>
                <a:gd name="T10" fmla="*/ 205 w 372"/>
                <a:gd name="T11" fmla="*/ 84 h 247"/>
                <a:gd name="T12" fmla="*/ 205 w 372"/>
                <a:gd name="T13" fmla="*/ 99 h 247"/>
                <a:gd name="T14" fmla="*/ 246 w 372"/>
                <a:gd name="T15" fmla="*/ 114 h 247"/>
                <a:gd name="T16" fmla="*/ 263 w 372"/>
                <a:gd name="T17" fmla="*/ 152 h 247"/>
                <a:gd name="T18" fmla="*/ 221 w 372"/>
                <a:gd name="T19" fmla="*/ 152 h 247"/>
                <a:gd name="T20" fmla="*/ 215 w 372"/>
                <a:gd name="T21" fmla="*/ 136 h 247"/>
                <a:gd name="T22" fmla="*/ 167 w 372"/>
                <a:gd name="T23" fmla="*/ 134 h 247"/>
                <a:gd name="T24" fmla="*/ 167 w 372"/>
                <a:gd name="T25" fmla="*/ 156 h 247"/>
                <a:gd name="T26" fmla="*/ 217 w 372"/>
                <a:gd name="T27" fmla="*/ 171 h 247"/>
                <a:gd name="T28" fmla="*/ 251 w 372"/>
                <a:gd name="T29" fmla="*/ 188 h 247"/>
                <a:gd name="T30" fmla="*/ 266 w 372"/>
                <a:gd name="T31" fmla="*/ 223 h 247"/>
                <a:gd name="T32" fmla="*/ 265 w 372"/>
                <a:gd name="T33" fmla="*/ 234 h 247"/>
                <a:gd name="T34" fmla="*/ 259 w 372"/>
                <a:gd name="T35" fmla="*/ 246 h 247"/>
                <a:gd name="T36" fmla="*/ 222 w 372"/>
                <a:gd name="T37" fmla="*/ 230 h 247"/>
                <a:gd name="T38" fmla="*/ 217 w 372"/>
                <a:gd name="T39" fmla="*/ 217 h 247"/>
                <a:gd name="T40" fmla="*/ 133 w 372"/>
                <a:gd name="T41" fmla="*/ 185 h 247"/>
                <a:gd name="T42" fmla="*/ 191 w 372"/>
                <a:gd name="T43" fmla="*/ 39 h 247"/>
                <a:gd name="T44" fmla="*/ 83 w 372"/>
                <a:gd name="T45" fmla="*/ 83 h 247"/>
                <a:gd name="T46" fmla="*/ 39 w 372"/>
                <a:gd name="T47" fmla="*/ 191 h 247"/>
                <a:gd name="T48" fmla="*/ 44 w 372"/>
                <a:gd name="T49" fmla="*/ 231 h 247"/>
                <a:gd name="T50" fmla="*/ 9 w 372"/>
                <a:gd name="T51" fmla="*/ 247 h 247"/>
                <a:gd name="T52" fmla="*/ 0 w 372"/>
                <a:gd name="T53" fmla="*/ 191 h 247"/>
                <a:gd name="T54" fmla="*/ 56 w 372"/>
                <a:gd name="T55" fmla="*/ 56 h 247"/>
                <a:gd name="T56" fmla="*/ 191 w 372"/>
                <a:gd name="T57" fmla="*/ 0 h 247"/>
                <a:gd name="T58" fmla="*/ 326 w 372"/>
                <a:gd name="T59" fmla="*/ 56 h 247"/>
                <a:gd name="T60" fmla="*/ 372 w 372"/>
                <a:gd name="T61" fmla="*/ 132 h 247"/>
                <a:gd name="T62" fmla="*/ 339 w 372"/>
                <a:gd name="T63" fmla="*/ 152 h 247"/>
                <a:gd name="T64" fmla="*/ 299 w 372"/>
                <a:gd name="T65" fmla="*/ 83 h 247"/>
                <a:gd name="T66" fmla="*/ 191 w 372"/>
                <a:gd name="T67" fmla="*/ 39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2" h="247">
                  <a:moveTo>
                    <a:pt x="133" y="185"/>
                  </a:moveTo>
                  <a:cubicBezTo>
                    <a:pt x="123" y="177"/>
                    <a:pt x="118" y="166"/>
                    <a:pt x="118" y="152"/>
                  </a:cubicBezTo>
                  <a:cubicBezTo>
                    <a:pt x="118" y="136"/>
                    <a:pt x="124" y="124"/>
                    <a:pt x="136" y="115"/>
                  </a:cubicBezTo>
                  <a:cubicBezTo>
                    <a:pt x="147" y="105"/>
                    <a:pt x="160" y="100"/>
                    <a:pt x="180" y="100"/>
                  </a:cubicBezTo>
                  <a:cubicBezTo>
                    <a:pt x="180" y="84"/>
                    <a:pt x="180" y="84"/>
                    <a:pt x="180" y="84"/>
                  </a:cubicBezTo>
                  <a:cubicBezTo>
                    <a:pt x="205" y="84"/>
                    <a:pt x="205" y="84"/>
                    <a:pt x="205" y="84"/>
                  </a:cubicBezTo>
                  <a:cubicBezTo>
                    <a:pt x="205" y="99"/>
                    <a:pt x="205" y="99"/>
                    <a:pt x="205" y="99"/>
                  </a:cubicBezTo>
                  <a:cubicBezTo>
                    <a:pt x="224" y="100"/>
                    <a:pt x="235" y="104"/>
                    <a:pt x="246" y="114"/>
                  </a:cubicBezTo>
                  <a:cubicBezTo>
                    <a:pt x="257" y="123"/>
                    <a:pt x="262" y="136"/>
                    <a:pt x="263" y="152"/>
                  </a:cubicBezTo>
                  <a:cubicBezTo>
                    <a:pt x="221" y="152"/>
                    <a:pt x="221" y="152"/>
                    <a:pt x="221" y="152"/>
                  </a:cubicBezTo>
                  <a:cubicBezTo>
                    <a:pt x="220" y="145"/>
                    <a:pt x="218" y="140"/>
                    <a:pt x="215" y="136"/>
                  </a:cubicBezTo>
                  <a:cubicBezTo>
                    <a:pt x="208" y="128"/>
                    <a:pt x="176" y="128"/>
                    <a:pt x="167" y="134"/>
                  </a:cubicBezTo>
                  <a:cubicBezTo>
                    <a:pt x="161" y="139"/>
                    <a:pt x="160" y="151"/>
                    <a:pt x="167" y="156"/>
                  </a:cubicBezTo>
                  <a:cubicBezTo>
                    <a:pt x="175" y="162"/>
                    <a:pt x="205" y="167"/>
                    <a:pt x="217" y="171"/>
                  </a:cubicBezTo>
                  <a:cubicBezTo>
                    <a:pt x="232" y="176"/>
                    <a:pt x="244" y="181"/>
                    <a:pt x="251" y="188"/>
                  </a:cubicBezTo>
                  <a:cubicBezTo>
                    <a:pt x="261" y="197"/>
                    <a:pt x="266" y="208"/>
                    <a:pt x="266" y="223"/>
                  </a:cubicBezTo>
                  <a:cubicBezTo>
                    <a:pt x="266" y="227"/>
                    <a:pt x="266" y="231"/>
                    <a:pt x="265" y="234"/>
                  </a:cubicBezTo>
                  <a:cubicBezTo>
                    <a:pt x="263" y="238"/>
                    <a:pt x="261" y="242"/>
                    <a:pt x="259" y="246"/>
                  </a:cubicBezTo>
                  <a:cubicBezTo>
                    <a:pt x="247" y="240"/>
                    <a:pt x="235" y="235"/>
                    <a:pt x="222" y="230"/>
                  </a:cubicBezTo>
                  <a:cubicBezTo>
                    <a:pt x="223" y="225"/>
                    <a:pt x="221" y="220"/>
                    <a:pt x="217" y="217"/>
                  </a:cubicBezTo>
                  <a:cubicBezTo>
                    <a:pt x="200" y="204"/>
                    <a:pt x="158" y="207"/>
                    <a:pt x="133" y="185"/>
                  </a:cubicBezTo>
                  <a:close/>
                  <a:moveTo>
                    <a:pt x="191" y="39"/>
                  </a:moveTo>
                  <a:cubicBezTo>
                    <a:pt x="149" y="39"/>
                    <a:pt x="111" y="56"/>
                    <a:pt x="83" y="83"/>
                  </a:cubicBezTo>
                  <a:cubicBezTo>
                    <a:pt x="56" y="111"/>
                    <a:pt x="39" y="149"/>
                    <a:pt x="39" y="191"/>
                  </a:cubicBezTo>
                  <a:cubicBezTo>
                    <a:pt x="39" y="205"/>
                    <a:pt x="40" y="219"/>
                    <a:pt x="44" y="231"/>
                  </a:cubicBezTo>
                  <a:cubicBezTo>
                    <a:pt x="32" y="236"/>
                    <a:pt x="20" y="241"/>
                    <a:pt x="9" y="247"/>
                  </a:cubicBezTo>
                  <a:cubicBezTo>
                    <a:pt x="3" y="229"/>
                    <a:pt x="0" y="210"/>
                    <a:pt x="0" y="191"/>
                  </a:cubicBezTo>
                  <a:cubicBezTo>
                    <a:pt x="0" y="138"/>
                    <a:pt x="22" y="91"/>
                    <a:pt x="56" y="56"/>
                  </a:cubicBezTo>
                  <a:cubicBezTo>
                    <a:pt x="91" y="22"/>
                    <a:pt x="138" y="0"/>
                    <a:pt x="191" y="0"/>
                  </a:cubicBezTo>
                  <a:cubicBezTo>
                    <a:pt x="244" y="0"/>
                    <a:pt x="291" y="22"/>
                    <a:pt x="326" y="56"/>
                  </a:cubicBezTo>
                  <a:cubicBezTo>
                    <a:pt x="347" y="77"/>
                    <a:pt x="363" y="103"/>
                    <a:pt x="372" y="132"/>
                  </a:cubicBezTo>
                  <a:cubicBezTo>
                    <a:pt x="361" y="138"/>
                    <a:pt x="349" y="145"/>
                    <a:pt x="339" y="152"/>
                  </a:cubicBezTo>
                  <a:cubicBezTo>
                    <a:pt x="332" y="126"/>
                    <a:pt x="318" y="102"/>
                    <a:pt x="299" y="83"/>
                  </a:cubicBezTo>
                  <a:cubicBezTo>
                    <a:pt x="271" y="56"/>
                    <a:pt x="233" y="39"/>
                    <a:pt x="191" y="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Freeform 37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10374" y="5714"/>
              <a:ext cx="454" cy="475"/>
            </a:xfrm>
            <a:custGeom>
              <a:avLst/>
              <a:gdLst>
                <a:gd name="T0" fmla="*/ 41 w 388"/>
                <a:gd name="T1" fmla="*/ 59 h 406"/>
                <a:gd name="T2" fmla="*/ 185 w 388"/>
                <a:gd name="T3" fmla="*/ 0 h 406"/>
                <a:gd name="T4" fmla="*/ 329 w 388"/>
                <a:gd name="T5" fmla="*/ 59 h 406"/>
                <a:gd name="T6" fmla="*/ 388 w 388"/>
                <a:gd name="T7" fmla="*/ 203 h 406"/>
                <a:gd name="T8" fmla="*/ 329 w 388"/>
                <a:gd name="T9" fmla="*/ 347 h 406"/>
                <a:gd name="T10" fmla="*/ 185 w 388"/>
                <a:gd name="T11" fmla="*/ 406 h 406"/>
                <a:gd name="T12" fmla="*/ 111 w 388"/>
                <a:gd name="T13" fmla="*/ 393 h 406"/>
                <a:gd name="T14" fmla="*/ 116 w 388"/>
                <a:gd name="T15" fmla="*/ 342 h 406"/>
                <a:gd name="T16" fmla="*/ 36 w 388"/>
                <a:gd name="T17" fmla="*/ 149 h 406"/>
                <a:gd name="T18" fmla="*/ 0 w 388"/>
                <a:gd name="T19" fmla="*/ 119 h 406"/>
                <a:gd name="T20" fmla="*/ 41 w 388"/>
                <a:gd name="T21" fmla="*/ 59 h 406"/>
                <a:gd name="T22" fmla="*/ 123 w 388"/>
                <a:gd name="T23" fmla="*/ 197 h 406"/>
                <a:gd name="T24" fmla="*/ 107 w 388"/>
                <a:gd name="T25" fmla="*/ 161 h 406"/>
                <a:gd name="T26" fmla="*/ 126 w 388"/>
                <a:gd name="T27" fmla="*/ 121 h 406"/>
                <a:gd name="T28" fmla="*/ 173 w 388"/>
                <a:gd name="T29" fmla="*/ 105 h 406"/>
                <a:gd name="T30" fmla="*/ 173 w 388"/>
                <a:gd name="T31" fmla="*/ 88 h 406"/>
                <a:gd name="T32" fmla="*/ 200 w 388"/>
                <a:gd name="T33" fmla="*/ 88 h 406"/>
                <a:gd name="T34" fmla="*/ 200 w 388"/>
                <a:gd name="T35" fmla="*/ 104 h 406"/>
                <a:gd name="T36" fmla="*/ 244 w 388"/>
                <a:gd name="T37" fmla="*/ 120 h 406"/>
                <a:gd name="T38" fmla="*/ 262 w 388"/>
                <a:gd name="T39" fmla="*/ 161 h 406"/>
                <a:gd name="T40" fmla="*/ 217 w 388"/>
                <a:gd name="T41" fmla="*/ 161 h 406"/>
                <a:gd name="T42" fmla="*/ 211 w 388"/>
                <a:gd name="T43" fmla="*/ 144 h 406"/>
                <a:gd name="T44" fmla="*/ 160 w 388"/>
                <a:gd name="T45" fmla="*/ 142 h 406"/>
                <a:gd name="T46" fmla="*/ 159 w 388"/>
                <a:gd name="T47" fmla="*/ 165 h 406"/>
                <a:gd name="T48" fmla="*/ 213 w 388"/>
                <a:gd name="T49" fmla="*/ 181 h 406"/>
                <a:gd name="T50" fmla="*/ 250 w 388"/>
                <a:gd name="T51" fmla="*/ 200 h 406"/>
                <a:gd name="T52" fmla="*/ 265 w 388"/>
                <a:gd name="T53" fmla="*/ 237 h 406"/>
                <a:gd name="T54" fmla="*/ 248 w 388"/>
                <a:gd name="T55" fmla="*/ 279 h 406"/>
                <a:gd name="T56" fmla="*/ 198 w 388"/>
                <a:gd name="T57" fmla="*/ 296 h 406"/>
                <a:gd name="T58" fmla="*/ 198 w 388"/>
                <a:gd name="T59" fmla="*/ 318 h 406"/>
                <a:gd name="T60" fmla="*/ 172 w 388"/>
                <a:gd name="T61" fmla="*/ 318 h 406"/>
                <a:gd name="T62" fmla="*/ 172 w 388"/>
                <a:gd name="T63" fmla="*/ 296 h 406"/>
                <a:gd name="T64" fmla="*/ 123 w 388"/>
                <a:gd name="T65" fmla="*/ 279 h 406"/>
                <a:gd name="T66" fmla="*/ 105 w 388"/>
                <a:gd name="T67" fmla="*/ 233 h 406"/>
                <a:gd name="T68" fmla="*/ 152 w 388"/>
                <a:gd name="T69" fmla="*/ 233 h 406"/>
                <a:gd name="T70" fmla="*/ 158 w 388"/>
                <a:gd name="T71" fmla="*/ 254 h 406"/>
                <a:gd name="T72" fmla="*/ 212 w 388"/>
                <a:gd name="T73" fmla="*/ 256 h 406"/>
                <a:gd name="T74" fmla="*/ 213 w 388"/>
                <a:gd name="T75" fmla="*/ 231 h 406"/>
                <a:gd name="T76" fmla="*/ 123 w 388"/>
                <a:gd name="T77" fmla="*/ 197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88" h="406">
                  <a:moveTo>
                    <a:pt x="41" y="59"/>
                  </a:moveTo>
                  <a:cubicBezTo>
                    <a:pt x="78" y="22"/>
                    <a:pt x="129" y="0"/>
                    <a:pt x="185" y="0"/>
                  </a:cubicBezTo>
                  <a:cubicBezTo>
                    <a:pt x="241" y="0"/>
                    <a:pt x="292" y="22"/>
                    <a:pt x="329" y="59"/>
                  </a:cubicBezTo>
                  <a:cubicBezTo>
                    <a:pt x="366" y="96"/>
                    <a:pt x="388" y="147"/>
                    <a:pt x="388" y="203"/>
                  </a:cubicBezTo>
                  <a:cubicBezTo>
                    <a:pt x="388" y="259"/>
                    <a:pt x="366" y="310"/>
                    <a:pt x="329" y="347"/>
                  </a:cubicBezTo>
                  <a:cubicBezTo>
                    <a:pt x="292" y="384"/>
                    <a:pt x="241" y="406"/>
                    <a:pt x="185" y="406"/>
                  </a:cubicBezTo>
                  <a:cubicBezTo>
                    <a:pt x="159" y="406"/>
                    <a:pt x="134" y="401"/>
                    <a:pt x="111" y="393"/>
                  </a:cubicBezTo>
                  <a:cubicBezTo>
                    <a:pt x="114" y="376"/>
                    <a:pt x="116" y="359"/>
                    <a:pt x="116" y="342"/>
                  </a:cubicBezTo>
                  <a:cubicBezTo>
                    <a:pt x="116" y="270"/>
                    <a:pt x="87" y="200"/>
                    <a:pt x="36" y="149"/>
                  </a:cubicBezTo>
                  <a:cubicBezTo>
                    <a:pt x="25" y="138"/>
                    <a:pt x="13" y="128"/>
                    <a:pt x="0" y="119"/>
                  </a:cubicBezTo>
                  <a:cubicBezTo>
                    <a:pt x="10" y="96"/>
                    <a:pt x="24" y="76"/>
                    <a:pt x="41" y="59"/>
                  </a:cubicBezTo>
                  <a:close/>
                  <a:moveTo>
                    <a:pt x="123" y="197"/>
                  </a:moveTo>
                  <a:cubicBezTo>
                    <a:pt x="112" y="188"/>
                    <a:pt x="107" y="176"/>
                    <a:pt x="107" y="161"/>
                  </a:cubicBezTo>
                  <a:cubicBezTo>
                    <a:pt x="107" y="144"/>
                    <a:pt x="113" y="131"/>
                    <a:pt x="126" y="121"/>
                  </a:cubicBezTo>
                  <a:cubicBezTo>
                    <a:pt x="138" y="111"/>
                    <a:pt x="152" y="105"/>
                    <a:pt x="173" y="105"/>
                  </a:cubicBezTo>
                  <a:cubicBezTo>
                    <a:pt x="173" y="88"/>
                    <a:pt x="173" y="88"/>
                    <a:pt x="173" y="88"/>
                  </a:cubicBezTo>
                  <a:cubicBezTo>
                    <a:pt x="200" y="88"/>
                    <a:pt x="200" y="88"/>
                    <a:pt x="200" y="88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20" y="105"/>
                    <a:pt x="233" y="110"/>
                    <a:pt x="244" y="120"/>
                  </a:cubicBezTo>
                  <a:cubicBezTo>
                    <a:pt x="255" y="130"/>
                    <a:pt x="261" y="143"/>
                    <a:pt x="262" y="161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16" y="154"/>
                    <a:pt x="214" y="148"/>
                    <a:pt x="211" y="144"/>
                  </a:cubicBezTo>
                  <a:cubicBezTo>
                    <a:pt x="203" y="135"/>
                    <a:pt x="168" y="135"/>
                    <a:pt x="160" y="142"/>
                  </a:cubicBezTo>
                  <a:cubicBezTo>
                    <a:pt x="152" y="147"/>
                    <a:pt x="152" y="160"/>
                    <a:pt x="159" y="165"/>
                  </a:cubicBezTo>
                  <a:cubicBezTo>
                    <a:pt x="168" y="172"/>
                    <a:pt x="200" y="177"/>
                    <a:pt x="213" y="181"/>
                  </a:cubicBezTo>
                  <a:cubicBezTo>
                    <a:pt x="229" y="186"/>
                    <a:pt x="242" y="193"/>
                    <a:pt x="250" y="200"/>
                  </a:cubicBezTo>
                  <a:cubicBezTo>
                    <a:pt x="260" y="209"/>
                    <a:pt x="265" y="221"/>
                    <a:pt x="265" y="237"/>
                  </a:cubicBezTo>
                  <a:cubicBezTo>
                    <a:pt x="265" y="256"/>
                    <a:pt x="260" y="270"/>
                    <a:pt x="248" y="279"/>
                  </a:cubicBezTo>
                  <a:cubicBezTo>
                    <a:pt x="236" y="289"/>
                    <a:pt x="222" y="295"/>
                    <a:pt x="198" y="296"/>
                  </a:cubicBezTo>
                  <a:cubicBezTo>
                    <a:pt x="198" y="318"/>
                    <a:pt x="198" y="318"/>
                    <a:pt x="198" y="318"/>
                  </a:cubicBezTo>
                  <a:cubicBezTo>
                    <a:pt x="172" y="318"/>
                    <a:pt x="172" y="318"/>
                    <a:pt x="172" y="318"/>
                  </a:cubicBezTo>
                  <a:cubicBezTo>
                    <a:pt x="172" y="296"/>
                    <a:pt x="172" y="296"/>
                    <a:pt x="172" y="296"/>
                  </a:cubicBezTo>
                  <a:cubicBezTo>
                    <a:pt x="150" y="295"/>
                    <a:pt x="136" y="290"/>
                    <a:pt x="123" y="279"/>
                  </a:cubicBezTo>
                  <a:cubicBezTo>
                    <a:pt x="111" y="268"/>
                    <a:pt x="105" y="252"/>
                    <a:pt x="105" y="233"/>
                  </a:cubicBezTo>
                  <a:cubicBezTo>
                    <a:pt x="152" y="233"/>
                    <a:pt x="152" y="233"/>
                    <a:pt x="152" y="233"/>
                  </a:cubicBezTo>
                  <a:cubicBezTo>
                    <a:pt x="153" y="243"/>
                    <a:pt x="155" y="250"/>
                    <a:pt x="158" y="254"/>
                  </a:cubicBezTo>
                  <a:cubicBezTo>
                    <a:pt x="167" y="265"/>
                    <a:pt x="203" y="263"/>
                    <a:pt x="212" y="256"/>
                  </a:cubicBezTo>
                  <a:cubicBezTo>
                    <a:pt x="220" y="251"/>
                    <a:pt x="221" y="237"/>
                    <a:pt x="213" y="231"/>
                  </a:cubicBezTo>
                  <a:cubicBezTo>
                    <a:pt x="195" y="216"/>
                    <a:pt x="150" y="220"/>
                    <a:pt x="123" y="1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Freeform 38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9915" y="5841"/>
              <a:ext cx="549" cy="549"/>
            </a:xfrm>
            <a:custGeom>
              <a:avLst/>
              <a:gdLst>
                <a:gd name="T0" fmla="*/ 235 w 470"/>
                <a:gd name="T1" fmla="*/ 57 h 470"/>
                <a:gd name="T2" fmla="*/ 109 w 470"/>
                <a:gd name="T3" fmla="*/ 109 h 470"/>
                <a:gd name="T4" fmla="*/ 57 w 470"/>
                <a:gd name="T5" fmla="*/ 235 h 470"/>
                <a:gd name="T6" fmla="*/ 109 w 470"/>
                <a:gd name="T7" fmla="*/ 361 h 470"/>
                <a:gd name="T8" fmla="*/ 235 w 470"/>
                <a:gd name="T9" fmla="*/ 413 h 470"/>
                <a:gd name="T10" fmla="*/ 361 w 470"/>
                <a:gd name="T11" fmla="*/ 361 h 470"/>
                <a:gd name="T12" fmla="*/ 413 w 470"/>
                <a:gd name="T13" fmla="*/ 235 h 470"/>
                <a:gd name="T14" fmla="*/ 361 w 470"/>
                <a:gd name="T15" fmla="*/ 109 h 470"/>
                <a:gd name="T16" fmla="*/ 235 w 470"/>
                <a:gd name="T17" fmla="*/ 57 h 470"/>
                <a:gd name="T18" fmla="*/ 170 w 470"/>
                <a:gd name="T19" fmla="*/ 228 h 470"/>
                <a:gd name="T20" fmla="*/ 154 w 470"/>
                <a:gd name="T21" fmla="*/ 191 h 470"/>
                <a:gd name="T22" fmla="*/ 173 w 470"/>
                <a:gd name="T23" fmla="*/ 149 h 470"/>
                <a:gd name="T24" fmla="*/ 222 w 470"/>
                <a:gd name="T25" fmla="*/ 132 h 470"/>
                <a:gd name="T26" fmla="*/ 222 w 470"/>
                <a:gd name="T27" fmla="*/ 114 h 470"/>
                <a:gd name="T28" fmla="*/ 251 w 470"/>
                <a:gd name="T29" fmla="*/ 114 h 470"/>
                <a:gd name="T30" fmla="*/ 251 w 470"/>
                <a:gd name="T31" fmla="*/ 132 h 470"/>
                <a:gd name="T32" fmla="*/ 296 w 470"/>
                <a:gd name="T33" fmla="*/ 148 h 470"/>
                <a:gd name="T34" fmla="*/ 314 w 470"/>
                <a:gd name="T35" fmla="*/ 190 h 470"/>
                <a:gd name="T36" fmla="*/ 267 w 470"/>
                <a:gd name="T37" fmla="*/ 190 h 470"/>
                <a:gd name="T38" fmla="*/ 262 w 470"/>
                <a:gd name="T39" fmla="*/ 173 h 470"/>
                <a:gd name="T40" fmla="*/ 208 w 470"/>
                <a:gd name="T41" fmla="*/ 171 h 470"/>
                <a:gd name="T42" fmla="*/ 208 w 470"/>
                <a:gd name="T43" fmla="*/ 196 h 470"/>
                <a:gd name="T44" fmla="*/ 264 w 470"/>
                <a:gd name="T45" fmla="*/ 212 h 470"/>
                <a:gd name="T46" fmla="*/ 302 w 470"/>
                <a:gd name="T47" fmla="*/ 231 h 470"/>
                <a:gd name="T48" fmla="*/ 318 w 470"/>
                <a:gd name="T49" fmla="*/ 271 h 470"/>
                <a:gd name="T50" fmla="*/ 300 w 470"/>
                <a:gd name="T51" fmla="*/ 314 h 470"/>
                <a:gd name="T52" fmla="*/ 248 w 470"/>
                <a:gd name="T53" fmla="*/ 333 h 470"/>
                <a:gd name="T54" fmla="*/ 248 w 470"/>
                <a:gd name="T55" fmla="*/ 355 h 470"/>
                <a:gd name="T56" fmla="*/ 219 w 470"/>
                <a:gd name="T57" fmla="*/ 355 h 470"/>
                <a:gd name="T58" fmla="*/ 219 w 470"/>
                <a:gd name="T59" fmla="*/ 333 h 470"/>
                <a:gd name="T60" fmla="*/ 171 w 470"/>
                <a:gd name="T61" fmla="*/ 313 h 470"/>
                <a:gd name="T62" fmla="*/ 151 w 470"/>
                <a:gd name="T63" fmla="*/ 266 h 470"/>
                <a:gd name="T64" fmla="*/ 201 w 470"/>
                <a:gd name="T65" fmla="*/ 266 h 470"/>
                <a:gd name="T66" fmla="*/ 207 w 470"/>
                <a:gd name="T67" fmla="*/ 288 h 470"/>
                <a:gd name="T68" fmla="*/ 263 w 470"/>
                <a:gd name="T69" fmla="*/ 290 h 470"/>
                <a:gd name="T70" fmla="*/ 264 w 470"/>
                <a:gd name="T71" fmla="*/ 264 h 470"/>
                <a:gd name="T72" fmla="*/ 170 w 470"/>
                <a:gd name="T73" fmla="*/ 228 h 470"/>
                <a:gd name="T74" fmla="*/ 69 w 470"/>
                <a:gd name="T75" fmla="*/ 69 h 470"/>
                <a:gd name="T76" fmla="*/ 235 w 470"/>
                <a:gd name="T77" fmla="*/ 0 h 470"/>
                <a:gd name="T78" fmla="*/ 401 w 470"/>
                <a:gd name="T79" fmla="*/ 69 h 470"/>
                <a:gd name="T80" fmla="*/ 470 w 470"/>
                <a:gd name="T81" fmla="*/ 235 h 470"/>
                <a:gd name="T82" fmla="*/ 401 w 470"/>
                <a:gd name="T83" fmla="*/ 401 h 470"/>
                <a:gd name="T84" fmla="*/ 235 w 470"/>
                <a:gd name="T85" fmla="*/ 470 h 470"/>
                <a:gd name="T86" fmla="*/ 69 w 470"/>
                <a:gd name="T87" fmla="*/ 401 h 470"/>
                <a:gd name="T88" fmla="*/ 0 w 470"/>
                <a:gd name="T89" fmla="*/ 235 h 470"/>
                <a:gd name="T90" fmla="*/ 69 w 470"/>
                <a:gd name="T91" fmla="*/ 69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0" h="470">
                  <a:moveTo>
                    <a:pt x="235" y="57"/>
                  </a:moveTo>
                  <a:cubicBezTo>
                    <a:pt x="186" y="57"/>
                    <a:pt x="141" y="77"/>
                    <a:pt x="109" y="109"/>
                  </a:cubicBezTo>
                  <a:cubicBezTo>
                    <a:pt x="77" y="141"/>
                    <a:pt x="57" y="186"/>
                    <a:pt x="57" y="235"/>
                  </a:cubicBezTo>
                  <a:cubicBezTo>
                    <a:pt x="57" y="284"/>
                    <a:pt x="77" y="328"/>
                    <a:pt x="109" y="361"/>
                  </a:cubicBezTo>
                  <a:cubicBezTo>
                    <a:pt x="141" y="393"/>
                    <a:pt x="186" y="413"/>
                    <a:pt x="235" y="413"/>
                  </a:cubicBezTo>
                  <a:cubicBezTo>
                    <a:pt x="284" y="413"/>
                    <a:pt x="328" y="393"/>
                    <a:pt x="361" y="361"/>
                  </a:cubicBezTo>
                  <a:cubicBezTo>
                    <a:pt x="393" y="328"/>
                    <a:pt x="413" y="284"/>
                    <a:pt x="413" y="235"/>
                  </a:cubicBezTo>
                  <a:cubicBezTo>
                    <a:pt x="413" y="186"/>
                    <a:pt x="393" y="141"/>
                    <a:pt x="361" y="109"/>
                  </a:cubicBezTo>
                  <a:cubicBezTo>
                    <a:pt x="328" y="77"/>
                    <a:pt x="284" y="57"/>
                    <a:pt x="235" y="57"/>
                  </a:cubicBezTo>
                  <a:close/>
                  <a:moveTo>
                    <a:pt x="170" y="228"/>
                  </a:moveTo>
                  <a:cubicBezTo>
                    <a:pt x="159" y="219"/>
                    <a:pt x="154" y="207"/>
                    <a:pt x="154" y="191"/>
                  </a:cubicBezTo>
                  <a:cubicBezTo>
                    <a:pt x="154" y="174"/>
                    <a:pt x="160" y="160"/>
                    <a:pt x="173" y="149"/>
                  </a:cubicBezTo>
                  <a:cubicBezTo>
                    <a:pt x="186" y="139"/>
                    <a:pt x="200" y="133"/>
                    <a:pt x="222" y="132"/>
                  </a:cubicBezTo>
                  <a:cubicBezTo>
                    <a:pt x="222" y="114"/>
                    <a:pt x="222" y="114"/>
                    <a:pt x="222" y="114"/>
                  </a:cubicBezTo>
                  <a:cubicBezTo>
                    <a:pt x="251" y="114"/>
                    <a:pt x="251" y="114"/>
                    <a:pt x="251" y="114"/>
                  </a:cubicBezTo>
                  <a:cubicBezTo>
                    <a:pt x="251" y="132"/>
                    <a:pt x="251" y="132"/>
                    <a:pt x="251" y="132"/>
                  </a:cubicBezTo>
                  <a:cubicBezTo>
                    <a:pt x="272" y="133"/>
                    <a:pt x="284" y="138"/>
                    <a:pt x="296" y="148"/>
                  </a:cubicBezTo>
                  <a:cubicBezTo>
                    <a:pt x="308" y="158"/>
                    <a:pt x="313" y="172"/>
                    <a:pt x="314" y="190"/>
                  </a:cubicBezTo>
                  <a:cubicBezTo>
                    <a:pt x="267" y="190"/>
                    <a:pt x="267" y="190"/>
                    <a:pt x="267" y="190"/>
                  </a:cubicBezTo>
                  <a:cubicBezTo>
                    <a:pt x="266" y="182"/>
                    <a:pt x="265" y="177"/>
                    <a:pt x="262" y="173"/>
                  </a:cubicBezTo>
                  <a:cubicBezTo>
                    <a:pt x="254" y="164"/>
                    <a:pt x="218" y="164"/>
                    <a:pt x="208" y="171"/>
                  </a:cubicBezTo>
                  <a:cubicBezTo>
                    <a:pt x="201" y="177"/>
                    <a:pt x="200" y="190"/>
                    <a:pt x="208" y="196"/>
                  </a:cubicBezTo>
                  <a:cubicBezTo>
                    <a:pt x="217" y="203"/>
                    <a:pt x="250" y="208"/>
                    <a:pt x="264" y="212"/>
                  </a:cubicBezTo>
                  <a:cubicBezTo>
                    <a:pt x="281" y="218"/>
                    <a:pt x="294" y="224"/>
                    <a:pt x="302" y="231"/>
                  </a:cubicBezTo>
                  <a:cubicBezTo>
                    <a:pt x="313" y="241"/>
                    <a:pt x="318" y="254"/>
                    <a:pt x="318" y="271"/>
                  </a:cubicBezTo>
                  <a:cubicBezTo>
                    <a:pt x="319" y="290"/>
                    <a:pt x="312" y="304"/>
                    <a:pt x="300" y="314"/>
                  </a:cubicBezTo>
                  <a:cubicBezTo>
                    <a:pt x="288" y="325"/>
                    <a:pt x="272" y="332"/>
                    <a:pt x="248" y="333"/>
                  </a:cubicBezTo>
                  <a:cubicBezTo>
                    <a:pt x="248" y="355"/>
                    <a:pt x="248" y="355"/>
                    <a:pt x="248" y="355"/>
                  </a:cubicBezTo>
                  <a:cubicBezTo>
                    <a:pt x="219" y="355"/>
                    <a:pt x="219" y="355"/>
                    <a:pt x="219" y="355"/>
                  </a:cubicBezTo>
                  <a:cubicBezTo>
                    <a:pt x="219" y="333"/>
                    <a:pt x="219" y="333"/>
                    <a:pt x="219" y="333"/>
                  </a:cubicBezTo>
                  <a:cubicBezTo>
                    <a:pt x="196" y="333"/>
                    <a:pt x="183" y="325"/>
                    <a:pt x="171" y="313"/>
                  </a:cubicBezTo>
                  <a:cubicBezTo>
                    <a:pt x="158" y="302"/>
                    <a:pt x="151" y="286"/>
                    <a:pt x="151" y="266"/>
                  </a:cubicBezTo>
                  <a:cubicBezTo>
                    <a:pt x="201" y="266"/>
                    <a:pt x="201" y="266"/>
                    <a:pt x="201" y="266"/>
                  </a:cubicBezTo>
                  <a:cubicBezTo>
                    <a:pt x="202" y="276"/>
                    <a:pt x="204" y="283"/>
                    <a:pt x="207" y="288"/>
                  </a:cubicBezTo>
                  <a:cubicBezTo>
                    <a:pt x="216" y="299"/>
                    <a:pt x="254" y="297"/>
                    <a:pt x="263" y="290"/>
                  </a:cubicBezTo>
                  <a:cubicBezTo>
                    <a:pt x="272" y="284"/>
                    <a:pt x="272" y="271"/>
                    <a:pt x="264" y="264"/>
                  </a:cubicBezTo>
                  <a:cubicBezTo>
                    <a:pt x="245" y="249"/>
                    <a:pt x="198" y="252"/>
                    <a:pt x="170" y="228"/>
                  </a:cubicBezTo>
                  <a:close/>
                  <a:moveTo>
                    <a:pt x="69" y="69"/>
                  </a:moveTo>
                  <a:cubicBezTo>
                    <a:pt x="111" y="26"/>
                    <a:pt x="170" y="0"/>
                    <a:pt x="235" y="0"/>
                  </a:cubicBezTo>
                  <a:cubicBezTo>
                    <a:pt x="300" y="0"/>
                    <a:pt x="359" y="26"/>
                    <a:pt x="401" y="69"/>
                  </a:cubicBezTo>
                  <a:cubicBezTo>
                    <a:pt x="444" y="111"/>
                    <a:pt x="470" y="170"/>
                    <a:pt x="470" y="235"/>
                  </a:cubicBezTo>
                  <a:cubicBezTo>
                    <a:pt x="470" y="300"/>
                    <a:pt x="444" y="359"/>
                    <a:pt x="401" y="401"/>
                  </a:cubicBezTo>
                  <a:cubicBezTo>
                    <a:pt x="359" y="444"/>
                    <a:pt x="300" y="470"/>
                    <a:pt x="235" y="470"/>
                  </a:cubicBezTo>
                  <a:cubicBezTo>
                    <a:pt x="170" y="470"/>
                    <a:pt x="111" y="444"/>
                    <a:pt x="69" y="401"/>
                  </a:cubicBezTo>
                  <a:cubicBezTo>
                    <a:pt x="26" y="359"/>
                    <a:pt x="0" y="300"/>
                    <a:pt x="0" y="235"/>
                  </a:cubicBezTo>
                  <a:cubicBezTo>
                    <a:pt x="0" y="170"/>
                    <a:pt x="26" y="111"/>
                    <a:pt x="69" y="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9" tIns="34295" rIns="68589" bIns="34295" numCol="1" anchor="t" anchorCtr="0" compatLnSpc="1"/>
            <a:lstStyle/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TextBox 76"/>
            <p:cNvSpPr txBox="1"/>
            <p:nvPr>
              <p:custDataLst>
                <p:tags r:id="rId7"/>
              </p:custDataLst>
            </p:nvPr>
          </p:nvSpPr>
          <p:spPr>
            <a:xfrm>
              <a:off x="11816" y="4576"/>
              <a:ext cx="525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url.format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</a:t>
              </a:r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urlObject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) 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文本框 53"/>
            <p:cNvSpPr txBox="1"/>
            <p:nvPr>
              <p:custDataLst>
                <p:tags r:id="rId8"/>
              </p:custDataLst>
            </p:nvPr>
          </p:nvSpPr>
          <p:spPr>
            <a:xfrm>
              <a:off x="11816" y="5408"/>
              <a:ext cx="4983" cy="4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把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JSON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对象形式的 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url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格式化成字符串形式的 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url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返回：字符串形式的 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url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format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方法的作用与 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parse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相反，它的参数是一个 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JSON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对象，返回一个组装好的 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url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地址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22020" y="2204085"/>
            <a:ext cx="9011285" cy="3669030"/>
            <a:chOff x="1452" y="3471"/>
            <a:chExt cx="14191" cy="5778"/>
          </a:xfrm>
        </p:grpSpPr>
        <p:sp>
          <p:nvSpPr>
            <p:cNvPr id="30" name="Freeform 8"/>
            <p:cNvSpPr/>
            <p:nvPr>
              <p:custDataLst>
                <p:tags r:id="rId9"/>
              </p:custDataLst>
            </p:nvPr>
          </p:nvSpPr>
          <p:spPr bwMode="auto">
            <a:xfrm>
              <a:off x="7065" y="4863"/>
              <a:ext cx="1859" cy="2150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 14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7726" y="5445"/>
              <a:ext cx="595" cy="812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TextBox 76"/>
            <p:cNvSpPr txBox="1"/>
            <p:nvPr>
              <p:custDataLst>
                <p:tags r:id="rId11"/>
              </p:custDataLst>
            </p:nvPr>
          </p:nvSpPr>
          <p:spPr>
            <a:xfrm>
              <a:off x="1475" y="3471"/>
              <a:ext cx="1416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url.parse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(</a:t>
              </a:r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urlString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[, </a:t>
              </a:r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parseQueryString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[, </a:t>
              </a:r>
              <a:r>
                <a:rPr lang="en-US" altLang="zh-CN" sz="20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slashesDenoteHost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]])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12"/>
              </p:custDataLst>
            </p:nvPr>
          </p:nvSpPr>
          <p:spPr>
            <a:xfrm>
              <a:off x="1452" y="4571"/>
              <a:ext cx="4983" cy="4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把字符串形式的 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url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转成对象形式的 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url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返回：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url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对象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参数说明：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urlString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需要解析的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url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字符串</a:t>
              </a:r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parseQueryString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为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true 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时将使用查询模块分析查询字符串，默认为 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false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67" name="文本框 66"/>
          <p:cNvSpPr txBox="1"/>
          <p:nvPr/>
        </p:nvSpPr>
        <p:spPr>
          <a:xfrm>
            <a:off x="828652" y="200499"/>
            <a:ext cx="145986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en-US" altLang="zh-CN" sz="32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url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3"/>
            </p:custDataLst>
          </p:nvPr>
        </p:nvSpPr>
        <p:spPr>
          <a:xfrm>
            <a:off x="1297305" y="1073785"/>
            <a:ext cx="27120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3C853C"/>
              </a:buClr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url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模块的主要方法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Isosceles Triangle 2_1"/>
          <p:cNvSpPr/>
          <p:nvPr>
            <p:custDataLst>
              <p:tags r:id="rId14"/>
            </p:custDataLst>
          </p:nvPr>
        </p:nvSpPr>
        <p:spPr>
          <a:xfrm rot="16200000" flipV="1">
            <a:off x="915670" y="121602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45986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url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793490" y="1809750"/>
            <a:ext cx="8359775" cy="4062730"/>
            <a:chOff x="5974" y="2850"/>
            <a:chExt cx="13165" cy="6398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6207" y="2850"/>
              <a:ext cx="12933" cy="4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var 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url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= require("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url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")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var 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myurl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= "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http://www.nodejs.org/some/url/?with=query&amp;param=that#about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"</a:t>
              </a: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；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var 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parsedUrl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= 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url.parse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myurl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console.log(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parsedUrl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);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5974" y="2850"/>
              <a:ext cx="12745" cy="6398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04800" y="4250690"/>
            <a:ext cx="7924165" cy="1541145"/>
            <a:chOff x="480" y="6694"/>
            <a:chExt cx="12479" cy="2427"/>
          </a:xfrm>
        </p:grpSpPr>
        <p:sp>
          <p:nvSpPr>
            <p:cNvPr id="22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80" y="7025"/>
              <a:ext cx="4560" cy="20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用的 </a:t>
              </a:r>
              <a:r>
                <a:rPr lang="en-US" altLang="zh-CN" sz="1600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url.parse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方法，只传入字符串形式的 </a:t>
              </a:r>
              <a:r>
                <a:rPr lang="en-US" altLang="zh-CN" sz="1600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url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参数，进行对象形式转换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763" y="6694"/>
              <a:ext cx="719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V="1">
              <a:off x="5763" y="6694"/>
              <a:ext cx="22" cy="152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229" y="8221"/>
              <a:ext cx="53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5229" y="7865"/>
              <a:ext cx="0" cy="7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549275" y="1069340"/>
            <a:ext cx="9766300" cy="613410"/>
            <a:chOff x="865" y="1684"/>
            <a:chExt cx="15380" cy="966"/>
          </a:xfrm>
        </p:grpSpPr>
        <p:sp>
          <p:nvSpPr>
            <p:cNvPr id="97" name="文本框 96"/>
            <p:cNvSpPr txBox="1"/>
            <p:nvPr>
              <p:custDataLst>
                <p:tags r:id="rId10"/>
              </p:custDataLst>
            </p:nvPr>
          </p:nvSpPr>
          <p:spPr>
            <a:xfrm>
              <a:off x="5081" y="1866"/>
              <a:ext cx="11164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用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url.parse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方法，把字符串形式的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url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转成对象形式的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url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65" y="1684"/>
              <a:ext cx="3728" cy="967"/>
              <a:chOff x="865" y="1684"/>
              <a:chExt cx="3728" cy="967"/>
            </a:xfrm>
          </p:grpSpPr>
          <p:sp>
            <p:nvSpPr>
              <p:cNvPr id="28" name="矩形 1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975" y="1997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0" name="TextBox 27"/>
              <p:cNvSpPr txBox="1">
                <a:spLocks noChangeArrowheads="1"/>
              </p:cNvSpPr>
              <p:nvPr/>
            </p:nvSpPr>
            <p:spPr bwMode="auto">
              <a:xfrm>
                <a:off x="2141" y="2009"/>
                <a:ext cx="10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示例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" name="iconfont-1187-868615"/>
              <p:cNvSpPr/>
              <p:nvPr>
                <p:custDataLst>
                  <p:tags r:id="rId12"/>
                </p:custDataLst>
              </p:nvPr>
            </p:nvSpPr>
            <p:spPr>
              <a:xfrm>
                <a:off x="865" y="1684"/>
                <a:ext cx="958" cy="960"/>
              </a:xfrm>
              <a:custGeom>
                <a:avLst/>
                <a:gdLst>
                  <a:gd name="T0" fmla="*/ 12123 w 12728"/>
                  <a:gd name="T1" fmla="*/ 2794 h 12755"/>
                  <a:gd name="T2" fmla="*/ 11574 w 12728"/>
                  <a:gd name="T3" fmla="*/ 3342 h 12755"/>
                  <a:gd name="T4" fmla="*/ 9386 w 12728"/>
                  <a:gd name="T5" fmla="*/ 1151 h 12755"/>
                  <a:gd name="T6" fmla="*/ 9932 w 12728"/>
                  <a:gd name="T7" fmla="*/ 605 h 12755"/>
                  <a:gd name="T8" fmla="*/ 12123 w 12728"/>
                  <a:gd name="T9" fmla="*/ 605 h 12755"/>
                  <a:gd name="T10" fmla="*/ 12123 w 12728"/>
                  <a:gd name="T11" fmla="*/ 2794 h 12755"/>
                  <a:gd name="T12" fmla="*/ 10479 w 12728"/>
                  <a:gd name="T13" fmla="*/ 4436 h 12755"/>
                  <a:gd name="T14" fmla="*/ 7742 w 12728"/>
                  <a:gd name="T15" fmla="*/ 7169 h 12755"/>
                  <a:gd name="T16" fmla="*/ 3926 w 12728"/>
                  <a:gd name="T17" fmla="*/ 8827 h 12755"/>
                  <a:gd name="T18" fmla="*/ 5551 w 12728"/>
                  <a:gd name="T19" fmla="*/ 4980 h 12755"/>
                  <a:gd name="T20" fmla="*/ 8290 w 12728"/>
                  <a:gd name="T21" fmla="*/ 2245 h 12755"/>
                  <a:gd name="T22" fmla="*/ 10479 w 12728"/>
                  <a:gd name="T23" fmla="*/ 4436 h 12755"/>
                  <a:gd name="T24" fmla="*/ 4711 w 12728"/>
                  <a:gd name="T25" fmla="*/ 1735 h 12755"/>
                  <a:gd name="T26" fmla="*/ 2356 w 12728"/>
                  <a:gd name="T27" fmla="*/ 1735 h 12755"/>
                  <a:gd name="T28" fmla="*/ 1570 w 12728"/>
                  <a:gd name="T29" fmla="*/ 2522 h 12755"/>
                  <a:gd name="T30" fmla="*/ 1570 w 12728"/>
                  <a:gd name="T31" fmla="*/ 10392 h 12755"/>
                  <a:gd name="T32" fmla="*/ 2356 w 12728"/>
                  <a:gd name="T33" fmla="*/ 11179 h 12755"/>
                  <a:gd name="T34" fmla="*/ 10210 w 12728"/>
                  <a:gd name="T35" fmla="*/ 11179 h 12755"/>
                  <a:gd name="T36" fmla="*/ 10995 w 12728"/>
                  <a:gd name="T37" fmla="*/ 10392 h 12755"/>
                  <a:gd name="T38" fmla="*/ 10995 w 12728"/>
                  <a:gd name="T39" fmla="*/ 7245 h 12755"/>
                  <a:gd name="T40" fmla="*/ 11780 w 12728"/>
                  <a:gd name="T41" fmla="*/ 6458 h 12755"/>
                  <a:gd name="T42" fmla="*/ 12565 w 12728"/>
                  <a:gd name="T43" fmla="*/ 7245 h 12755"/>
                  <a:gd name="T44" fmla="*/ 12565 w 12728"/>
                  <a:gd name="T45" fmla="*/ 11181 h 12755"/>
                  <a:gd name="T46" fmla="*/ 10995 w 12728"/>
                  <a:gd name="T47" fmla="*/ 12755 h 12755"/>
                  <a:gd name="T48" fmla="*/ 1570 w 12728"/>
                  <a:gd name="T49" fmla="*/ 12755 h 12755"/>
                  <a:gd name="T50" fmla="*/ 0 w 12728"/>
                  <a:gd name="T51" fmla="*/ 11181 h 12755"/>
                  <a:gd name="T52" fmla="*/ 0 w 12728"/>
                  <a:gd name="T53" fmla="*/ 1735 h 12755"/>
                  <a:gd name="T54" fmla="*/ 1570 w 12728"/>
                  <a:gd name="T55" fmla="*/ 161 h 12755"/>
                  <a:gd name="T56" fmla="*/ 4711 w 12728"/>
                  <a:gd name="T57" fmla="*/ 161 h 12755"/>
                  <a:gd name="T58" fmla="*/ 5496 w 12728"/>
                  <a:gd name="T59" fmla="*/ 948 h 12755"/>
                  <a:gd name="T60" fmla="*/ 4711 w 12728"/>
                  <a:gd name="T61" fmla="*/ 1735 h 12755"/>
                  <a:gd name="T62" fmla="*/ 4711 w 12728"/>
                  <a:gd name="T63" fmla="*/ 1735 h 12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2728" h="12755">
                    <a:moveTo>
                      <a:pt x="12123" y="2794"/>
                    </a:moveTo>
                    <a:lnTo>
                      <a:pt x="11574" y="3342"/>
                    </a:lnTo>
                    <a:lnTo>
                      <a:pt x="9386" y="1151"/>
                    </a:lnTo>
                    <a:lnTo>
                      <a:pt x="9932" y="605"/>
                    </a:lnTo>
                    <a:cubicBezTo>
                      <a:pt x="10537" y="0"/>
                      <a:pt x="11518" y="0"/>
                      <a:pt x="12123" y="605"/>
                    </a:cubicBezTo>
                    <a:cubicBezTo>
                      <a:pt x="12728" y="1208"/>
                      <a:pt x="12728" y="2189"/>
                      <a:pt x="12123" y="2794"/>
                    </a:cubicBezTo>
                    <a:close/>
                    <a:moveTo>
                      <a:pt x="10479" y="4436"/>
                    </a:moveTo>
                    <a:lnTo>
                      <a:pt x="7742" y="7169"/>
                    </a:lnTo>
                    <a:lnTo>
                      <a:pt x="3926" y="8827"/>
                    </a:lnTo>
                    <a:lnTo>
                      <a:pt x="5551" y="4980"/>
                    </a:lnTo>
                    <a:lnTo>
                      <a:pt x="8290" y="2245"/>
                    </a:lnTo>
                    <a:lnTo>
                      <a:pt x="10479" y="4436"/>
                    </a:lnTo>
                    <a:close/>
                    <a:moveTo>
                      <a:pt x="4711" y="1735"/>
                    </a:moveTo>
                    <a:lnTo>
                      <a:pt x="2356" y="1735"/>
                    </a:lnTo>
                    <a:cubicBezTo>
                      <a:pt x="1921" y="1735"/>
                      <a:pt x="1570" y="2088"/>
                      <a:pt x="1570" y="2522"/>
                    </a:cubicBezTo>
                    <a:lnTo>
                      <a:pt x="1570" y="10392"/>
                    </a:lnTo>
                    <a:cubicBezTo>
                      <a:pt x="1570" y="10826"/>
                      <a:pt x="1921" y="11179"/>
                      <a:pt x="2356" y="11179"/>
                    </a:cubicBezTo>
                    <a:lnTo>
                      <a:pt x="10210" y="11179"/>
                    </a:lnTo>
                    <a:cubicBezTo>
                      <a:pt x="10644" y="11179"/>
                      <a:pt x="10995" y="10826"/>
                      <a:pt x="10995" y="10392"/>
                    </a:cubicBezTo>
                    <a:lnTo>
                      <a:pt x="10995" y="7245"/>
                    </a:lnTo>
                    <a:cubicBezTo>
                      <a:pt x="10995" y="6811"/>
                      <a:pt x="11346" y="6458"/>
                      <a:pt x="11780" y="6458"/>
                    </a:cubicBezTo>
                    <a:cubicBezTo>
                      <a:pt x="12214" y="6458"/>
                      <a:pt x="12565" y="6811"/>
                      <a:pt x="12565" y="7245"/>
                    </a:cubicBezTo>
                    <a:lnTo>
                      <a:pt x="12565" y="11181"/>
                    </a:lnTo>
                    <a:cubicBezTo>
                      <a:pt x="12565" y="12049"/>
                      <a:pt x="11861" y="12755"/>
                      <a:pt x="10995" y="12755"/>
                    </a:cubicBezTo>
                    <a:lnTo>
                      <a:pt x="1570" y="12755"/>
                    </a:lnTo>
                    <a:cubicBezTo>
                      <a:pt x="704" y="12755"/>
                      <a:pt x="0" y="12051"/>
                      <a:pt x="0" y="11181"/>
                    </a:cubicBezTo>
                    <a:lnTo>
                      <a:pt x="0" y="1735"/>
                    </a:lnTo>
                    <a:cubicBezTo>
                      <a:pt x="0" y="866"/>
                      <a:pt x="704" y="161"/>
                      <a:pt x="1570" y="161"/>
                    </a:cubicBezTo>
                    <a:lnTo>
                      <a:pt x="4711" y="161"/>
                    </a:lnTo>
                    <a:cubicBezTo>
                      <a:pt x="5145" y="161"/>
                      <a:pt x="5496" y="514"/>
                      <a:pt x="5496" y="948"/>
                    </a:cubicBezTo>
                    <a:cubicBezTo>
                      <a:pt x="5496" y="1384"/>
                      <a:pt x="5145" y="1735"/>
                      <a:pt x="4711" y="1735"/>
                    </a:cubicBezTo>
                    <a:close/>
                    <a:moveTo>
                      <a:pt x="4711" y="1735"/>
                    </a:moveTo>
                    <a:close/>
                  </a:path>
                </a:pathLst>
              </a:custGeom>
              <a:solidFill>
                <a:schemeClr val="lt1">
                  <a:lumMod val="8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145986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en-US" altLang="zh-CN" sz="3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url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618865" y="1520190"/>
            <a:ext cx="8382000" cy="5055870"/>
            <a:chOff x="5699" y="2394"/>
            <a:chExt cx="13200" cy="7962"/>
          </a:xfrm>
        </p:grpSpPr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5699" y="2394"/>
              <a:ext cx="13201" cy="7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var 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url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= require("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url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"); 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var testObj1 = {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protocol: 'http: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'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, 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slashes: true, 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auth: null,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host: 'www.nodejs.org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'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, 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port: null,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hostname: 'www.nodejs.org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'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, 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hash: '#about’,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search: '?with=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query&amp;param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=that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'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, 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query: 'with=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query&amp;param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=that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'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,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pathname: '/some/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url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/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'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,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  path: '/some/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url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/?with=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query&amp;param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=that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rPr>
                <a:t>'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,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href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:'http://www.nodejs.org/some/url/?with=query&amp;param=that#about'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}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var 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rsUrl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 = 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url.format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(testObj1); 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  <a:p>
              <a:pPr marL="0" lvl="1">
                <a:spcBef>
                  <a:spcPct val="20000"/>
                </a:spcBef>
              </a:pP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console.log(</a:t>
              </a:r>
              <a:r>
                <a:rPr lang="en-US" altLang="zh-CN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rsUrl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</a:rPr>
                <a:t>);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4"/>
              </p:custDataLst>
            </p:nvPr>
          </p:nvSpPr>
          <p:spPr>
            <a:xfrm>
              <a:off x="5699" y="2394"/>
              <a:ext cx="13201" cy="7819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87350" y="1826895"/>
            <a:ext cx="11527790" cy="3823970"/>
            <a:chOff x="610" y="2877"/>
            <a:chExt cx="18154" cy="6022"/>
          </a:xfrm>
        </p:grpSpPr>
        <p:sp>
          <p:nvSpPr>
            <p:cNvPr id="17" name="矩形 16"/>
            <p:cNvSpPr/>
            <p:nvPr>
              <p:custDataLst>
                <p:tags r:id="rId5"/>
              </p:custDataLst>
            </p:nvPr>
          </p:nvSpPr>
          <p:spPr>
            <a:xfrm>
              <a:off x="5798" y="2877"/>
              <a:ext cx="12966" cy="6022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10" y="4816"/>
              <a:ext cx="4560" cy="82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格式的数据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1" name="直接连接符 5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269" y="5255"/>
              <a:ext cx="53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90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>
              <a:off x="5269" y="4888"/>
              <a:ext cx="0" cy="7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组合 9"/>
          <p:cNvGrpSpPr/>
          <p:nvPr/>
        </p:nvGrpSpPr>
        <p:grpSpPr>
          <a:xfrm>
            <a:off x="387350" y="4566285"/>
            <a:ext cx="7208520" cy="1637030"/>
            <a:chOff x="610" y="7191"/>
            <a:chExt cx="11352" cy="2578"/>
          </a:xfrm>
        </p:grpSpPr>
        <p:sp>
          <p:nvSpPr>
            <p:cNvPr id="25" name="矩形 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10" y="7191"/>
              <a:ext cx="4560" cy="20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用 </a:t>
              </a:r>
              <a:r>
                <a:rPr lang="en-US" altLang="zh-CN" sz="1600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url.format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()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方法，返回一个组装好的 </a:t>
              </a:r>
              <a:r>
                <a:rPr lang="en-US" altLang="zh-CN" sz="1600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url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地址。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9" name="直接连接符 5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506" y="9769"/>
              <a:ext cx="645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直接连接符 9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V="1">
              <a:off x="5506" y="8378"/>
              <a:ext cx="42" cy="138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直接连接符 76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5359" y="8386"/>
              <a:ext cx="163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90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>
              <a:off x="5359" y="8030"/>
              <a:ext cx="0" cy="71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/>
          <p:cNvGrpSpPr/>
          <p:nvPr/>
        </p:nvGrpSpPr>
        <p:grpSpPr>
          <a:xfrm>
            <a:off x="549275" y="1069340"/>
            <a:ext cx="10470515" cy="614045"/>
            <a:chOff x="865" y="1684"/>
            <a:chExt cx="16489" cy="967"/>
          </a:xfrm>
        </p:grpSpPr>
        <p:sp>
          <p:nvSpPr>
            <p:cNvPr id="97" name="文本框 96"/>
            <p:cNvSpPr txBox="1"/>
            <p:nvPr>
              <p:custDataLst>
                <p:tags r:id="rId14"/>
              </p:custDataLst>
            </p:nvPr>
          </p:nvSpPr>
          <p:spPr>
            <a:xfrm>
              <a:off x="5022" y="1752"/>
              <a:ext cx="12332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使用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url.format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()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方法，把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JSON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对象形式的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url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格式化成字符串形式的 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url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65" y="1684"/>
              <a:ext cx="3728" cy="967"/>
              <a:chOff x="865" y="1684"/>
              <a:chExt cx="3728" cy="967"/>
            </a:xfrm>
          </p:grpSpPr>
          <p:sp>
            <p:nvSpPr>
              <p:cNvPr id="3" name="矩形 1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975" y="1997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" name="TextBox 27"/>
              <p:cNvSpPr txBox="1">
                <a:spLocks noChangeArrowheads="1"/>
              </p:cNvSpPr>
              <p:nvPr/>
            </p:nvSpPr>
            <p:spPr bwMode="auto">
              <a:xfrm>
                <a:off x="2141" y="2009"/>
                <a:ext cx="10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示例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iconfont-1187-868615"/>
              <p:cNvSpPr/>
              <p:nvPr>
                <p:custDataLst>
                  <p:tags r:id="rId16"/>
                </p:custDataLst>
              </p:nvPr>
            </p:nvSpPr>
            <p:spPr>
              <a:xfrm>
                <a:off x="865" y="1684"/>
                <a:ext cx="958" cy="960"/>
              </a:xfrm>
              <a:custGeom>
                <a:avLst/>
                <a:gdLst>
                  <a:gd name="T0" fmla="*/ 12123 w 12728"/>
                  <a:gd name="T1" fmla="*/ 2794 h 12755"/>
                  <a:gd name="T2" fmla="*/ 11574 w 12728"/>
                  <a:gd name="T3" fmla="*/ 3342 h 12755"/>
                  <a:gd name="T4" fmla="*/ 9386 w 12728"/>
                  <a:gd name="T5" fmla="*/ 1151 h 12755"/>
                  <a:gd name="T6" fmla="*/ 9932 w 12728"/>
                  <a:gd name="T7" fmla="*/ 605 h 12755"/>
                  <a:gd name="T8" fmla="*/ 12123 w 12728"/>
                  <a:gd name="T9" fmla="*/ 605 h 12755"/>
                  <a:gd name="T10" fmla="*/ 12123 w 12728"/>
                  <a:gd name="T11" fmla="*/ 2794 h 12755"/>
                  <a:gd name="T12" fmla="*/ 10479 w 12728"/>
                  <a:gd name="T13" fmla="*/ 4436 h 12755"/>
                  <a:gd name="T14" fmla="*/ 7742 w 12728"/>
                  <a:gd name="T15" fmla="*/ 7169 h 12755"/>
                  <a:gd name="T16" fmla="*/ 3926 w 12728"/>
                  <a:gd name="T17" fmla="*/ 8827 h 12755"/>
                  <a:gd name="T18" fmla="*/ 5551 w 12728"/>
                  <a:gd name="T19" fmla="*/ 4980 h 12755"/>
                  <a:gd name="T20" fmla="*/ 8290 w 12728"/>
                  <a:gd name="T21" fmla="*/ 2245 h 12755"/>
                  <a:gd name="T22" fmla="*/ 10479 w 12728"/>
                  <a:gd name="T23" fmla="*/ 4436 h 12755"/>
                  <a:gd name="T24" fmla="*/ 4711 w 12728"/>
                  <a:gd name="T25" fmla="*/ 1735 h 12755"/>
                  <a:gd name="T26" fmla="*/ 2356 w 12728"/>
                  <a:gd name="T27" fmla="*/ 1735 h 12755"/>
                  <a:gd name="T28" fmla="*/ 1570 w 12728"/>
                  <a:gd name="T29" fmla="*/ 2522 h 12755"/>
                  <a:gd name="T30" fmla="*/ 1570 w 12728"/>
                  <a:gd name="T31" fmla="*/ 10392 h 12755"/>
                  <a:gd name="T32" fmla="*/ 2356 w 12728"/>
                  <a:gd name="T33" fmla="*/ 11179 h 12755"/>
                  <a:gd name="T34" fmla="*/ 10210 w 12728"/>
                  <a:gd name="T35" fmla="*/ 11179 h 12755"/>
                  <a:gd name="T36" fmla="*/ 10995 w 12728"/>
                  <a:gd name="T37" fmla="*/ 10392 h 12755"/>
                  <a:gd name="T38" fmla="*/ 10995 w 12728"/>
                  <a:gd name="T39" fmla="*/ 7245 h 12755"/>
                  <a:gd name="T40" fmla="*/ 11780 w 12728"/>
                  <a:gd name="T41" fmla="*/ 6458 h 12755"/>
                  <a:gd name="T42" fmla="*/ 12565 w 12728"/>
                  <a:gd name="T43" fmla="*/ 7245 h 12755"/>
                  <a:gd name="T44" fmla="*/ 12565 w 12728"/>
                  <a:gd name="T45" fmla="*/ 11181 h 12755"/>
                  <a:gd name="T46" fmla="*/ 10995 w 12728"/>
                  <a:gd name="T47" fmla="*/ 12755 h 12755"/>
                  <a:gd name="T48" fmla="*/ 1570 w 12728"/>
                  <a:gd name="T49" fmla="*/ 12755 h 12755"/>
                  <a:gd name="T50" fmla="*/ 0 w 12728"/>
                  <a:gd name="T51" fmla="*/ 11181 h 12755"/>
                  <a:gd name="T52" fmla="*/ 0 w 12728"/>
                  <a:gd name="T53" fmla="*/ 1735 h 12755"/>
                  <a:gd name="T54" fmla="*/ 1570 w 12728"/>
                  <a:gd name="T55" fmla="*/ 161 h 12755"/>
                  <a:gd name="T56" fmla="*/ 4711 w 12728"/>
                  <a:gd name="T57" fmla="*/ 161 h 12755"/>
                  <a:gd name="T58" fmla="*/ 5496 w 12728"/>
                  <a:gd name="T59" fmla="*/ 948 h 12755"/>
                  <a:gd name="T60" fmla="*/ 4711 w 12728"/>
                  <a:gd name="T61" fmla="*/ 1735 h 12755"/>
                  <a:gd name="T62" fmla="*/ 4711 w 12728"/>
                  <a:gd name="T63" fmla="*/ 1735 h 12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2728" h="12755">
                    <a:moveTo>
                      <a:pt x="12123" y="2794"/>
                    </a:moveTo>
                    <a:lnTo>
                      <a:pt x="11574" y="3342"/>
                    </a:lnTo>
                    <a:lnTo>
                      <a:pt x="9386" y="1151"/>
                    </a:lnTo>
                    <a:lnTo>
                      <a:pt x="9932" y="605"/>
                    </a:lnTo>
                    <a:cubicBezTo>
                      <a:pt x="10537" y="0"/>
                      <a:pt x="11518" y="0"/>
                      <a:pt x="12123" y="605"/>
                    </a:cubicBezTo>
                    <a:cubicBezTo>
                      <a:pt x="12728" y="1208"/>
                      <a:pt x="12728" y="2189"/>
                      <a:pt x="12123" y="2794"/>
                    </a:cubicBezTo>
                    <a:close/>
                    <a:moveTo>
                      <a:pt x="10479" y="4436"/>
                    </a:moveTo>
                    <a:lnTo>
                      <a:pt x="7742" y="7169"/>
                    </a:lnTo>
                    <a:lnTo>
                      <a:pt x="3926" y="8827"/>
                    </a:lnTo>
                    <a:lnTo>
                      <a:pt x="5551" y="4980"/>
                    </a:lnTo>
                    <a:lnTo>
                      <a:pt x="8290" y="2245"/>
                    </a:lnTo>
                    <a:lnTo>
                      <a:pt x="10479" y="4436"/>
                    </a:lnTo>
                    <a:close/>
                    <a:moveTo>
                      <a:pt x="4711" y="1735"/>
                    </a:moveTo>
                    <a:lnTo>
                      <a:pt x="2356" y="1735"/>
                    </a:lnTo>
                    <a:cubicBezTo>
                      <a:pt x="1921" y="1735"/>
                      <a:pt x="1570" y="2088"/>
                      <a:pt x="1570" y="2522"/>
                    </a:cubicBezTo>
                    <a:lnTo>
                      <a:pt x="1570" y="10392"/>
                    </a:lnTo>
                    <a:cubicBezTo>
                      <a:pt x="1570" y="10826"/>
                      <a:pt x="1921" y="11179"/>
                      <a:pt x="2356" y="11179"/>
                    </a:cubicBezTo>
                    <a:lnTo>
                      <a:pt x="10210" y="11179"/>
                    </a:lnTo>
                    <a:cubicBezTo>
                      <a:pt x="10644" y="11179"/>
                      <a:pt x="10995" y="10826"/>
                      <a:pt x="10995" y="10392"/>
                    </a:cubicBezTo>
                    <a:lnTo>
                      <a:pt x="10995" y="7245"/>
                    </a:lnTo>
                    <a:cubicBezTo>
                      <a:pt x="10995" y="6811"/>
                      <a:pt x="11346" y="6458"/>
                      <a:pt x="11780" y="6458"/>
                    </a:cubicBezTo>
                    <a:cubicBezTo>
                      <a:pt x="12214" y="6458"/>
                      <a:pt x="12565" y="6811"/>
                      <a:pt x="12565" y="7245"/>
                    </a:cubicBezTo>
                    <a:lnTo>
                      <a:pt x="12565" y="11181"/>
                    </a:lnTo>
                    <a:cubicBezTo>
                      <a:pt x="12565" y="12049"/>
                      <a:pt x="11861" y="12755"/>
                      <a:pt x="10995" y="12755"/>
                    </a:cubicBezTo>
                    <a:lnTo>
                      <a:pt x="1570" y="12755"/>
                    </a:lnTo>
                    <a:cubicBezTo>
                      <a:pt x="704" y="12755"/>
                      <a:pt x="0" y="12051"/>
                      <a:pt x="0" y="11181"/>
                    </a:cubicBezTo>
                    <a:lnTo>
                      <a:pt x="0" y="1735"/>
                    </a:lnTo>
                    <a:cubicBezTo>
                      <a:pt x="0" y="866"/>
                      <a:pt x="704" y="161"/>
                      <a:pt x="1570" y="161"/>
                    </a:cubicBezTo>
                    <a:lnTo>
                      <a:pt x="4711" y="161"/>
                    </a:lnTo>
                    <a:cubicBezTo>
                      <a:pt x="5145" y="161"/>
                      <a:pt x="5496" y="514"/>
                      <a:pt x="5496" y="948"/>
                    </a:cubicBezTo>
                    <a:cubicBezTo>
                      <a:pt x="5496" y="1384"/>
                      <a:pt x="5145" y="1735"/>
                      <a:pt x="4711" y="1735"/>
                    </a:cubicBezTo>
                    <a:close/>
                    <a:moveTo>
                      <a:pt x="4711" y="1735"/>
                    </a:moveTo>
                    <a:close/>
                  </a:path>
                </a:pathLst>
              </a:custGeom>
              <a:solidFill>
                <a:schemeClr val="lt1">
                  <a:lumMod val="8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781935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3"/>
            </p:custDataLst>
          </p:nvPr>
        </p:nvSpPr>
        <p:spPr bwMode="auto">
          <a:xfrm>
            <a:off x="2781935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4"/>
            </p:custDataLst>
          </p:nvPr>
        </p:nvSpPr>
        <p:spPr bwMode="auto">
          <a:xfrm>
            <a:off x="1677035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ṡľîde"/>
          <p:cNvSpPr/>
          <p:nvPr/>
        </p:nvSpPr>
        <p:spPr bwMode="auto">
          <a:xfrm>
            <a:off x="237871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îşḷîḓe"/>
          <p:cNvSpPr/>
          <p:nvPr/>
        </p:nvSpPr>
        <p:spPr bwMode="auto">
          <a:xfrm>
            <a:off x="1781175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íşļïḍê"/>
          <p:cNvSpPr/>
          <p:nvPr>
            <p:custDataLst>
              <p:tags r:id="rId5"/>
            </p:custDataLst>
          </p:nvPr>
        </p:nvSpPr>
        <p:spPr bwMode="auto">
          <a:xfrm>
            <a:off x="1758315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ïṡḷîḓê"/>
          <p:cNvSpPr/>
          <p:nvPr>
            <p:custDataLst>
              <p:tags r:id="rId6"/>
            </p:custDataLst>
          </p:nvPr>
        </p:nvSpPr>
        <p:spPr bwMode="auto">
          <a:xfrm>
            <a:off x="3584575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iŝļîḋe"/>
          <p:cNvSpPr/>
          <p:nvPr/>
        </p:nvSpPr>
        <p:spPr bwMode="auto">
          <a:xfrm>
            <a:off x="215201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íśḻîḑe"/>
          <p:cNvSpPr/>
          <p:nvPr>
            <p:custDataLst>
              <p:tags r:id="rId7"/>
            </p:custDataLst>
          </p:nvPr>
        </p:nvSpPr>
        <p:spPr bwMode="auto">
          <a:xfrm>
            <a:off x="1781175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iḑé"/>
          <p:cNvSpPr/>
          <p:nvPr>
            <p:custDataLst>
              <p:tags r:id="rId8"/>
            </p:custDataLst>
          </p:nvPr>
        </p:nvSpPr>
        <p:spPr bwMode="auto">
          <a:xfrm>
            <a:off x="2966085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îšľïḑé"/>
          <p:cNvSpPr/>
          <p:nvPr>
            <p:custDataLst>
              <p:tags r:id="rId9"/>
            </p:custDataLst>
          </p:nvPr>
        </p:nvSpPr>
        <p:spPr bwMode="auto">
          <a:xfrm>
            <a:off x="2799715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ïṧḻïḍè"/>
          <p:cNvSpPr/>
          <p:nvPr>
            <p:custDataLst>
              <p:tags r:id="rId10"/>
            </p:custDataLst>
          </p:nvPr>
        </p:nvSpPr>
        <p:spPr bwMode="auto">
          <a:xfrm>
            <a:off x="2481580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îSļîḍè"/>
          <p:cNvSpPr/>
          <p:nvPr>
            <p:custDataLst>
              <p:tags r:id="rId11"/>
            </p:custDataLst>
          </p:nvPr>
        </p:nvSpPr>
        <p:spPr bwMode="auto">
          <a:xfrm>
            <a:off x="2653665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îsḷîḋè"/>
          <p:cNvSpPr/>
          <p:nvPr>
            <p:custDataLst>
              <p:tags r:id="rId12"/>
            </p:custDataLst>
          </p:nvPr>
        </p:nvSpPr>
        <p:spPr bwMode="auto">
          <a:xfrm>
            <a:off x="2966085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išľíḍè"/>
          <p:cNvSpPr/>
          <p:nvPr>
            <p:custDataLst>
              <p:tags r:id="rId13"/>
            </p:custDataLst>
          </p:nvPr>
        </p:nvSpPr>
        <p:spPr bwMode="auto">
          <a:xfrm>
            <a:off x="257810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iŝḷiḓê"/>
          <p:cNvSpPr/>
          <p:nvPr>
            <p:custDataLst>
              <p:tags r:id="rId14"/>
            </p:custDataLst>
          </p:nvPr>
        </p:nvSpPr>
        <p:spPr bwMode="auto">
          <a:xfrm>
            <a:off x="233108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íśliḓè"/>
          <p:cNvSpPr/>
          <p:nvPr/>
        </p:nvSpPr>
        <p:spPr bwMode="auto">
          <a:xfrm>
            <a:off x="233108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iṡḷíďé"/>
          <p:cNvSpPr/>
          <p:nvPr>
            <p:custDataLst>
              <p:tags r:id="rId15"/>
            </p:custDataLst>
          </p:nvPr>
        </p:nvSpPr>
        <p:spPr bwMode="auto">
          <a:xfrm>
            <a:off x="2340610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îşļíḑè"/>
          <p:cNvSpPr/>
          <p:nvPr>
            <p:custDataLst>
              <p:tags r:id="rId16"/>
            </p:custDataLst>
          </p:nvPr>
        </p:nvSpPr>
        <p:spPr bwMode="auto">
          <a:xfrm>
            <a:off x="3343275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ïşļiḑé"/>
          <p:cNvSpPr/>
          <p:nvPr>
            <p:custDataLst>
              <p:tags r:id="rId17"/>
            </p:custDataLst>
          </p:nvPr>
        </p:nvSpPr>
        <p:spPr bwMode="auto">
          <a:xfrm>
            <a:off x="2966085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iṡľîďé"/>
          <p:cNvSpPr/>
          <p:nvPr/>
        </p:nvSpPr>
        <p:spPr bwMode="auto">
          <a:xfrm>
            <a:off x="314007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îśļiḓè"/>
          <p:cNvSpPr/>
          <p:nvPr>
            <p:custDataLst>
              <p:tags r:id="rId18"/>
            </p:custDataLst>
          </p:nvPr>
        </p:nvSpPr>
        <p:spPr bwMode="auto">
          <a:xfrm>
            <a:off x="299148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îṡlíḍê"/>
          <p:cNvSpPr/>
          <p:nvPr>
            <p:custDataLst>
              <p:tags r:id="rId19"/>
            </p:custDataLst>
          </p:nvPr>
        </p:nvSpPr>
        <p:spPr bwMode="auto">
          <a:xfrm>
            <a:off x="2722245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íṥľiḍe"/>
          <p:cNvSpPr/>
          <p:nvPr/>
        </p:nvSpPr>
        <p:spPr bwMode="auto">
          <a:xfrm>
            <a:off x="2722245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íṥ1ïḍe"/>
          <p:cNvSpPr/>
          <p:nvPr>
            <p:custDataLst>
              <p:tags r:id="rId20"/>
            </p:custDataLst>
          </p:nvPr>
        </p:nvSpPr>
        <p:spPr bwMode="auto">
          <a:xfrm>
            <a:off x="3147060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îślïḋe"/>
          <p:cNvSpPr/>
          <p:nvPr>
            <p:custDataLst>
              <p:tags r:id="rId21"/>
            </p:custDataLst>
          </p:nvPr>
        </p:nvSpPr>
        <p:spPr bwMode="auto">
          <a:xfrm>
            <a:off x="2992120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îṥḻidé"/>
          <p:cNvSpPr/>
          <p:nvPr/>
        </p:nvSpPr>
        <p:spPr bwMode="auto">
          <a:xfrm>
            <a:off x="2992120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ïşḷiḍè"/>
          <p:cNvSpPr/>
          <p:nvPr>
            <p:custDataLst>
              <p:tags r:id="rId22"/>
            </p:custDataLst>
          </p:nvPr>
        </p:nvSpPr>
        <p:spPr bwMode="auto">
          <a:xfrm>
            <a:off x="2689860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islîdê"/>
          <p:cNvSpPr/>
          <p:nvPr/>
        </p:nvSpPr>
        <p:spPr bwMode="auto">
          <a:xfrm>
            <a:off x="2689860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îŝḻiḍê"/>
          <p:cNvSpPr/>
          <p:nvPr>
            <p:custDataLst>
              <p:tags r:id="rId23"/>
            </p:custDataLst>
          </p:nvPr>
        </p:nvSpPr>
        <p:spPr bwMode="auto">
          <a:xfrm>
            <a:off x="3227705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îṧḻíḋè"/>
          <p:cNvSpPr/>
          <p:nvPr>
            <p:custDataLst>
              <p:tags r:id="rId24"/>
            </p:custDataLst>
          </p:nvPr>
        </p:nvSpPr>
        <p:spPr bwMode="auto">
          <a:xfrm>
            <a:off x="296481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ŝ1iḓê"/>
          <p:cNvSpPr/>
          <p:nvPr/>
        </p:nvSpPr>
        <p:spPr bwMode="auto">
          <a:xfrm>
            <a:off x="296481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ṡļïḍé"/>
          <p:cNvSpPr/>
          <p:nvPr>
            <p:custDataLst>
              <p:tags r:id="rId25"/>
            </p:custDataLst>
          </p:nvPr>
        </p:nvSpPr>
        <p:spPr bwMode="auto">
          <a:xfrm>
            <a:off x="324421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î$1ïḓè"/>
          <p:cNvSpPr/>
          <p:nvPr>
            <p:custDataLst>
              <p:tags r:id="rId26"/>
            </p:custDataLst>
          </p:nvPr>
        </p:nvSpPr>
        <p:spPr bwMode="auto">
          <a:xfrm>
            <a:off x="282765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şlíḋé"/>
          <p:cNvSpPr/>
          <p:nvPr/>
        </p:nvSpPr>
        <p:spPr bwMode="auto">
          <a:xfrm>
            <a:off x="282765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iṩ1iḍe"/>
          <p:cNvSpPr/>
          <p:nvPr>
            <p:custDataLst>
              <p:tags r:id="rId27"/>
            </p:custDataLst>
          </p:nvPr>
        </p:nvSpPr>
        <p:spPr bwMode="auto">
          <a:xfrm>
            <a:off x="322389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ïṡļidê"/>
          <p:cNvSpPr/>
          <p:nvPr>
            <p:custDataLst>
              <p:tags r:id="rId28"/>
            </p:custDataLst>
          </p:nvPr>
        </p:nvSpPr>
        <p:spPr bwMode="auto">
          <a:xfrm>
            <a:off x="316674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íšľíḑé"/>
          <p:cNvSpPr/>
          <p:nvPr>
            <p:custDataLst>
              <p:tags r:id="rId29"/>
            </p:custDataLst>
          </p:nvPr>
        </p:nvSpPr>
        <p:spPr bwMode="auto">
          <a:xfrm>
            <a:off x="3007995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šlíḑe"/>
          <p:cNvSpPr/>
          <p:nvPr>
            <p:custDataLst>
              <p:tags r:id="rId30"/>
            </p:custDataLst>
          </p:nvPr>
        </p:nvSpPr>
        <p:spPr bwMode="auto">
          <a:xfrm>
            <a:off x="2882900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îṧ1îḑè"/>
          <p:cNvSpPr/>
          <p:nvPr/>
        </p:nvSpPr>
        <p:spPr bwMode="auto">
          <a:xfrm>
            <a:off x="2882900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iṣļîdè"/>
          <p:cNvSpPr/>
          <p:nvPr/>
        </p:nvSpPr>
        <p:spPr bwMode="auto">
          <a:xfrm>
            <a:off x="1811020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şḻíde"/>
          <p:cNvSpPr/>
          <p:nvPr/>
        </p:nvSpPr>
        <p:spPr bwMode="auto">
          <a:xfrm>
            <a:off x="189611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ïślíḑê"/>
          <p:cNvSpPr/>
          <p:nvPr/>
        </p:nvSpPr>
        <p:spPr bwMode="auto">
          <a:xfrm>
            <a:off x="210185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ïṥlîḋè"/>
          <p:cNvSpPr/>
          <p:nvPr>
            <p:custDataLst>
              <p:tags r:id="rId31"/>
            </p:custDataLst>
          </p:nvPr>
        </p:nvSpPr>
        <p:spPr bwMode="auto">
          <a:xfrm>
            <a:off x="215201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ŝḻïḍé"/>
          <p:cNvSpPr/>
          <p:nvPr>
            <p:custDataLst>
              <p:tags r:id="rId32"/>
            </p:custDataLst>
          </p:nvPr>
        </p:nvSpPr>
        <p:spPr bwMode="auto">
          <a:xfrm>
            <a:off x="233108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isḻídè"/>
          <p:cNvSpPr/>
          <p:nvPr/>
        </p:nvSpPr>
        <p:spPr bwMode="auto">
          <a:xfrm>
            <a:off x="233108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íṧḻiḑé"/>
          <p:cNvSpPr/>
          <p:nvPr>
            <p:custDataLst>
              <p:tags r:id="rId33"/>
            </p:custDataLst>
          </p:nvPr>
        </p:nvSpPr>
        <p:spPr bwMode="auto">
          <a:xfrm>
            <a:off x="2722245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šḻiḑè"/>
          <p:cNvSpPr/>
          <p:nvPr>
            <p:custDataLst>
              <p:tags r:id="rId34"/>
            </p:custDataLst>
          </p:nvPr>
        </p:nvSpPr>
        <p:spPr bwMode="auto">
          <a:xfrm>
            <a:off x="2992120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ïṡlíḑe"/>
          <p:cNvSpPr/>
          <p:nvPr>
            <p:custDataLst>
              <p:tags r:id="rId35"/>
            </p:custDataLst>
          </p:nvPr>
        </p:nvSpPr>
        <p:spPr bwMode="auto">
          <a:xfrm>
            <a:off x="2689860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ïṥľiḋè"/>
          <p:cNvSpPr/>
          <p:nvPr/>
        </p:nvSpPr>
        <p:spPr bwMode="auto">
          <a:xfrm>
            <a:off x="2689860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íšļiḋê"/>
          <p:cNvSpPr/>
          <p:nvPr/>
        </p:nvSpPr>
        <p:spPr bwMode="auto">
          <a:xfrm>
            <a:off x="210185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iṥlïdê"/>
          <p:cNvSpPr/>
          <p:nvPr>
            <p:custDataLst>
              <p:tags r:id="rId36"/>
            </p:custDataLst>
          </p:nvPr>
        </p:nvSpPr>
        <p:spPr bwMode="auto">
          <a:xfrm>
            <a:off x="2183765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ïşḻîďè"/>
          <p:cNvSpPr/>
          <p:nvPr/>
        </p:nvSpPr>
        <p:spPr bwMode="auto">
          <a:xfrm>
            <a:off x="2364740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íslîdê"/>
          <p:cNvSpPr/>
          <p:nvPr/>
        </p:nvSpPr>
        <p:spPr bwMode="auto">
          <a:xfrm>
            <a:off x="2364740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íṧļïḍè"/>
          <p:cNvSpPr/>
          <p:nvPr/>
        </p:nvSpPr>
        <p:spPr bwMode="auto">
          <a:xfrm>
            <a:off x="3073400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iSļîḑé"/>
          <p:cNvSpPr/>
          <p:nvPr/>
        </p:nvSpPr>
        <p:spPr bwMode="auto">
          <a:xfrm>
            <a:off x="285178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iṣḷïďê"/>
          <p:cNvSpPr/>
          <p:nvPr/>
        </p:nvSpPr>
        <p:spPr bwMode="auto">
          <a:xfrm>
            <a:off x="296481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ïsľíḍé"/>
          <p:cNvSpPr/>
          <p:nvPr/>
        </p:nvSpPr>
        <p:spPr bwMode="auto">
          <a:xfrm>
            <a:off x="282765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iṡḷiḓe"/>
          <p:cNvSpPr/>
          <p:nvPr/>
        </p:nvSpPr>
        <p:spPr bwMode="auto">
          <a:xfrm>
            <a:off x="2882900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išḷîḓè"/>
          <p:cNvSpPr/>
          <p:nvPr/>
        </p:nvSpPr>
        <p:spPr bwMode="auto">
          <a:xfrm>
            <a:off x="2183765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íṡlïḓe"/>
          <p:cNvSpPr/>
          <p:nvPr/>
        </p:nvSpPr>
        <p:spPr bwMode="auto">
          <a:xfrm>
            <a:off x="221234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ṡlíḍe"/>
          <p:cNvSpPr/>
          <p:nvPr/>
        </p:nvSpPr>
        <p:spPr bwMode="auto">
          <a:xfrm>
            <a:off x="203644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îṩliḑê"/>
          <p:cNvSpPr/>
          <p:nvPr/>
        </p:nvSpPr>
        <p:spPr bwMode="auto">
          <a:xfrm>
            <a:off x="99187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967730" y="2667000"/>
            <a:ext cx="4370705" cy="528320"/>
            <a:chOff x="9398" y="4200"/>
            <a:chExt cx="6883" cy="832"/>
          </a:xfrm>
        </p:grpSpPr>
        <p:sp>
          <p:nvSpPr>
            <p:cNvPr id="94" name="圆角矩形 121"/>
            <p:cNvSpPr/>
            <p:nvPr>
              <p:custDataLst>
                <p:tags r:id="rId37"/>
              </p:custDataLst>
            </p:nvPr>
          </p:nvSpPr>
          <p:spPr>
            <a:xfrm>
              <a:off x="9398" y="4276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1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5" name="任意多边形 122"/>
            <p:cNvSpPr/>
            <p:nvPr>
              <p:custDataLst>
                <p:tags r:id="rId38"/>
              </p:custDataLst>
            </p:nvPr>
          </p:nvSpPr>
          <p:spPr>
            <a:xfrm>
              <a:off x="9542" y="4420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10385" y="4200"/>
              <a:ext cx="5896" cy="833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path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模块的用法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968365" y="4036060"/>
            <a:ext cx="3257550" cy="528320"/>
            <a:chOff x="9399" y="6356"/>
            <a:chExt cx="5130" cy="832"/>
          </a:xfrm>
        </p:grpSpPr>
        <p:sp>
          <p:nvSpPr>
            <p:cNvPr id="99" name="圆角矩形 127"/>
            <p:cNvSpPr/>
            <p:nvPr>
              <p:custDataLst>
                <p:tags r:id="rId39"/>
              </p:custDataLst>
            </p:nvPr>
          </p:nvSpPr>
          <p:spPr>
            <a:xfrm>
              <a:off x="9399" y="6519"/>
              <a:ext cx="510" cy="509"/>
            </a:xfrm>
            <a:prstGeom prst="roundRect">
              <a:avLst/>
            </a:prstGeom>
            <a:solidFill>
              <a:schemeClr val="accent6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1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0" name="任意多边形 128"/>
            <p:cNvSpPr/>
            <p:nvPr>
              <p:custDataLst>
                <p:tags r:id="rId40"/>
              </p:custDataLst>
            </p:nvPr>
          </p:nvSpPr>
          <p:spPr>
            <a:xfrm>
              <a:off x="9526" y="6667"/>
              <a:ext cx="265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10385" y="6356"/>
              <a:ext cx="4144" cy="833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url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模块的用法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01" name="弧形 100"/>
          <p:cNvSpPr/>
          <p:nvPr>
            <p:custDataLst>
              <p:tags r:id="rId41"/>
            </p:custDataLst>
          </p:nvPr>
        </p:nvSpPr>
        <p:spPr>
          <a:xfrm>
            <a:off x="1341555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4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SLIDE_BACKGROUND_TYPE" val="general"/>
</p:tagLst>
</file>

<file path=ppt/tags/tag597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4*l_h_i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59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4*l_h_a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4*l_h_i*1_4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60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4*l_h_a*1_4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194.2832283464567,&quot;left&quot;:140.48527559055117,&quot;top&quot;:167.7024409448819,&quot;width&quot;:697.3823622047244}"/>
</p:tagLst>
</file>

<file path=ppt/tags/tag602.xml><?xml version="1.0" encoding="utf-8"?>
<p:tagLst xmlns:p="http://schemas.openxmlformats.org/presentationml/2006/main">
  <p:tag name="KSO_WM_SLIDE_ID" val="custom20191730_4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SLIDE_BACKGROUND_TYPE" val="general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43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44.xml><?xml version="1.0" encoding="utf-8"?>
<p:tagLst xmlns:p="http://schemas.openxmlformats.org/presentationml/2006/main">
  <p:tag name="ISLIDE.VECTOR" val="#251088;"/>
  <p:tag name="KSO_WM_SLIDE_BACKGROUND_TYPE" val="general"/>
</p:tagLst>
</file>

<file path=ppt/tags/tag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4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5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5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60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61.xml><?xml version="1.0" encoding="utf-8"?>
<p:tagLst xmlns:p="http://schemas.openxmlformats.org/presentationml/2006/main">
  <p:tag name="KSO_WM_SLIDE_BACKGROUND_TYPE" val="general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6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6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73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74.xml><?xml version="1.0" encoding="utf-8"?>
<p:tagLst xmlns:p="http://schemas.openxmlformats.org/presentationml/2006/main">
  <p:tag name="KSO_WM_SLIDE_BACKGROUND_TYPE" val="general"/>
</p:tagLst>
</file>

<file path=ppt/tags/tag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86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87.xml><?xml version="1.0" encoding="utf-8"?>
<p:tagLst xmlns:p="http://schemas.openxmlformats.org/presentationml/2006/main">
  <p:tag name="KSO_WM_SLIDE_BACKGROUND_TYPE" val="general"/>
</p:tagLst>
</file>

<file path=ppt/tags/tag6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SLIDE_BACKGROUND_TYPE" val="general"/>
</p:tagLst>
</file>

<file path=ppt/tags/tag6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9.xml><?xml version="1.0" encoding="utf-8"?>
<p:tagLst xmlns:p="http://schemas.openxmlformats.org/presentationml/2006/main">
  <p:tag name="ISLIDE.VECTOR" val="#251088;"/>
  <p:tag name="KSO_WM_SLIDE_BACKGROUND_TYPE" val="general"/>
</p:tagLst>
</file>

<file path=ppt/tags/tag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0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21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22.xml><?xml version="1.0" encoding="utf-8"?>
<p:tagLst xmlns:p="http://schemas.openxmlformats.org/presentationml/2006/main">
  <p:tag name="KSO_WM_SLIDE_BACKGROUND_TYPE" val="general"/>
</p:tagLst>
</file>

<file path=ppt/tags/tag7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KSO_WM_UNIT_LINE_FORE_SCHEMECOLOR_INDEX_BRIGHTNESS" val="-0.7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2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2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2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3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38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39.xml><?xml version="1.0" encoding="utf-8"?>
<p:tagLst xmlns:p="http://schemas.openxmlformats.org/presentationml/2006/main">
  <p:tag name="KSO_WM_SLIDE_BACKGROUND_TYPE" val="general"/>
</p:tagLst>
</file>

<file path=ppt/tags/tag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5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46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4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4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5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6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0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7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7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7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7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75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76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7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0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81.xml><?xml version="1.0" encoding="utf-8"?>
<p:tagLst xmlns:p="http://schemas.openxmlformats.org/presentationml/2006/main">
  <p:tag name="KSO_WM_SLIDE_BACKGROUND_TYPE" val="general"/>
</p:tagLst>
</file>

<file path=ppt/tags/tag782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83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84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NjU0YmZmZGQ0MTcwNTc4ZWE1ZDViYWJhNTMzYzVhMDg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2539</Words>
  <Application>WPS 演示</Application>
  <PresentationFormat>宽屏</PresentationFormat>
  <Paragraphs>172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Calibri</vt:lpstr>
      <vt:lpstr>等线</vt:lpstr>
      <vt:lpstr>Courier New</vt:lpstr>
      <vt:lpstr>Arial Unicode MS</vt:lpstr>
      <vt:lpstr>黑体</vt:lpstr>
      <vt:lpstr>Office 主题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Huaiy虞</cp:lastModifiedBy>
  <cp:revision>773</cp:revision>
  <dcterms:created xsi:type="dcterms:W3CDTF">2020-10-23T09:50:00Z</dcterms:created>
  <dcterms:modified xsi:type="dcterms:W3CDTF">2024-05-25T09:02:08Z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3A99096302F446FEA22BD72E323DE9E9_12</vt:lpwstr>
  </property>
  <property fmtid="{D5CDD505-2E9C-101B-9397-08002B2CF9AE}" pid="3" name="KSOProductBuildVer">
    <vt:lpwstr>2052-12.1.0.16929</vt:lpwstr>
  </property>
</Properties>
</file>