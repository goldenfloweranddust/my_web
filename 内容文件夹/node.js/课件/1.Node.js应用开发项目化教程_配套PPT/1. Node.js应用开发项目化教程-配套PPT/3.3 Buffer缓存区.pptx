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41" r:id="rId4"/>
    <p:sldId id="442" r:id="rId6"/>
    <p:sldId id="443" r:id="rId7"/>
    <p:sldId id="444" r:id="rId8"/>
    <p:sldId id="445" r:id="rId9"/>
    <p:sldId id="446" r:id="rId10"/>
    <p:sldId id="447" r:id="rId11"/>
    <p:sldId id="448" r:id="rId12"/>
    <p:sldId id="449" r:id="rId13"/>
    <p:sldId id="450" r:id="rId14"/>
    <p:sldId id="451" r:id="rId15"/>
    <p:sldId id="452" r:id="rId16"/>
    <p:sldId id="453" r:id="rId17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C2FF"/>
    <a:srgbClr val="333333"/>
    <a:srgbClr val="3C853C"/>
    <a:srgbClr val="667F6E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20" y="222"/>
      </p:cViewPr>
      <p:guideLst>
        <p:guide orient="horz" pos="2160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804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7.xml"/><Relationship Id="rId8" Type="http://schemas.openxmlformats.org/officeDocument/2006/relationships/tags" Target="../tags/tag596.xml"/><Relationship Id="rId78" Type="http://schemas.openxmlformats.org/officeDocument/2006/relationships/notesSlide" Target="../notesSlides/notesSlide2.xml"/><Relationship Id="rId77" Type="http://schemas.openxmlformats.org/officeDocument/2006/relationships/slideLayout" Target="../slideLayouts/slideLayout10.xml"/><Relationship Id="rId76" Type="http://schemas.openxmlformats.org/officeDocument/2006/relationships/tags" Target="../tags/tag664.xml"/><Relationship Id="rId75" Type="http://schemas.openxmlformats.org/officeDocument/2006/relationships/tags" Target="../tags/tag663.xml"/><Relationship Id="rId74" Type="http://schemas.openxmlformats.org/officeDocument/2006/relationships/tags" Target="../tags/tag662.xml"/><Relationship Id="rId73" Type="http://schemas.openxmlformats.org/officeDocument/2006/relationships/tags" Target="../tags/tag661.xml"/><Relationship Id="rId72" Type="http://schemas.openxmlformats.org/officeDocument/2006/relationships/tags" Target="../tags/tag660.xml"/><Relationship Id="rId71" Type="http://schemas.openxmlformats.org/officeDocument/2006/relationships/tags" Target="../tags/tag659.xml"/><Relationship Id="rId70" Type="http://schemas.openxmlformats.org/officeDocument/2006/relationships/tags" Target="../tags/tag658.xml"/><Relationship Id="rId7" Type="http://schemas.openxmlformats.org/officeDocument/2006/relationships/image" Target="../media/image3.jpeg"/><Relationship Id="rId69" Type="http://schemas.openxmlformats.org/officeDocument/2006/relationships/tags" Target="../tags/tag657.xml"/><Relationship Id="rId68" Type="http://schemas.openxmlformats.org/officeDocument/2006/relationships/tags" Target="../tags/tag656.xml"/><Relationship Id="rId67" Type="http://schemas.openxmlformats.org/officeDocument/2006/relationships/tags" Target="../tags/tag655.xml"/><Relationship Id="rId66" Type="http://schemas.openxmlformats.org/officeDocument/2006/relationships/tags" Target="../tags/tag654.xml"/><Relationship Id="rId65" Type="http://schemas.openxmlformats.org/officeDocument/2006/relationships/tags" Target="../tags/tag653.xml"/><Relationship Id="rId64" Type="http://schemas.openxmlformats.org/officeDocument/2006/relationships/tags" Target="../tags/tag652.xml"/><Relationship Id="rId63" Type="http://schemas.openxmlformats.org/officeDocument/2006/relationships/tags" Target="../tags/tag651.xml"/><Relationship Id="rId62" Type="http://schemas.openxmlformats.org/officeDocument/2006/relationships/tags" Target="../tags/tag650.xml"/><Relationship Id="rId61" Type="http://schemas.openxmlformats.org/officeDocument/2006/relationships/tags" Target="../tags/tag649.xml"/><Relationship Id="rId60" Type="http://schemas.openxmlformats.org/officeDocument/2006/relationships/tags" Target="../tags/tag648.xml"/><Relationship Id="rId6" Type="http://schemas.openxmlformats.org/officeDocument/2006/relationships/tags" Target="../tags/tag595.xml"/><Relationship Id="rId59" Type="http://schemas.openxmlformats.org/officeDocument/2006/relationships/tags" Target="../tags/tag647.xml"/><Relationship Id="rId58" Type="http://schemas.openxmlformats.org/officeDocument/2006/relationships/tags" Target="../tags/tag646.xml"/><Relationship Id="rId57" Type="http://schemas.openxmlformats.org/officeDocument/2006/relationships/tags" Target="../tags/tag645.xml"/><Relationship Id="rId56" Type="http://schemas.openxmlformats.org/officeDocument/2006/relationships/tags" Target="../tags/tag644.xml"/><Relationship Id="rId55" Type="http://schemas.openxmlformats.org/officeDocument/2006/relationships/tags" Target="../tags/tag643.xml"/><Relationship Id="rId54" Type="http://schemas.openxmlformats.org/officeDocument/2006/relationships/tags" Target="../tags/tag642.xml"/><Relationship Id="rId53" Type="http://schemas.openxmlformats.org/officeDocument/2006/relationships/tags" Target="../tags/tag641.xml"/><Relationship Id="rId52" Type="http://schemas.openxmlformats.org/officeDocument/2006/relationships/tags" Target="../tags/tag640.xml"/><Relationship Id="rId51" Type="http://schemas.openxmlformats.org/officeDocument/2006/relationships/tags" Target="../tags/tag639.xml"/><Relationship Id="rId50" Type="http://schemas.openxmlformats.org/officeDocument/2006/relationships/tags" Target="../tags/tag638.xml"/><Relationship Id="rId5" Type="http://schemas.openxmlformats.org/officeDocument/2006/relationships/image" Target="../media/image2.jpeg"/><Relationship Id="rId49" Type="http://schemas.openxmlformats.org/officeDocument/2006/relationships/tags" Target="../tags/tag637.xml"/><Relationship Id="rId48" Type="http://schemas.openxmlformats.org/officeDocument/2006/relationships/tags" Target="../tags/tag636.xml"/><Relationship Id="rId47" Type="http://schemas.openxmlformats.org/officeDocument/2006/relationships/tags" Target="../tags/tag635.xml"/><Relationship Id="rId46" Type="http://schemas.openxmlformats.org/officeDocument/2006/relationships/tags" Target="../tags/tag634.xml"/><Relationship Id="rId45" Type="http://schemas.openxmlformats.org/officeDocument/2006/relationships/tags" Target="../tags/tag633.xml"/><Relationship Id="rId44" Type="http://schemas.openxmlformats.org/officeDocument/2006/relationships/tags" Target="../tags/tag632.xml"/><Relationship Id="rId43" Type="http://schemas.openxmlformats.org/officeDocument/2006/relationships/tags" Target="../tags/tag631.xml"/><Relationship Id="rId42" Type="http://schemas.openxmlformats.org/officeDocument/2006/relationships/tags" Target="../tags/tag630.xml"/><Relationship Id="rId41" Type="http://schemas.openxmlformats.org/officeDocument/2006/relationships/tags" Target="../tags/tag629.xml"/><Relationship Id="rId40" Type="http://schemas.openxmlformats.org/officeDocument/2006/relationships/tags" Target="../tags/tag628.xml"/><Relationship Id="rId4" Type="http://schemas.openxmlformats.org/officeDocument/2006/relationships/tags" Target="../tags/tag594.xml"/><Relationship Id="rId39" Type="http://schemas.openxmlformats.org/officeDocument/2006/relationships/tags" Target="../tags/tag627.xml"/><Relationship Id="rId38" Type="http://schemas.openxmlformats.org/officeDocument/2006/relationships/tags" Target="../tags/tag626.xml"/><Relationship Id="rId37" Type="http://schemas.openxmlformats.org/officeDocument/2006/relationships/tags" Target="../tags/tag625.xml"/><Relationship Id="rId36" Type="http://schemas.openxmlformats.org/officeDocument/2006/relationships/tags" Target="../tags/tag624.xml"/><Relationship Id="rId35" Type="http://schemas.openxmlformats.org/officeDocument/2006/relationships/tags" Target="../tags/tag623.xml"/><Relationship Id="rId34" Type="http://schemas.openxmlformats.org/officeDocument/2006/relationships/tags" Target="../tags/tag622.xml"/><Relationship Id="rId33" Type="http://schemas.openxmlformats.org/officeDocument/2006/relationships/tags" Target="../tags/tag621.xml"/><Relationship Id="rId32" Type="http://schemas.openxmlformats.org/officeDocument/2006/relationships/tags" Target="../tags/tag620.xml"/><Relationship Id="rId31" Type="http://schemas.openxmlformats.org/officeDocument/2006/relationships/tags" Target="../tags/tag619.xml"/><Relationship Id="rId30" Type="http://schemas.openxmlformats.org/officeDocument/2006/relationships/tags" Target="../tags/tag618.xml"/><Relationship Id="rId3" Type="http://schemas.openxmlformats.org/officeDocument/2006/relationships/image" Target="../media/image1.png"/><Relationship Id="rId29" Type="http://schemas.openxmlformats.org/officeDocument/2006/relationships/tags" Target="../tags/tag617.xml"/><Relationship Id="rId28" Type="http://schemas.openxmlformats.org/officeDocument/2006/relationships/tags" Target="../tags/tag616.xml"/><Relationship Id="rId27" Type="http://schemas.openxmlformats.org/officeDocument/2006/relationships/tags" Target="../tags/tag615.xml"/><Relationship Id="rId26" Type="http://schemas.openxmlformats.org/officeDocument/2006/relationships/tags" Target="../tags/tag614.xml"/><Relationship Id="rId25" Type="http://schemas.openxmlformats.org/officeDocument/2006/relationships/tags" Target="../tags/tag613.xml"/><Relationship Id="rId24" Type="http://schemas.openxmlformats.org/officeDocument/2006/relationships/tags" Target="../tags/tag612.xml"/><Relationship Id="rId23" Type="http://schemas.openxmlformats.org/officeDocument/2006/relationships/tags" Target="../tags/tag611.xml"/><Relationship Id="rId22" Type="http://schemas.openxmlformats.org/officeDocument/2006/relationships/tags" Target="../tags/tag610.xml"/><Relationship Id="rId21" Type="http://schemas.openxmlformats.org/officeDocument/2006/relationships/tags" Target="../tags/tag609.xml"/><Relationship Id="rId20" Type="http://schemas.openxmlformats.org/officeDocument/2006/relationships/tags" Target="../tags/tag608.xml"/><Relationship Id="rId2" Type="http://schemas.openxmlformats.org/officeDocument/2006/relationships/tags" Target="../tags/tag593.xml"/><Relationship Id="rId19" Type="http://schemas.openxmlformats.org/officeDocument/2006/relationships/tags" Target="../tags/tag607.xml"/><Relationship Id="rId18" Type="http://schemas.openxmlformats.org/officeDocument/2006/relationships/tags" Target="../tags/tag606.xml"/><Relationship Id="rId17" Type="http://schemas.openxmlformats.org/officeDocument/2006/relationships/tags" Target="../tags/tag605.xml"/><Relationship Id="rId16" Type="http://schemas.openxmlformats.org/officeDocument/2006/relationships/tags" Target="../tags/tag604.xml"/><Relationship Id="rId15" Type="http://schemas.openxmlformats.org/officeDocument/2006/relationships/tags" Target="../tags/tag603.xml"/><Relationship Id="rId14" Type="http://schemas.openxmlformats.org/officeDocument/2006/relationships/tags" Target="../tags/tag602.xml"/><Relationship Id="rId13" Type="http://schemas.openxmlformats.org/officeDocument/2006/relationships/tags" Target="../tags/tag601.xml"/><Relationship Id="rId12" Type="http://schemas.openxmlformats.org/officeDocument/2006/relationships/tags" Target="../tags/tag600.xml"/><Relationship Id="rId11" Type="http://schemas.openxmlformats.org/officeDocument/2006/relationships/tags" Target="../tags/tag599.xml"/><Relationship Id="rId10" Type="http://schemas.openxmlformats.org/officeDocument/2006/relationships/tags" Target="../tags/tag598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tags" Target="../tags/tag672.xml"/><Relationship Id="rId7" Type="http://schemas.openxmlformats.org/officeDocument/2006/relationships/tags" Target="../tags/tag671.xml"/><Relationship Id="rId6" Type="http://schemas.openxmlformats.org/officeDocument/2006/relationships/tags" Target="../tags/tag670.xml"/><Relationship Id="rId5" Type="http://schemas.openxmlformats.org/officeDocument/2006/relationships/tags" Target="../tags/tag669.xml"/><Relationship Id="rId4" Type="http://schemas.openxmlformats.org/officeDocument/2006/relationships/tags" Target="../tags/tag668.xml"/><Relationship Id="rId3" Type="http://schemas.openxmlformats.org/officeDocument/2006/relationships/tags" Target="../tags/tag667.xml"/><Relationship Id="rId2" Type="http://schemas.openxmlformats.org/officeDocument/2006/relationships/tags" Target="../tags/tag666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78.xml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tags" Target="../tags/tag677.xml"/><Relationship Id="rId4" Type="http://schemas.openxmlformats.org/officeDocument/2006/relationships/tags" Target="../tags/tag676.xml"/><Relationship Id="rId3" Type="http://schemas.openxmlformats.org/officeDocument/2006/relationships/tags" Target="../tags/tag675.xml"/><Relationship Id="rId2" Type="http://schemas.openxmlformats.org/officeDocument/2006/relationships/tags" Target="../tags/tag674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679.xml"/><Relationship Id="rId1" Type="http://schemas.openxmlformats.org/officeDocument/2006/relationships/tags" Target="../tags/tag67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5.xml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tags" Target="../tags/tag684.xml"/><Relationship Id="rId4" Type="http://schemas.openxmlformats.org/officeDocument/2006/relationships/tags" Target="../tags/tag683.xml"/><Relationship Id="rId3" Type="http://schemas.openxmlformats.org/officeDocument/2006/relationships/tags" Target="../tags/tag682.xml"/><Relationship Id="rId2" Type="http://schemas.openxmlformats.org/officeDocument/2006/relationships/tags" Target="../tags/tag681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688.xml"/><Relationship Id="rId12" Type="http://schemas.openxmlformats.org/officeDocument/2006/relationships/tags" Target="../tags/tag687.xml"/><Relationship Id="rId11" Type="http://schemas.openxmlformats.org/officeDocument/2006/relationships/image" Target="../media/image1.png"/><Relationship Id="rId10" Type="http://schemas.openxmlformats.org/officeDocument/2006/relationships/tags" Target="../tags/tag686.xml"/><Relationship Id="rId1" Type="http://schemas.openxmlformats.org/officeDocument/2006/relationships/tags" Target="../tags/tag68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97.xml"/><Relationship Id="rId8" Type="http://schemas.openxmlformats.org/officeDocument/2006/relationships/tags" Target="../tags/tag696.xml"/><Relationship Id="rId7" Type="http://schemas.openxmlformats.org/officeDocument/2006/relationships/tags" Target="../tags/tag695.xml"/><Relationship Id="rId6" Type="http://schemas.openxmlformats.org/officeDocument/2006/relationships/tags" Target="../tags/tag694.xml"/><Relationship Id="rId5" Type="http://schemas.openxmlformats.org/officeDocument/2006/relationships/tags" Target="../tags/tag693.xml"/><Relationship Id="rId4" Type="http://schemas.openxmlformats.org/officeDocument/2006/relationships/tags" Target="../tags/tag692.xml"/><Relationship Id="rId3" Type="http://schemas.openxmlformats.org/officeDocument/2006/relationships/tags" Target="../tags/tag691.xml"/><Relationship Id="rId2" Type="http://schemas.openxmlformats.org/officeDocument/2006/relationships/tags" Target="../tags/tag690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700.xml"/><Relationship Id="rId11" Type="http://schemas.openxmlformats.org/officeDocument/2006/relationships/tags" Target="../tags/tag699.xml"/><Relationship Id="rId10" Type="http://schemas.openxmlformats.org/officeDocument/2006/relationships/tags" Target="../tags/tag698.xml"/><Relationship Id="rId1" Type="http://schemas.openxmlformats.org/officeDocument/2006/relationships/tags" Target="../tags/tag68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09.xml"/><Relationship Id="rId8" Type="http://schemas.openxmlformats.org/officeDocument/2006/relationships/tags" Target="../tags/tag708.xml"/><Relationship Id="rId7" Type="http://schemas.openxmlformats.org/officeDocument/2006/relationships/tags" Target="../tags/tag707.xml"/><Relationship Id="rId6" Type="http://schemas.openxmlformats.org/officeDocument/2006/relationships/tags" Target="../tags/tag706.xml"/><Relationship Id="rId5" Type="http://schemas.openxmlformats.org/officeDocument/2006/relationships/tags" Target="../tags/tag705.xml"/><Relationship Id="rId4" Type="http://schemas.openxmlformats.org/officeDocument/2006/relationships/tags" Target="../tags/tag704.xml"/><Relationship Id="rId3" Type="http://schemas.openxmlformats.org/officeDocument/2006/relationships/tags" Target="../tags/tag703.xml"/><Relationship Id="rId2" Type="http://schemas.openxmlformats.org/officeDocument/2006/relationships/tags" Target="../tags/tag702.xml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713.xml"/><Relationship Id="rId13" Type="http://schemas.openxmlformats.org/officeDocument/2006/relationships/tags" Target="../tags/tag712.xml"/><Relationship Id="rId12" Type="http://schemas.openxmlformats.org/officeDocument/2006/relationships/tags" Target="../tags/tag711.xml"/><Relationship Id="rId11" Type="http://schemas.openxmlformats.org/officeDocument/2006/relationships/tags" Target="../tags/tag710.xml"/><Relationship Id="rId10" Type="http://schemas.openxmlformats.org/officeDocument/2006/relationships/image" Target="../media/image7.png"/><Relationship Id="rId1" Type="http://schemas.openxmlformats.org/officeDocument/2006/relationships/tags" Target="../tags/tag70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22.xml"/><Relationship Id="rId8" Type="http://schemas.openxmlformats.org/officeDocument/2006/relationships/tags" Target="../tags/tag721.xml"/><Relationship Id="rId7" Type="http://schemas.openxmlformats.org/officeDocument/2006/relationships/tags" Target="../tags/tag720.xml"/><Relationship Id="rId6" Type="http://schemas.openxmlformats.org/officeDocument/2006/relationships/tags" Target="../tags/tag719.xml"/><Relationship Id="rId5" Type="http://schemas.openxmlformats.org/officeDocument/2006/relationships/tags" Target="../tags/tag718.xml"/><Relationship Id="rId4" Type="http://schemas.openxmlformats.org/officeDocument/2006/relationships/tags" Target="../tags/tag717.xml"/><Relationship Id="rId3" Type="http://schemas.openxmlformats.org/officeDocument/2006/relationships/tags" Target="../tags/tag716.xml"/><Relationship Id="rId2" Type="http://schemas.openxmlformats.org/officeDocument/2006/relationships/tags" Target="../tags/tag715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0.xml"/><Relationship Id="rId17" Type="http://schemas.openxmlformats.org/officeDocument/2006/relationships/tags" Target="../tags/tag729.xml"/><Relationship Id="rId16" Type="http://schemas.openxmlformats.org/officeDocument/2006/relationships/tags" Target="../tags/tag728.xml"/><Relationship Id="rId15" Type="http://schemas.openxmlformats.org/officeDocument/2006/relationships/tags" Target="../tags/tag727.xml"/><Relationship Id="rId14" Type="http://schemas.openxmlformats.org/officeDocument/2006/relationships/tags" Target="../tags/tag726.xml"/><Relationship Id="rId13" Type="http://schemas.openxmlformats.org/officeDocument/2006/relationships/image" Target="../media/image8.png"/><Relationship Id="rId12" Type="http://schemas.openxmlformats.org/officeDocument/2006/relationships/tags" Target="../tags/tag725.xml"/><Relationship Id="rId11" Type="http://schemas.openxmlformats.org/officeDocument/2006/relationships/tags" Target="../tags/tag724.xml"/><Relationship Id="rId10" Type="http://schemas.openxmlformats.org/officeDocument/2006/relationships/tags" Target="../tags/tag723.xml"/><Relationship Id="rId1" Type="http://schemas.openxmlformats.org/officeDocument/2006/relationships/tags" Target="../tags/tag71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37.xml"/><Relationship Id="rId8" Type="http://schemas.openxmlformats.org/officeDocument/2006/relationships/image" Target="../media/image9.png"/><Relationship Id="rId7" Type="http://schemas.openxmlformats.org/officeDocument/2006/relationships/tags" Target="../tags/tag736.xml"/><Relationship Id="rId6" Type="http://schemas.openxmlformats.org/officeDocument/2006/relationships/tags" Target="../tags/tag735.xml"/><Relationship Id="rId5" Type="http://schemas.openxmlformats.org/officeDocument/2006/relationships/tags" Target="../tags/tag734.xml"/><Relationship Id="rId4" Type="http://schemas.openxmlformats.org/officeDocument/2006/relationships/tags" Target="../tags/tag733.xml"/><Relationship Id="rId3" Type="http://schemas.openxmlformats.org/officeDocument/2006/relationships/tags" Target="../tags/tag732.xml"/><Relationship Id="rId2" Type="http://schemas.openxmlformats.org/officeDocument/2006/relationships/tags" Target="../tags/tag731.xml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740.xml"/><Relationship Id="rId11" Type="http://schemas.openxmlformats.org/officeDocument/2006/relationships/tags" Target="../tags/tag739.xml"/><Relationship Id="rId10" Type="http://schemas.openxmlformats.org/officeDocument/2006/relationships/tags" Target="../tags/tag738.xml"/><Relationship Id="rId1" Type="http://schemas.openxmlformats.org/officeDocument/2006/relationships/tags" Target="../tags/tag73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747.xml"/><Relationship Id="rId6" Type="http://schemas.openxmlformats.org/officeDocument/2006/relationships/tags" Target="../tags/tag746.xml"/><Relationship Id="rId5" Type="http://schemas.openxmlformats.org/officeDocument/2006/relationships/tags" Target="../tags/tag745.xml"/><Relationship Id="rId4" Type="http://schemas.openxmlformats.org/officeDocument/2006/relationships/tags" Target="../tags/tag744.xml"/><Relationship Id="rId3" Type="http://schemas.openxmlformats.org/officeDocument/2006/relationships/tags" Target="../tags/tag743.xml"/><Relationship Id="rId2" Type="http://schemas.openxmlformats.org/officeDocument/2006/relationships/tags" Target="../tags/tag742.xml"/><Relationship Id="rId1" Type="http://schemas.openxmlformats.org/officeDocument/2006/relationships/tags" Target="../tags/tag74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55.xml"/><Relationship Id="rId8" Type="http://schemas.openxmlformats.org/officeDocument/2006/relationships/image" Target="../media/image10.png"/><Relationship Id="rId7" Type="http://schemas.openxmlformats.org/officeDocument/2006/relationships/tags" Target="../tags/tag754.xml"/><Relationship Id="rId6" Type="http://schemas.openxmlformats.org/officeDocument/2006/relationships/tags" Target="../tags/tag753.xml"/><Relationship Id="rId5" Type="http://schemas.openxmlformats.org/officeDocument/2006/relationships/tags" Target="../tags/tag752.xml"/><Relationship Id="rId4" Type="http://schemas.openxmlformats.org/officeDocument/2006/relationships/tags" Target="../tags/tag751.xml"/><Relationship Id="rId3" Type="http://schemas.openxmlformats.org/officeDocument/2006/relationships/tags" Target="../tags/tag750.xml"/><Relationship Id="rId2" Type="http://schemas.openxmlformats.org/officeDocument/2006/relationships/tags" Target="../tags/tag749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758.xml"/><Relationship Id="rId11" Type="http://schemas.openxmlformats.org/officeDocument/2006/relationships/tags" Target="../tags/tag757.xml"/><Relationship Id="rId10" Type="http://schemas.openxmlformats.org/officeDocument/2006/relationships/tags" Target="../tags/tag756.xml"/><Relationship Id="rId1" Type="http://schemas.openxmlformats.org/officeDocument/2006/relationships/tags" Target="../tags/tag74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67.xml"/><Relationship Id="rId8" Type="http://schemas.openxmlformats.org/officeDocument/2006/relationships/tags" Target="../tags/tag766.xml"/><Relationship Id="rId7" Type="http://schemas.openxmlformats.org/officeDocument/2006/relationships/tags" Target="../tags/tag765.xml"/><Relationship Id="rId6" Type="http://schemas.openxmlformats.org/officeDocument/2006/relationships/tags" Target="../tags/tag764.xml"/><Relationship Id="rId5" Type="http://schemas.openxmlformats.org/officeDocument/2006/relationships/tags" Target="../tags/tag763.xml"/><Relationship Id="rId45" Type="http://schemas.openxmlformats.org/officeDocument/2006/relationships/notesSlide" Target="../notesSlides/notesSlide12.xml"/><Relationship Id="rId44" Type="http://schemas.openxmlformats.org/officeDocument/2006/relationships/slideLayout" Target="../slideLayouts/slideLayout10.xml"/><Relationship Id="rId43" Type="http://schemas.openxmlformats.org/officeDocument/2006/relationships/tags" Target="../tags/tag801.xml"/><Relationship Id="rId42" Type="http://schemas.openxmlformats.org/officeDocument/2006/relationships/tags" Target="../tags/tag800.xml"/><Relationship Id="rId41" Type="http://schemas.openxmlformats.org/officeDocument/2006/relationships/tags" Target="../tags/tag799.xml"/><Relationship Id="rId40" Type="http://schemas.openxmlformats.org/officeDocument/2006/relationships/tags" Target="../tags/tag798.xml"/><Relationship Id="rId4" Type="http://schemas.openxmlformats.org/officeDocument/2006/relationships/tags" Target="../tags/tag762.xml"/><Relationship Id="rId39" Type="http://schemas.openxmlformats.org/officeDocument/2006/relationships/tags" Target="../tags/tag797.xml"/><Relationship Id="rId38" Type="http://schemas.openxmlformats.org/officeDocument/2006/relationships/tags" Target="../tags/tag796.xml"/><Relationship Id="rId37" Type="http://schemas.openxmlformats.org/officeDocument/2006/relationships/tags" Target="../tags/tag795.xml"/><Relationship Id="rId36" Type="http://schemas.openxmlformats.org/officeDocument/2006/relationships/tags" Target="../tags/tag794.xml"/><Relationship Id="rId35" Type="http://schemas.openxmlformats.org/officeDocument/2006/relationships/tags" Target="../tags/tag793.xml"/><Relationship Id="rId34" Type="http://schemas.openxmlformats.org/officeDocument/2006/relationships/tags" Target="../tags/tag792.xml"/><Relationship Id="rId33" Type="http://schemas.openxmlformats.org/officeDocument/2006/relationships/tags" Target="../tags/tag791.xml"/><Relationship Id="rId32" Type="http://schemas.openxmlformats.org/officeDocument/2006/relationships/tags" Target="../tags/tag790.xml"/><Relationship Id="rId31" Type="http://schemas.openxmlformats.org/officeDocument/2006/relationships/tags" Target="../tags/tag789.xml"/><Relationship Id="rId30" Type="http://schemas.openxmlformats.org/officeDocument/2006/relationships/tags" Target="../tags/tag788.xml"/><Relationship Id="rId3" Type="http://schemas.openxmlformats.org/officeDocument/2006/relationships/tags" Target="../tags/tag761.xml"/><Relationship Id="rId29" Type="http://schemas.openxmlformats.org/officeDocument/2006/relationships/tags" Target="../tags/tag787.xml"/><Relationship Id="rId28" Type="http://schemas.openxmlformats.org/officeDocument/2006/relationships/tags" Target="../tags/tag786.xml"/><Relationship Id="rId27" Type="http://schemas.openxmlformats.org/officeDocument/2006/relationships/tags" Target="../tags/tag785.xml"/><Relationship Id="rId26" Type="http://schemas.openxmlformats.org/officeDocument/2006/relationships/tags" Target="../tags/tag784.xml"/><Relationship Id="rId25" Type="http://schemas.openxmlformats.org/officeDocument/2006/relationships/tags" Target="../tags/tag783.xml"/><Relationship Id="rId24" Type="http://schemas.openxmlformats.org/officeDocument/2006/relationships/tags" Target="../tags/tag782.xml"/><Relationship Id="rId23" Type="http://schemas.openxmlformats.org/officeDocument/2006/relationships/tags" Target="../tags/tag781.xml"/><Relationship Id="rId22" Type="http://schemas.openxmlformats.org/officeDocument/2006/relationships/tags" Target="../tags/tag780.xml"/><Relationship Id="rId21" Type="http://schemas.openxmlformats.org/officeDocument/2006/relationships/tags" Target="../tags/tag779.xml"/><Relationship Id="rId20" Type="http://schemas.openxmlformats.org/officeDocument/2006/relationships/tags" Target="../tags/tag778.xml"/><Relationship Id="rId2" Type="http://schemas.openxmlformats.org/officeDocument/2006/relationships/tags" Target="../tags/tag760.xml"/><Relationship Id="rId19" Type="http://schemas.openxmlformats.org/officeDocument/2006/relationships/tags" Target="../tags/tag777.xml"/><Relationship Id="rId18" Type="http://schemas.openxmlformats.org/officeDocument/2006/relationships/tags" Target="../tags/tag776.xml"/><Relationship Id="rId17" Type="http://schemas.openxmlformats.org/officeDocument/2006/relationships/tags" Target="../tags/tag775.xml"/><Relationship Id="rId16" Type="http://schemas.openxmlformats.org/officeDocument/2006/relationships/tags" Target="../tags/tag774.xml"/><Relationship Id="rId15" Type="http://schemas.openxmlformats.org/officeDocument/2006/relationships/tags" Target="../tags/tag773.xml"/><Relationship Id="rId14" Type="http://schemas.openxmlformats.org/officeDocument/2006/relationships/tags" Target="../tags/tag772.xml"/><Relationship Id="rId13" Type="http://schemas.openxmlformats.org/officeDocument/2006/relationships/tags" Target="../tags/tag771.xml"/><Relationship Id="rId12" Type="http://schemas.openxmlformats.org/officeDocument/2006/relationships/tags" Target="../tags/tag770.xml"/><Relationship Id="rId11" Type="http://schemas.openxmlformats.org/officeDocument/2006/relationships/tags" Target="../tags/tag769.xml"/><Relationship Id="rId10" Type="http://schemas.openxmlformats.org/officeDocument/2006/relationships/tags" Target="../tags/tag768.xml"/><Relationship Id="rId1" Type="http://schemas.openxmlformats.org/officeDocument/2006/relationships/tags" Target="../tags/tag75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803.xml"/><Relationship Id="rId1" Type="http://schemas.openxmlformats.org/officeDocument/2006/relationships/tags" Target="../tags/tag8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Buffer缓存区</a:t>
            </a:r>
            <a:endParaRPr lang="en-US" altLang="zh-CN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43227" y="1638494"/>
            <a:ext cx="5094700" cy="2771775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4908" y="1638164"/>
            <a:ext cx="2552700" cy="2771775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grpSp>
        <p:nvGrpSpPr>
          <p:cNvPr id="2" name="组合 1"/>
          <p:cNvGrpSpPr/>
          <p:nvPr/>
        </p:nvGrpSpPr>
        <p:grpSpPr>
          <a:xfrm>
            <a:off x="1331595" y="4868545"/>
            <a:ext cx="9298305" cy="1196975"/>
            <a:chOff x="2097" y="7667"/>
            <a:chExt cx="14643" cy="1885"/>
          </a:xfrm>
        </p:grpSpPr>
        <p:sp>
          <p:nvSpPr>
            <p:cNvPr id="31" name="TextBox 3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132" y="8183"/>
              <a:ext cx="14608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Node.js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是如何实现对二进制与各种文件的处理？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ï$líḍe"/>
            <p:cNvSpPr/>
            <p:nvPr>
              <p:custDataLst>
                <p:tags r:id="rId9"/>
              </p:custDataLst>
            </p:nvPr>
          </p:nvSpPr>
          <p:spPr bwMode="auto">
            <a:xfrm>
              <a:off x="2802" y="8559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îşľîḋé"/>
            <p:cNvSpPr/>
            <p:nvPr>
              <p:custDataLst>
                <p:tags r:id="rId10"/>
              </p:custDataLst>
            </p:nvPr>
          </p:nvSpPr>
          <p:spPr bwMode="auto">
            <a:xfrm>
              <a:off x="2320" y="9470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îśḷïḋé"/>
            <p:cNvSpPr/>
            <p:nvPr>
              <p:custDataLst>
                <p:tags r:id="rId11"/>
              </p:custDataLst>
            </p:nvPr>
          </p:nvSpPr>
          <p:spPr bwMode="auto">
            <a:xfrm>
              <a:off x="2626" y="8648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7" name="iṩḷïďê"/>
            <p:cNvSpPr/>
            <p:nvPr>
              <p:custDataLst>
                <p:tags r:id="rId12"/>
              </p:custDataLst>
            </p:nvPr>
          </p:nvSpPr>
          <p:spPr bwMode="auto">
            <a:xfrm>
              <a:off x="2814" y="8673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îsľîḋé"/>
            <p:cNvSpPr/>
            <p:nvPr>
              <p:custDataLst>
                <p:tags r:id="rId13"/>
              </p:custDataLst>
            </p:nvPr>
          </p:nvSpPr>
          <p:spPr bwMode="auto">
            <a:xfrm>
              <a:off x="2469" y="8726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ïsḻïdê"/>
            <p:cNvSpPr/>
            <p:nvPr>
              <p:custDataLst>
                <p:tags r:id="rId14"/>
              </p:custDataLst>
            </p:nvPr>
          </p:nvSpPr>
          <p:spPr bwMode="auto">
            <a:xfrm>
              <a:off x="2483" y="8722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0" name="iS1îḍê"/>
            <p:cNvSpPr/>
            <p:nvPr>
              <p:custDataLst>
                <p:tags r:id="rId15"/>
              </p:custDataLst>
            </p:nvPr>
          </p:nvSpPr>
          <p:spPr bwMode="auto">
            <a:xfrm>
              <a:off x="2481" y="8811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işļíḓé"/>
            <p:cNvSpPr/>
            <p:nvPr>
              <p:custDataLst>
                <p:tags r:id="rId16"/>
              </p:custDataLst>
            </p:nvPr>
          </p:nvSpPr>
          <p:spPr bwMode="auto">
            <a:xfrm>
              <a:off x="2471" y="8773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2" name="iŝ1îḓé"/>
            <p:cNvSpPr/>
            <p:nvPr>
              <p:custDataLst>
                <p:tags r:id="rId17"/>
              </p:custDataLst>
            </p:nvPr>
          </p:nvSpPr>
          <p:spPr bwMode="auto">
            <a:xfrm>
              <a:off x="2556" y="9047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3" name="íşlíḑè"/>
            <p:cNvSpPr/>
            <p:nvPr>
              <p:custDataLst>
                <p:tags r:id="rId18"/>
              </p:custDataLst>
            </p:nvPr>
          </p:nvSpPr>
          <p:spPr bwMode="auto">
            <a:xfrm>
              <a:off x="2616" y="9467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4" name="î$ļïḓe"/>
            <p:cNvSpPr/>
            <p:nvPr>
              <p:custDataLst>
                <p:tags r:id="rId19"/>
              </p:custDataLst>
            </p:nvPr>
          </p:nvSpPr>
          <p:spPr bwMode="auto">
            <a:xfrm>
              <a:off x="2423" y="9047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5" name="ïŝlïḓe"/>
            <p:cNvSpPr/>
            <p:nvPr>
              <p:custDataLst>
                <p:tags r:id="rId20"/>
              </p:custDataLst>
            </p:nvPr>
          </p:nvSpPr>
          <p:spPr bwMode="auto">
            <a:xfrm>
              <a:off x="2483" y="9466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" name="îṡḻîḓê"/>
            <p:cNvSpPr/>
            <p:nvPr>
              <p:custDataLst>
                <p:tags r:id="rId21"/>
              </p:custDataLst>
            </p:nvPr>
          </p:nvSpPr>
          <p:spPr bwMode="auto">
            <a:xfrm>
              <a:off x="2373" y="9045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" name="ísľïḍé"/>
            <p:cNvSpPr/>
            <p:nvPr>
              <p:custDataLst>
                <p:tags r:id="rId22"/>
              </p:custDataLst>
            </p:nvPr>
          </p:nvSpPr>
          <p:spPr bwMode="auto">
            <a:xfrm>
              <a:off x="2394" y="9093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" name="îṡľiḓe"/>
            <p:cNvSpPr/>
            <p:nvPr>
              <p:custDataLst>
                <p:tags r:id="rId23"/>
              </p:custDataLst>
            </p:nvPr>
          </p:nvSpPr>
          <p:spPr bwMode="auto">
            <a:xfrm>
              <a:off x="2462" y="9105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îšľîdè"/>
            <p:cNvSpPr/>
            <p:nvPr>
              <p:custDataLst>
                <p:tags r:id="rId24"/>
              </p:custDataLst>
            </p:nvPr>
          </p:nvSpPr>
          <p:spPr bwMode="auto">
            <a:xfrm>
              <a:off x="2539" y="9105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íṡlîḓe"/>
            <p:cNvSpPr/>
            <p:nvPr>
              <p:custDataLst>
                <p:tags r:id="rId25"/>
              </p:custDataLst>
            </p:nvPr>
          </p:nvSpPr>
          <p:spPr bwMode="auto">
            <a:xfrm>
              <a:off x="2576" y="9093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" name="ís1ïďè"/>
            <p:cNvSpPr/>
            <p:nvPr>
              <p:custDataLst>
                <p:tags r:id="rId26"/>
              </p:custDataLst>
            </p:nvPr>
          </p:nvSpPr>
          <p:spPr bwMode="auto">
            <a:xfrm>
              <a:off x="2618" y="9081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" name="îṣ1íďé"/>
            <p:cNvSpPr/>
            <p:nvPr>
              <p:custDataLst>
                <p:tags r:id="rId27"/>
              </p:custDataLst>
            </p:nvPr>
          </p:nvSpPr>
          <p:spPr bwMode="auto">
            <a:xfrm>
              <a:off x="2660" y="9060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3" name="ïṧḷiḋè"/>
            <p:cNvSpPr/>
            <p:nvPr>
              <p:custDataLst>
                <p:tags r:id="rId28"/>
              </p:custDataLst>
            </p:nvPr>
          </p:nvSpPr>
          <p:spPr bwMode="auto">
            <a:xfrm>
              <a:off x="2394" y="8772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4" name="ïṥ1iḍê"/>
            <p:cNvSpPr/>
            <p:nvPr>
              <p:custDataLst>
                <p:tags r:id="rId29"/>
              </p:custDataLst>
            </p:nvPr>
          </p:nvSpPr>
          <p:spPr bwMode="auto">
            <a:xfrm>
              <a:off x="2449" y="8780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5" name="îşlîḍè"/>
            <p:cNvSpPr/>
            <p:nvPr>
              <p:custDataLst>
                <p:tags r:id="rId30"/>
              </p:custDataLst>
            </p:nvPr>
          </p:nvSpPr>
          <p:spPr bwMode="auto">
            <a:xfrm>
              <a:off x="2545" y="8765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6" name="îṧľíḋe"/>
            <p:cNvSpPr/>
            <p:nvPr>
              <p:custDataLst>
                <p:tags r:id="rId31"/>
              </p:custDataLst>
            </p:nvPr>
          </p:nvSpPr>
          <p:spPr bwMode="auto">
            <a:xfrm>
              <a:off x="2546" y="8978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7" name="îṥļiḍe"/>
            <p:cNvSpPr/>
            <p:nvPr>
              <p:custDataLst>
                <p:tags r:id="rId32"/>
              </p:custDataLst>
            </p:nvPr>
          </p:nvSpPr>
          <p:spPr bwMode="auto">
            <a:xfrm>
              <a:off x="2552" y="9011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8" name="i$ḻïḓè"/>
            <p:cNvSpPr/>
            <p:nvPr>
              <p:custDataLst>
                <p:tags r:id="rId33"/>
              </p:custDataLst>
            </p:nvPr>
          </p:nvSpPr>
          <p:spPr bwMode="auto">
            <a:xfrm>
              <a:off x="2559" y="9044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íś1iḓe"/>
            <p:cNvSpPr/>
            <p:nvPr>
              <p:custDataLst>
                <p:tags r:id="rId34"/>
              </p:custDataLst>
            </p:nvPr>
          </p:nvSpPr>
          <p:spPr bwMode="auto">
            <a:xfrm>
              <a:off x="2206" y="8294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0" name="ïṩḷiḋê"/>
            <p:cNvSpPr/>
            <p:nvPr>
              <p:custDataLst>
                <p:tags r:id="rId35"/>
              </p:custDataLst>
            </p:nvPr>
          </p:nvSpPr>
          <p:spPr bwMode="auto">
            <a:xfrm>
              <a:off x="2335" y="8686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iSlîḓe"/>
            <p:cNvSpPr/>
            <p:nvPr>
              <p:custDataLst>
                <p:tags r:id="rId36"/>
              </p:custDataLst>
            </p:nvPr>
          </p:nvSpPr>
          <p:spPr bwMode="auto">
            <a:xfrm>
              <a:off x="2448" y="8658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2" name="iṣľîḍé"/>
            <p:cNvSpPr/>
            <p:nvPr>
              <p:custDataLst>
                <p:tags r:id="rId37"/>
              </p:custDataLst>
            </p:nvPr>
          </p:nvSpPr>
          <p:spPr bwMode="auto">
            <a:xfrm>
              <a:off x="2460" y="8654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3" name="îṧ1ïdè"/>
            <p:cNvSpPr/>
            <p:nvPr>
              <p:custDataLst>
                <p:tags r:id="rId38"/>
              </p:custDataLst>
            </p:nvPr>
          </p:nvSpPr>
          <p:spPr bwMode="auto">
            <a:xfrm>
              <a:off x="2476" y="8644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4" name="iṧlïḋe"/>
            <p:cNvSpPr/>
            <p:nvPr>
              <p:custDataLst>
                <p:tags r:id="rId39"/>
              </p:custDataLst>
            </p:nvPr>
          </p:nvSpPr>
          <p:spPr bwMode="auto">
            <a:xfrm>
              <a:off x="2590" y="8605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5" name="íṣ1íḍê"/>
            <p:cNvSpPr/>
            <p:nvPr>
              <p:custDataLst>
                <p:tags r:id="rId40"/>
              </p:custDataLst>
            </p:nvPr>
          </p:nvSpPr>
          <p:spPr bwMode="auto">
            <a:xfrm>
              <a:off x="2604" y="8600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6" name="îṡľîďè"/>
            <p:cNvSpPr/>
            <p:nvPr>
              <p:custDataLst>
                <p:tags r:id="rId41"/>
              </p:custDataLst>
            </p:nvPr>
          </p:nvSpPr>
          <p:spPr bwMode="auto">
            <a:xfrm>
              <a:off x="2618" y="8602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ïśľîḓe"/>
            <p:cNvSpPr/>
            <p:nvPr>
              <p:custDataLst>
                <p:tags r:id="rId42"/>
              </p:custDataLst>
            </p:nvPr>
          </p:nvSpPr>
          <p:spPr bwMode="auto">
            <a:xfrm>
              <a:off x="2564" y="8530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ïšḻíḋê"/>
            <p:cNvSpPr/>
            <p:nvPr>
              <p:custDataLst>
                <p:tags r:id="rId43"/>
              </p:custDataLst>
            </p:nvPr>
          </p:nvSpPr>
          <p:spPr bwMode="auto">
            <a:xfrm>
              <a:off x="2589" y="8535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9" name="işľídè"/>
            <p:cNvSpPr/>
            <p:nvPr>
              <p:custDataLst>
                <p:tags r:id="rId44"/>
              </p:custDataLst>
            </p:nvPr>
          </p:nvSpPr>
          <p:spPr bwMode="auto">
            <a:xfrm>
              <a:off x="2419" y="8571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0" name="îsḷiḍe"/>
            <p:cNvSpPr/>
            <p:nvPr>
              <p:custDataLst>
                <p:tags r:id="rId45"/>
              </p:custDataLst>
            </p:nvPr>
          </p:nvSpPr>
          <p:spPr bwMode="auto">
            <a:xfrm>
              <a:off x="2445" y="8578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1" name="iṧlîde"/>
            <p:cNvSpPr/>
            <p:nvPr>
              <p:custDataLst>
                <p:tags r:id="rId46"/>
              </p:custDataLst>
            </p:nvPr>
          </p:nvSpPr>
          <p:spPr bwMode="auto">
            <a:xfrm>
              <a:off x="2404" y="8522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ísḷîdé"/>
            <p:cNvSpPr/>
            <p:nvPr>
              <p:custDataLst>
                <p:tags r:id="rId47"/>
              </p:custDataLst>
            </p:nvPr>
          </p:nvSpPr>
          <p:spPr bwMode="auto">
            <a:xfrm>
              <a:off x="2529" y="8473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3" name="ïṡ1idè"/>
            <p:cNvSpPr/>
            <p:nvPr>
              <p:custDataLst>
                <p:tags r:id="rId48"/>
              </p:custDataLst>
            </p:nvPr>
          </p:nvSpPr>
          <p:spPr bwMode="auto">
            <a:xfrm>
              <a:off x="2507" y="8661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4" name="işliḋè"/>
            <p:cNvSpPr/>
            <p:nvPr>
              <p:custDataLst>
                <p:tags r:id="rId49"/>
              </p:custDataLst>
            </p:nvPr>
          </p:nvSpPr>
          <p:spPr bwMode="auto">
            <a:xfrm>
              <a:off x="2111" y="8209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5" name="íslïďê"/>
            <p:cNvSpPr/>
            <p:nvPr>
              <p:custDataLst>
                <p:tags r:id="rId50"/>
              </p:custDataLst>
            </p:nvPr>
          </p:nvSpPr>
          <p:spPr bwMode="auto">
            <a:xfrm>
              <a:off x="2262" y="8514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6" name="îṣḻíḑe"/>
            <p:cNvSpPr/>
            <p:nvPr>
              <p:custDataLst>
                <p:tags r:id="rId51"/>
              </p:custDataLst>
            </p:nvPr>
          </p:nvSpPr>
          <p:spPr bwMode="auto">
            <a:xfrm>
              <a:off x="2200" y="8608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7" name="ïśḷïde"/>
            <p:cNvSpPr/>
            <p:nvPr>
              <p:custDataLst>
                <p:tags r:id="rId52"/>
              </p:custDataLst>
            </p:nvPr>
          </p:nvSpPr>
          <p:spPr bwMode="auto">
            <a:xfrm>
              <a:off x="2301" y="8642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8" name="iṡḷîḑê"/>
            <p:cNvSpPr/>
            <p:nvPr>
              <p:custDataLst>
                <p:tags r:id="rId53"/>
              </p:custDataLst>
            </p:nvPr>
          </p:nvSpPr>
          <p:spPr bwMode="auto">
            <a:xfrm>
              <a:off x="2097" y="8387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íṩ1ídè"/>
            <p:cNvSpPr/>
            <p:nvPr>
              <p:custDataLst>
                <p:tags r:id="rId54"/>
              </p:custDataLst>
            </p:nvPr>
          </p:nvSpPr>
          <p:spPr bwMode="auto">
            <a:xfrm>
              <a:off x="2167" y="7987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ïSļîḋê"/>
            <p:cNvSpPr/>
            <p:nvPr>
              <p:custDataLst>
                <p:tags r:id="rId55"/>
              </p:custDataLst>
            </p:nvPr>
          </p:nvSpPr>
          <p:spPr bwMode="auto">
            <a:xfrm>
              <a:off x="3122" y="9325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1" name="ïś1iďé"/>
            <p:cNvSpPr/>
            <p:nvPr>
              <p:custDataLst>
                <p:tags r:id="rId56"/>
              </p:custDataLst>
            </p:nvPr>
          </p:nvSpPr>
          <p:spPr bwMode="auto">
            <a:xfrm>
              <a:off x="3340" y="7667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2" name="îṩḷïḋê"/>
            <p:cNvSpPr/>
            <p:nvPr>
              <p:custDataLst>
                <p:tags r:id="rId57"/>
              </p:custDataLst>
            </p:nvPr>
          </p:nvSpPr>
          <p:spPr bwMode="auto">
            <a:xfrm>
              <a:off x="3078" y="7736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3" name="îṡḷiďê"/>
            <p:cNvSpPr/>
            <p:nvPr>
              <p:custDataLst>
                <p:tags r:id="rId58"/>
              </p:custDataLst>
            </p:nvPr>
          </p:nvSpPr>
          <p:spPr bwMode="auto">
            <a:xfrm>
              <a:off x="3078" y="7736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4" name="îṧļîḑè"/>
            <p:cNvSpPr/>
            <p:nvPr>
              <p:custDataLst>
                <p:tags r:id="rId59"/>
              </p:custDataLst>
            </p:nvPr>
          </p:nvSpPr>
          <p:spPr bwMode="auto">
            <a:xfrm>
              <a:off x="3083" y="7736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5" name="îṡļîḑè"/>
            <p:cNvSpPr/>
            <p:nvPr>
              <p:custDataLst>
                <p:tags r:id="rId60"/>
              </p:custDataLst>
            </p:nvPr>
          </p:nvSpPr>
          <p:spPr bwMode="auto">
            <a:xfrm>
              <a:off x="3083" y="7736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6" name="í$1ïďê"/>
            <p:cNvSpPr/>
            <p:nvPr>
              <p:custDataLst>
                <p:tags r:id="rId61"/>
              </p:custDataLst>
            </p:nvPr>
          </p:nvSpPr>
          <p:spPr bwMode="auto">
            <a:xfrm>
              <a:off x="3085" y="8400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7" name="isľíďe"/>
            <p:cNvSpPr/>
            <p:nvPr>
              <p:custDataLst>
                <p:tags r:id="rId62"/>
              </p:custDataLst>
            </p:nvPr>
          </p:nvSpPr>
          <p:spPr bwMode="auto">
            <a:xfrm>
              <a:off x="3090" y="8400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8" name="ïṡlíḓé"/>
            <p:cNvSpPr/>
            <p:nvPr>
              <p:custDataLst>
                <p:tags r:id="rId63"/>
              </p:custDataLst>
            </p:nvPr>
          </p:nvSpPr>
          <p:spPr bwMode="auto">
            <a:xfrm>
              <a:off x="3031" y="8068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9" name="îŝ1îdè"/>
            <p:cNvSpPr/>
            <p:nvPr>
              <p:custDataLst>
                <p:tags r:id="rId64"/>
              </p:custDataLst>
            </p:nvPr>
          </p:nvSpPr>
          <p:spPr bwMode="auto">
            <a:xfrm>
              <a:off x="3039" y="8064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0" name="íśḷîḍé"/>
            <p:cNvSpPr/>
            <p:nvPr>
              <p:custDataLst>
                <p:tags r:id="rId65"/>
              </p:custDataLst>
            </p:nvPr>
          </p:nvSpPr>
          <p:spPr bwMode="auto">
            <a:xfrm>
              <a:off x="3022" y="8712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ï$ḻíḑe"/>
            <p:cNvSpPr/>
            <p:nvPr>
              <p:custDataLst>
                <p:tags r:id="rId66"/>
              </p:custDataLst>
            </p:nvPr>
          </p:nvSpPr>
          <p:spPr bwMode="auto">
            <a:xfrm>
              <a:off x="3028" y="8705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2" name="îŝľïďê"/>
            <p:cNvSpPr/>
            <p:nvPr>
              <p:custDataLst>
                <p:tags r:id="rId67"/>
              </p:custDataLst>
            </p:nvPr>
          </p:nvSpPr>
          <p:spPr bwMode="auto">
            <a:xfrm>
              <a:off x="3340" y="7987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3" name="íṡḷíḑe"/>
            <p:cNvSpPr/>
            <p:nvPr>
              <p:custDataLst>
                <p:tags r:id="rId68"/>
              </p:custDataLst>
            </p:nvPr>
          </p:nvSpPr>
          <p:spPr bwMode="auto">
            <a:xfrm>
              <a:off x="3340" y="7987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4" name="iśļïďê"/>
            <p:cNvSpPr/>
            <p:nvPr>
              <p:custDataLst>
                <p:tags r:id="rId69"/>
              </p:custDataLst>
            </p:nvPr>
          </p:nvSpPr>
          <p:spPr bwMode="auto">
            <a:xfrm>
              <a:off x="3340" y="7969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íṧlîḍé"/>
            <p:cNvSpPr/>
            <p:nvPr>
              <p:custDataLst>
                <p:tags r:id="rId70"/>
              </p:custDataLst>
            </p:nvPr>
          </p:nvSpPr>
          <p:spPr bwMode="auto">
            <a:xfrm>
              <a:off x="3340" y="7969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6" name="iṩļïḍê"/>
            <p:cNvSpPr/>
            <p:nvPr>
              <p:custDataLst>
                <p:tags r:id="rId71"/>
              </p:custDataLst>
            </p:nvPr>
          </p:nvSpPr>
          <p:spPr bwMode="auto">
            <a:xfrm>
              <a:off x="3340" y="7971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7" name="íŝḻiḑe"/>
            <p:cNvSpPr/>
            <p:nvPr>
              <p:custDataLst>
                <p:tags r:id="rId72"/>
              </p:custDataLst>
            </p:nvPr>
          </p:nvSpPr>
          <p:spPr bwMode="auto">
            <a:xfrm>
              <a:off x="3340" y="7971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8" name="iṣḷíḋé"/>
            <p:cNvSpPr/>
            <p:nvPr>
              <p:custDataLst>
                <p:tags r:id="rId73"/>
              </p:custDataLst>
            </p:nvPr>
          </p:nvSpPr>
          <p:spPr bwMode="auto">
            <a:xfrm>
              <a:off x="3340" y="8284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9" name="îSḷíḍe"/>
            <p:cNvSpPr/>
            <p:nvPr>
              <p:custDataLst>
                <p:tags r:id="rId74"/>
              </p:custDataLst>
            </p:nvPr>
          </p:nvSpPr>
          <p:spPr bwMode="auto">
            <a:xfrm>
              <a:off x="3340" y="8605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0" name="ïşliďê"/>
            <p:cNvSpPr/>
            <p:nvPr>
              <p:custDataLst>
                <p:tags r:id="rId75"/>
              </p:custDataLst>
            </p:nvPr>
          </p:nvSpPr>
          <p:spPr bwMode="auto">
            <a:xfrm>
              <a:off x="3340" y="8937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7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>
            <p:custDataLst>
              <p:tags r:id="rId2"/>
            </p:custDataLst>
          </p:nvPr>
        </p:nvSpPr>
        <p:spPr>
          <a:xfrm>
            <a:off x="1574613" y="3082644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"/>
            </p:custDataLst>
          </p:nvPr>
        </p:nvSpPr>
        <p:spPr>
          <a:xfrm>
            <a:off x="2383173" y="3193814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Buffer简介</a:t>
            </a:r>
            <a:endParaRPr lang="en-US" altLang="zh-CN" sz="1900" b="1" spc="2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矩形 41"/>
          <p:cNvSpPr/>
          <p:nvPr>
            <p:custDataLst>
              <p:tags r:id="rId4"/>
            </p:custDataLst>
          </p:nvPr>
        </p:nvSpPr>
        <p:spPr>
          <a:xfrm>
            <a:off x="4781363" y="3082644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5"/>
            </p:custDataLst>
          </p:nvPr>
        </p:nvSpPr>
        <p:spPr>
          <a:xfrm>
            <a:off x="5589923" y="3193814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Buffer类API</a:t>
            </a:r>
            <a:endParaRPr lang="en-US" altLang="zh-CN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5" name="矩形 44"/>
          <p:cNvSpPr/>
          <p:nvPr>
            <p:custDataLst>
              <p:tags r:id="rId6"/>
            </p:custDataLst>
          </p:nvPr>
        </p:nvSpPr>
        <p:spPr>
          <a:xfrm>
            <a:off x="7864288" y="3082921"/>
            <a:ext cx="699247" cy="699247"/>
          </a:xfrm>
          <a:prstGeom prst="rect">
            <a:avLst/>
          </a:prstGeom>
          <a:solidFill>
            <a:srgbClr val="15C2F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7"/>
            </p:custDataLst>
          </p:nvPr>
        </p:nvSpPr>
        <p:spPr>
          <a:xfrm>
            <a:off x="8672830" y="3194050"/>
            <a:ext cx="2677795" cy="47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Buffer与字符编码</a:t>
            </a:r>
            <a:endParaRPr lang="en-US" altLang="zh-CN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1056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简介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209006" y="1954579"/>
            <a:ext cx="11817531" cy="3620272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8" name="矩形: 圆角 47"/>
          <p:cNvSpPr/>
          <p:nvPr>
            <p:custDataLst>
              <p:tags r:id="rId4"/>
            </p:custDataLst>
          </p:nvPr>
        </p:nvSpPr>
        <p:spPr>
          <a:xfrm>
            <a:off x="209006" y="1965448"/>
            <a:ext cx="1345474" cy="363530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5"/>
            </p:custDataLst>
          </p:nvPr>
        </p:nvSpPr>
        <p:spPr>
          <a:xfrm>
            <a:off x="1554480" y="1968648"/>
            <a:ext cx="231288" cy="3642977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688" y="2589300"/>
            <a:ext cx="2674232" cy="2674232"/>
          </a:xfrm>
          <a:prstGeom prst="rect">
            <a:avLst/>
          </a:prstGeom>
        </p:spPr>
      </p:pic>
      <p:pic>
        <p:nvPicPr>
          <p:cNvPr id="70" name="图形 6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080" y="3356503"/>
            <a:ext cx="569913" cy="569913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9"/>
            </p:custDataLst>
          </p:nvPr>
        </p:nvSpPr>
        <p:spPr>
          <a:xfrm>
            <a:off x="1980942" y="1954579"/>
            <a:ext cx="6855457" cy="435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--Buffer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缓存区，处理文件流和二进制数据流。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  <a:spcBef>
                <a:spcPts val="1200"/>
              </a:spcBef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类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核心类库，无需引入即可直接使用，使用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类提供的构造函数创建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实例。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通过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缓存区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存放二进制数据，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进行二进制字节流的读、写和网络传输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75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8" grpId="0" bldLvl="0" animBg="1"/>
      <p:bldP spid="49" grpId="0" bldLvl="0" animBg="1"/>
      <p:bldP spid="71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1056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简介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159098" y="1656771"/>
            <a:ext cx="11817531" cy="4287466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8" name="矩形: 圆角 47"/>
          <p:cNvSpPr/>
          <p:nvPr>
            <p:custDataLst>
              <p:tags r:id="rId4"/>
            </p:custDataLst>
          </p:nvPr>
        </p:nvSpPr>
        <p:spPr>
          <a:xfrm>
            <a:off x="159098" y="1664869"/>
            <a:ext cx="1345474" cy="430527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5"/>
            </p:custDataLst>
          </p:nvPr>
        </p:nvSpPr>
        <p:spPr>
          <a:xfrm>
            <a:off x="1504571" y="1671252"/>
            <a:ext cx="231289" cy="4284821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2451" y="2081297"/>
            <a:ext cx="2695406" cy="2695406"/>
          </a:xfrm>
          <a:prstGeom prst="rect">
            <a:avLst/>
          </a:prstGeom>
        </p:spPr>
      </p:pic>
      <p:pic>
        <p:nvPicPr>
          <p:cNvPr id="70" name="图形 6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1944" y="3490220"/>
            <a:ext cx="569913" cy="569913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9"/>
            </p:custDataLst>
          </p:nvPr>
        </p:nvSpPr>
        <p:spPr>
          <a:xfrm>
            <a:off x="1571971" y="1811205"/>
            <a:ext cx="6731709" cy="4015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Stream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流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(Stream)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就是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一系列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从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点到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点移动的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  <a:spcBef>
                <a:spcPts val="1800"/>
              </a:spcBef>
            </a:pP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两者间的联系：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数据的传输分为：数据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送达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处理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数据量较小，送达比处理更快，需要等待数据处理完毕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数据量较大，处理比送达更快，需要等待数据的完整送达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那么这两个等待的过程，就需要在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缓冲区中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7947753" y="5366585"/>
            <a:ext cx="4384803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典型的案例：视频播放的卡顿</a:t>
            </a:r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is1ide-Rectangle 21"/>
          <p:cNvSpPr/>
          <p:nvPr>
            <p:custDataLst>
              <p:tags r:id="rId12"/>
            </p:custDataLst>
          </p:nvPr>
        </p:nvSpPr>
        <p:spPr>
          <a:xfrm>
            <a:off x="2005100" y="3028176"/>
            <a:ext cx="6298579" cy="2916062"/>
          </a:xfrm>
          <a:prstGeom prst="rect">
            <a:avLst/>
          </a:prstGeom>
          <a:noFill/>
          <a:ln w="6350">
            <a:solidFill>
              <a:schemeClr val="lt1">
                <a:lumMod val="75000"/>
              </a:schemeClr>
            </a:solidFill>
            <a:miter lim="400000"/>
          </a:ln>
        </p:spPr>
        <p:txBody>
          <a:bodyPr anchor="ctr"/>
          <a:lstStyle/>
          <a:p>
            <a:pPr algn="ctr"/>
            <a:endParaRPr sz="2365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99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85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" dur="166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" dur="166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" dur="166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1" dur="166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8" grpId="0" bldLvl="0" animBg="1"/>
      <p:bldP spid="49" grpId="0" bldLvl="0" animBg="1"/>
      <p:bldP spid="71" grpId="0" uiExpand="1" build="p"/>
      <p:bldP spid="9" grpId="0"/>
      <p:bldP spid="11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35775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常见的</a:t>
            </a:r>
            <a:r>
              <a:rPr kumimoji="1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类</a:t>
            </a:r>
            <a:r>
              <a:rPr kumimoji="1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API</a:t>
            </a:r>
            <a:endParaRPr kumimoji="1" lang="en-US" altLang="zh-CN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713220" y="2503805"/>
            <a:ext cx="5071745" cy="2676525"/>
            <a:chOff x="10572" y="3943"/>
            <a:chExt cx="7987" cy="4215"/>
          </a:xfrm>
        </p:grpSpPr>
        <p:sp>
          <p:nvSpPr>
            <p:cNvPr id="30" name="Freeform 9"/>
            <p:cNvSpPr/>
            <p:nvPr>
              <p:custDataLst>
                <p:tags r:id="rId3"/>
              </p:custDataLst>
            </p:nvPr>
          </p:nvSpPr>
          <p:spPr bwMode="auto">
            <a:xfrm>
              <a:off x="10572" y="5115"/>
              <a:ext cx="1859" cy="215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 1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11032" y="5787"/>
              <a:ext cx="945" cy="810"/>
            </a:xfrm>
            <a:custGeom>
              <a:avLst/>
              <a:gdLst>
                <a:gd name="T0" fmla="*/ 737 w 1149"/>
                <a:gd name="T1" fmla="*/ 427 h 983"/>
                <a:gd name="T2" fmla="*/ 640 w 1149"/>
                <a:gd name="T3" fmla="*/ 427 h 983"/>
                <a:gd name="T4" fmla="*/ 616 w 1149"/>
                <a:gd name="T5" fmla="*/ 502 h 983"/>
                <a:gd name="T6" fmla="*/ 640 w 1149"/>
                <a:gd name="T7" fmla="*/ 810 h 983"/>
                <a:gd name="T8" fmla="*/ 575 w 1149"/>
                <a:gd name="T9" fmla="*/ 921 h 983"/>
                <a:gd name="T10" fmla="*/ 514 w 1149"/>
                <a:gd name="T11" fmla="*/ 810 h 983"/>
                <a:gd name="T12" fmla="*/ 549 w 1149"/>
                <a:gd name="T13" fmla="*/ 503 h 983"/>
                <a:gd name="T14" fmla="*/ 524 w 1149"/>
                <a:gd name="T15" fmla="*/ 427 h 983"/>
                <a:gd name="T16" fmla="*/ 417 w 1149"/>
                <a:gd name="T17" fmla="*/ 427 h 983"/>
                <a:gd name="T18" fmla="*/ 417 w 1149"/>
                <a:gd name="T19" fmla="*/ 427 h 983"/>
                <a:gd name="T20" fmla="*/ 241 w 1149"/>
                <a:gd name="T21" fmla="*/ 612 h 983"/>
                <a:gd name="T22" fmla="*/ 266 w 1149"/>
                <a:gd name="T23" fmla="*/ 801 h 983"/>
                <a:gd name="T24" fmla="*/ 443 w 1149"/>
                <a:gd name="T25" fmla="*/ 983 h 983"/>
                <a:gd name="T26" fmla="*/ 711 w 1149"/>
                <a:gd name="T27" fmla="*/ 983 h 983"/>
                <a:gd name="T28" fmla="*/ 888 w 1149"/>
                <a:gd name="T29" fmla="*/ 799 h 983"/>
                <a:gd name="T30" fmla="*/ 913 w 1149"/>
                <a:gd name="T31" fmla="*/ 609 h 983"/>
                <a:gd name="T32" fmla="*/ 737 w 1149"/>
                <a:gd name="T33" fmla="*/ 427 h 983"/>
                <a:gd name="T34" fmla="*/ 218 w 1149"/>
                <a:gd name="T35" fmla="*/ 308 h 983"/>
                <a:gd name="T36" fmla="*/ 330 w 1149"/>
                <a:gd name="T37" fmla="*/ 196 h 983"/>
                <a:gd name="T38" fmla="*/ 218 w 1149"/>
                <a:gd name="T39" fmla="*/ 83 h 983"/>
                <a:gd name="T40" fmla="*/ 105 w 1149"/>
                <a:gd name="T41" fmla="*/ 196 h 983"/>
                <a:gd name="T42" fmla="*/ 218 w 1149"/>
                <a:gd name="T43" fmla="*/ 308 h 983"/>
                <a:gd name="T44" fmla="*/ 318 w 1149"/>
                <a:gd name="T45" fmla="*/ 344 h 983"/>
                <a:gd name="T46" fmla="*/ 118 w 1149"/>
                <a:gd name="T47" fmla="*/ 344 h 983"/>
                <a:gd name="T48" fmla="*/ 118 w 1149"/>
                <a:gd name="T49" fmla="*/ 343 h 983"/>
                <a:gd name="T50" fmla="*/ 7 w 1149"/>
                <a:gd name="T51" fmla="*/ 458 h 983"/>
                <a:gd name="T52" fmla="*/ 23 w 1149"/>
                <a:gd name="T53" fmla="*/ 577 h 983"/>
                <a:gd name="T54" fmla="*/ 134 w 1149"/>
                <a:gd name="T55" fmla="*/ 689 h 983"/>
                <a:gd name="T56" fmla="*/ 191 w 1149"/>
                <a:gd name="T57" fmla="*/ 689 h 983"/>
                <a:gd name="T58" fmla="*/ 180 w 1149"/>
                <a:gd name="T59" fmla="*/ 606 h 983"/>
                <a:gd name="T60" fmla="*/ 180 w 1149"/>
                <a:gd name="T61" fmla="*/ 606 h 983"/>
                <a:gd name="T62" fmla="*/ 180 w 1149"/>
                <a:gd name="T63" fmla="*/ 606 h 983"/>
                <a:gd name="T64" fmla="*/ 231 w 1149"/>
                <a:gd name="T65" fmla="*/ 449 h 983"/>
                <a:gd name="T66" fmla="*/ 308 w 1149"/>
                <a:gd name="T67" fmla="*/ 393 h 983"/>
                <a:gd name="T68" fmla="*/ 387 w 1149"/>
                <a:gd name="T69" fmla="*/ 367 h 983"/>
                <a:gd name="T70" fmla="*/ 318 w 1149"/>
                <a:gd name="T71" fmla="*/ 344 h 983"/>
                <a:gd name="T72" fmla="*/ 931 w 1149"/>
                <a:gd name="T73" fmla="*/ 308 h 983"/>
                <a:gd name="T74" fmla="*/ 1043 w 1149"/>
                <a:gd name="T75" fmla="*/ 196 h 983"/>
                <a:gd name="T76" fmla="*/ 931 w 1149"/>
                <a:gd name="T77" fmla="*/ 83 h 983"/>
                <a:gd name="T78" fmla="*/ 819 w 1149"/>
                <a:gd name="T79" fmla="*/ 196 h 983"/>
                <a:gd name="T80" fmla="*/ 931 w 1149"/>
                <a:gd name="T81" fmla="*/ 308 h 983"/>
                <a:gd name="T82" fmla="*/ 1031 w 1149"/>
                <a:gd name="T83" fmla="*/ 344 h 983"/>
                <a:gd name="T84" fmla="*/ 831 w 1149"/>
                <a:gd name="T85" fmla="*/ 344 h 983"/>
                <a:gd name="T86" fmla="*/ 831 w 1149"/>
                <a:gd name="T87" fmla="*/ 343 h 983"/>
                <a:gd name="T88" fmla="*/ 763 w 1149"/>
                <a:gd name="T89" fmla="*/ 366 h 983"/>
                <a:gd name="T90" fmla="*/ 847 w 1149"/>
                <a:gd name="T91" fmla="*/ 393 h 983"/>
                <a:gd name="T92" fmla="*/ 925 w 1149"/>
                <a:gd name="T93" fmla="*/ 450 h 983"/>
                <a:gd name="T94" fmla="*/ 974 w 1149"/>
                <a:gd name="T95" fmla="*/ 603 h 983"/>
                <a:gd name="T96" fmla="*/ 974 w 1149"/>
                <a:gd name="T97" fmla="*/ 603 h 983"/>
                <a:gd name="T98" fmla="*/ 974 w 1149"/>
                <a:gd name="T99" fmla="*/ 603 h 983"/>
                <a:gd name="T100" fmla="*/ 962 w 1149"/>
                <a:gd name="T101" fmla="*/ 689 h 983"/>
                <a:gd name="T102" fmla="*/ 1015 w 1149"/>
                <a:gd name="T103" fmla="*/ 689 h 983"/>
                <a:gd name="T104" fmla="*/ 1126 w 1149"/>
                <a:gd name="T105" fmla="*/ 575 h 983"/>
                <a:gd name="T106" fmla="*/ 1142 w 1149"/>
                <a:gd name="T107" fmla="*/ 456 h 983"/>
                <a:gd name="T108" fmla="*/ 1031 w 1149"/>
                <a:gd name="T109" fmla="*/ 344 h 983"/>
                <a:gd name="T110" fmla="*/ 756 w 1149"/>
                <a:gd name="T111" fmla="*/ 184 h 983"/>
                <a:gd name="T112" fmla="*/ 577 w 1149"/>
                <a:gd name="T113" fmla="*/ 369 h 983"/>
                <a:gd name="T114" fmla="*/ 398 w 1149"/>
                <a:gd name="T115" fmla="*/ 184 h 983"/>
                <a:gd name="T116" fmla="*/ 577 w 1149"/>
                <a:gd name="T117" fmla="*/ 0 h 983"/>
                <a:gd name="T118" fmla="*/ 756 w 1149"/>
                <a:gd name="T119" fmla="*/ 184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49" h="983">
                  <a:moveTo>
                    <a:pt x="737" y="427"/>
                  </a:moveTo>
                  <a:lnTo>
                    <a:pt x="640" y="427"/>
                  </a:lnTo>
                  <a:cubicBezTo>
                    <a:pt x="641" y="437"/>
                    <a:pt x="642" y="483"/>
                    <a:pt x="616" y="502"/>
                  </a:cubicBezTo>
                  <a:cubicBezTo>
                    <a:pt x="616" y="502"/>
                    <a:pt x="658" y="735"/>
                    <a:pt x="640" y="810"/>
                  </a:cubicBezTo>
                  <a:cubicBezTo>
                    <a:pt x="633" y="842"/>
                    <a:pt x="606" y="921"/>
                    <a:pt x="575" y="921"/>
                  </a:cubicBezTo>
                  <a:cubicBezTo>
                    <a:pt x="544" y="920"/>
                    <a:pt x="520" y="841"/>
                    <a:pt x="514" y="810"/>
                  </a:cubicBezTo>
                  <a:cubicBezTo>
                    <a:pt x="499" y="735"/>
                    <a:pt x="549" y="503"/>
                    <a:pt x="549" y="503"/>
                  </a:cubicBezTo>
                  <a:cubicBezTo>
                    <a:pt x="541" y="500"/>
                    <a:pt x="527" y="486"/>
                    <a:pt x="524" y="427"/>
                  </a:cubicBezTo>
                  <a:lnTo>
                    <a:pt x="417" y="427"/>
                  </a:lnTo>
                  <a:lnTo>
                    <a:pt x="417" y="427"/>
                  </a:lnTo>
                  <a:cubicBezTo>
                    <a:pt x="320" y="427"/>
                    <a:pt x="229" y="510"/>
                    <a:pt x="241" y="612"/>
                  </a:cubicBezTo>
                  <a:lnTo>
                    <a:pt x="266" y="801"/>
                  </a:lnTo>
                  <a:cubicBezTo>
                    <a:pt x="286" y="902"/>
                    <a:pt x="345" y="983"/>
                    <a:pt x="443" y="983"/>
                  </a:cubicBezTo>
                  <a:lnTo>
                    <a:pt x="711" y="983"/>
                  </a:lnTo>
                  <a:cubicBezTo>
                    <a:pt x="809" y="983"/>
                    <a:pt x="868" y="899"/>
                    <a:pt x="888" y="799"/>
                  </a:cubicBezTo>
                  <a:lnTo>
                    <a:pt x="913" y="609"/>
                  </a:lnTo>
                  <a:cubicBezTo>
                    <a:pt x="925" y="510"/>
                    <a:pt x="834" y="427"/>
                    <a:pt x="737" y="427"/>
                  </a:cubicBezTo>
                  <a:close/>
                  <a:moveTo>
                    <a:pt x="218" y="308"/>
                  </a:moveTo>
                  <a:cubicBezTo>
                    <a:pt x="280" y="308"/>
                    <a:pt x="330" y="258"/>
                    <a:pt x="330" y="196"/>
                  </a:cubicBezTo>
                  <a:cubicBezTo>
                    <a:pt x="330" y="134"/>
                    <a:pt x="280" y="83"/>
                    <a:pt x="218" y="83"/>
                  </a:cubicBezTo>
                  <a:cubicBezTo>
                    <a:pt x="156" y="83"/>
                    <a:pt x="105" y="134"/>
                    <a:pt x="105" y="196"/>
                  </a:cubicBezTo>
                  <a:cubicBezTo>
                    <a:pt x="105" y="258"/>
                    <a:pt x="156" y="308"/>
                    <a:pt x="218" y="308"/>
                  </a:cubicBezTo>
                  <a:close/>
                  <a:moveTo>
                    <a:pt x="318" y="344"/>
                  </a:moveTo>
                  <a:lnTo>
                    <a:pt x="118" y="344"/>
                  </a:lnTo>
                  <a:lnTo>
                    <a:pt x="118" y="343"/>
                  </a:lnTo>
                  <a:cubicBezTo>
                    <a:pt x="57" y="343"/>
                    <a:pt x="0" y="395"/>
                    <a:pt x="7" y="458"/>
                  </a:cubicBezTo>
                  <a:lnTo>
                    <a:pt x="23" y="577"/>
                  </a:lnTo>
                  <a:cubicBezTo>
                    <a:pt x="35" y="639"/>
                    <a:pt x="73" y="689"/>
                    <a:pt x="134" y="689"/>
                  </a:cubicBezTo>
                  <a:lnTo>
                    <a:pt x="191" y="689"/>
                  </a:lnTo>
                  <a:lnTo>
                    <a:pt x="180" y="606"/>
                  </a:lnTo>
                  <a:lnTo>
                    <a:pt x="180" y="606"/>
                  </a:lnTo>
                  <a:lnTo>
                    <a:pt x="180" y="606"/>
                  </a:lnTo>
                  <a:cubicBezTo>
                    <a:pt x="173" y="549"/>
                    <a:pt x="191" y="493"/>
                    <a:pt x="231" y="449"/>
                  </a:cubicBezTo>
                  <a:cubicBezTo>
                    <a:pt x="252" y="425"/>
                    <a:pt x="279" y="406"/>
                    <a:pt x="308" y="393"/>
                  </a:cubicBezTo>
                  <a:cubicBezTo>
                    <a:pt x="333" y="379"/>
                    <a:pt x="359" y="371"/>
                    <a:pt x="387" y="367"/>
                  </a:cubicBezTo>
                  <a:cubicBezTo>
                    <a:pt x="367" y="352"/>
                    <a:pt x="343" y="344"/>
                    <a:pt x="318" y="344"/>
                  </a:cubicBezTo>
                  <a:close/>
                  <a:moveTo>
                    <a:pt x="931" y="308"/>
                  </a:moveTo>
                  <a:cubicBezTo>
                    <a:pt x="993" y="308"/>
                    <a:pt x="1043" y="258"/>
                    <a:pt x="1043" y="196"/>
                  </a:cubicBezTo>
                  <a:cubicBezTo>
                    <a:pt x="1043" y="134"/>
                    <a:pt x="993" y="83"/>
                    <a:pt x="931" y="83"/>
                  </a:cubicBezTo>
                  <a:cubicBezTo>
                    <a:pt x="869" y="83"/>
                    <a:pt x="819" y="134"/>
                    <a:pt x="819" y="196"/>
                  </a:cubicBezTo>
                  <a:cubicBezTo>
                    <a:pt x="819" y="258"/>
                    <a:pt x="869" y="308"/>
                    <a:pt x="931" y="308"/>
                  </a:cubicBezTo>
                  <a:close/>
                  <a:moveTo>
                    <a:pt x="1031" y="344"/>
                  </a:moveTo>
                  <a:lnTo>
                    <a:pt x="831" y="344"/>
                  </a:lnTo>
                  <a:lnTo>
                    <a:pt x="831" y="343"/>
                  </a:lnTo>
                  <a:cubicBezTo>
                    <a:pt x="806" y="343"/>
                    <a:pt x="782" y="352"/>
                    <a:pt x="763" y="366"/>
                  </a:cubicBezTo>
                  <a:cubicBezTo>
                    <a:pt x="792" y="370"/>
                    <a:pt x="821" y="379"/>
                    <a:pt x="847" y="393"/>
                  </a:cubicBezTo>
                  <a:cubicBezTo>
                    <a:pt x="877" y="406"/>
                    <a:pt x="903" y="426"/>
                    <a:pt x="925" y="450"/>
                  </a:cubicBezTo>
                  <a:cubicBezTo>
                    <a:pt x="963" y="494"/>
                    <a:pt x="981" y="548"/>
                    <a:pt x="974" y="603"/>
                  </a:cubicBezTo>
                  <a:lnTo>
                    <a:pt x="974" y="603"/>
                  </a:lnTo>
                  <a:lnTo>
                    <a:pt x="974" y="603"/>
                  </a:lnTo>
                  <a:lnTo>
                    <a:pt x="962" y="689"/>
                  </a:lnTo>
                  <a:lnTo>
                    <a:pt x="1015" y="689"/>
                  </a:lnTo>
                  <a:cubicBezTo>
                    <a:pt x="1076" y="689"/>
                    <a:pt x="1114" y="637"/>
                    <a:pt x="1126" y="575"/>
                  </a:cubicBezTo>
                  <a:lnTo>
                    <a:pt x="1142" y="456"/>
                  </a:lnTo>
                  <a:cubicBezTo>
                    <a:pt x="1149" y="395"/>
                    <a:pt x="1092" y="344"/>
                    <a:pt x="1031" y="344"/>
                  </a:cubicBezTo>
                  <a:close/>
                  <a:moveTo>
                    <a:pt x="756" y="184"/>
                  </a:moveTo>
                  <a:cubicBezTo>
                    <a:pt x="756" y="286"/>
                    <a:pt x="676" y="369"/>
                    <a:pt x="577" y="369"/>
                  </a:cubicBezTo>
                  <a:cubicBezTo>
                    <a:pt x="478" y="369"/>
                    <a:pt x="398" y="286"/>
                    <a:pt x="398" y="184"/>
                  </a:cubicBezTo>
                  <a:cubicBezTo>
                    <a:pt x="398" y="82"/>
                    <a:pt x="478" y="0"/>
                    <a:pt x="577" y="0"/>
                  </a:cubicBezTo>
                  <a:cubicBezTo>
                    <a:pt x="676" y="0"/>
                    <a:pt x="756" y="82"/>
                    <a:pt x="756" y="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TextBox 76"/>
            <p:cNvSpPr txBox="1"/>
            <p:nvPr/>
          </p:nvSpPr>
          <p:spPr>
            <a:xfrm>
              <a:off x="12891" y="3943"/>
              <a:ext cx="566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Buffer.allocUnsafe</a:t>
              </a:r>
              <a:r>
                <a: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(size)</a:t>
              </a:r>
              <a:endPara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5"/>
              </p:custDataLst>
            </p:nvPr>
          </p:nvSpPr>
          <p:spPr>
            <a:xfrm>
              <a:off x="12891" y="4706"/>
              <a:ext cx="5669" cy="3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返回一个 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size 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字节大小的新的非零填充（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non-zero-filled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）的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Buffer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，</a:t>
              </a:r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生成的</a:t>
              </a:r>
              <a:r>
                <a:rPr lang="en-US" altLang="zh-CN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Buffer </a:t>
              </a:r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实例不被初始化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。</a:t>
              </a:r>
              <a:endParaRPr lang="en-US" altLang="zh-CN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en-US" altLang="zh-CN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注意：使用 </a:t>
              </a:r>
              <a:r>
                <a:rPr lang="en-US" altLang="zh-CN" sz="15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Buffer.allocUnsafe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创建 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Buffer 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之后，要使用</a:t>
              </a:r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en-US" altLang="zh-CN" sz="15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buf.fill</a:t>
              </a:r>
              <a:r>
                <a:rPr lang="en-US" altLang="zh-CN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(0)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将这个 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Buffer 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初始化为零。</a:t>
              </a:r>
              <a:endPara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615440" y="1386205"/>
            <a:ext cx="5389245" cy="1625600"/>
            <a:chOff x="2544" y="2183"/>
            <a:chExt cx="8487" cy="2560"/>
          </a:xfrm>
        </p:grpSpPr>
        <p:sp>
          <p:nvSpPr>
            <p:cNvPr id="51" name="Freeform 8"/>
            <p:cNvSpPr/>
            <p:nvPr>
              <p:custDataLst>
                <p:tags r:id="rId6"/>
              </p:custDataLst>
            </p:nvPr>
          </p:nvSpPr>
          <p:spPr bwMode="auto">
            <a:xfrm>
              <a:off x="9173" y="2574"/>
              <a:ext cx="1859" cy="215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Freeform 14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9834" y="3156"/>
              <a:ext cx="595" cy="812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TextBox 76"/>
            <p:cNvSpPr txBox="1"/>
            <p:nvPr/>
          </p:nvSpPr>
          <p:spPr>
            <a:xfrm>
              <a:off x="2544" y="2183"/>
              <a:ext cx="655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Buffer.from(value , …)</a:t>
              </a:r>
              <a:endPara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8"/>
              </p:custDataLst>
            </p:nvPr>
          </p:nvSpPr>
          <p:spPr>
            <a:xfrm>
              <a:off x="2544" y="2839"/>
              <a:ext cx="6206" cy="1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申请</a:t>
              </a:r>
              <a:r>
                <a:rPr lang="en-US" altLang="zh-CN"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Buffer </a:t>
              </a:r>
              <a:r>
                <a:rPr lang="zh-CN" altLang="en-US"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实例，将内容写入刚刚申请的</a:t>
              </a:r>
              <a:r>
                <a:rPr lang="en-US" altLang="zh-CN"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Buffer </a:t>
              </a:r>
              <a:r>
                <a:rPr lang="zh-CN" altLang="en-US"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内存中。</a:t>
              </a:r>
              <a:endPara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Value </a:t>
              </a:r>
              <a:r>
                <a:rPr lang="zh-CN" altLang="en-US"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为传入的参数，根据传入值的不同可以分成不同的形式</a:t>
              </a:r>
              <a:endPara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54025" y="3266440"/>
            <a:ext cx="5647055" cy="2980055"/>
            <a:chOff x="715" y="5144"/>
            <a:chExt cx="8893" cy="4693"/>
          </a:xfrm>
        </p:grpSpPr>
        <p:sp>
          <p:nvSpPr>
            <p:cNvPr id="68" name="Freeform 7"/>
            <p:cNvSpPr/>
            <p:nvPr>
              <p:custDataLst>
                <p:tags r:id="rId9"/>
              </p:custDataLst>
            </p:nvPr>
          </p:nvSpPr>
          <p:spPr bwMode="auto">
            <a:xfrm>
              <a:off x="7750" y="5144"/>
              <a:ext cx="1859" cy="2148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Freeform 13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8299" y="5812"/>
              <a:ext cx="829" cy="818"/>
            </a:xfrm>
            <a:custGeom>
              <a:avLst/>
              <a:gdLst>
                <a:gd name="T0" fmla="*/ 909 w 1006"/>
                <a:gd name="T1" fmla="*/ 858 h 995"/>
                <a:gd name="T2" fmla="*/ 805 w 1006"/>
                <a:gd name="T3" fmla="*/ 858 h 995"/>
                <a:gd name="T4" fmla="*/ 969 w 1006"/>
                <a:gd name="T5" fmla="*/ 97 h 995"/>
                <a:gd name="T6" fmla="*/ 834 w 1006"/>
                <a:gd name="T7" fmla="*/ 0 h 995"/>
                <a:gd name="T8" fmla="*/ 472 w 1006"/>
                <a:gd name="T9" fmla="*/ 323 h 995"/>
                <a:gd name="T10" fmla="*/ 421 w 1006"/>
                <a:gd name="T11" fmla="*/ 397 h 995"/>
                <a:gd name="T12" fmla="*/ 376 w 1006"/>
                <a:gd name="T13" fmla="*/ 419 h 995"/>
                <a:gd name="T14" fmla="*/ 381 w 1006"/>
                <a:gd name="T15" fmla="*/ 556 h 995"/>
                <a:gd name="T16" fmla="*/ 89 w 1006"/>
                <a:gd name="T17" fmla="*/ 810 h 995"/>
                <a:gd name="T18" fmla="*/ 57 w 1006"/>
                <a:gd name="T19" fmla="*/ 995 h 995"/>
                <a:gd name="T20" fmla="*/ 208 w 1006"/>
                <a:gd name="T21" fmla="*/ 844 h 995"/>
                <a:gd name="T22" fmla="*/ 445 w 1006"/>
                <a:gd name="T23" fmla="*/ 621 h 995"/>
                <a:gd name="T24" fmla="*/ 578 w 1006"/>
                <a:gd name="T25" fmla="*/ 621 h 995"/>
                <a:gd name="T26" fmla="*/ 616 w 1006"/>
                <a:gd name="T27" fmla="*/ 537 h 995"/>
                <a:gd name="T28" fmla="*/ 674 w 1006"/>
                <a:gd name="T29" fmla="*/ 525 h 995"/>
                <a:gd name="T30" fmla="*/ 969 w 1006"/>
                <a:gd name="T31" fmla="*/ 97 h 995"/>
                <a:gd name="T32" fmla="*/ 392 w 1006"/>
                <a:gd name="T33" fmla="*/ 325 h 995"/>
                <a:gd name="T34" fmla="*/ 404 w 1006"/>
                <a:gd name="T35" fmla="*/ 312 h 995"/>
                <a:gd name="T36" fmla="*/ 436 w 1006"/>
                <a:gd name="T37" fmla="*/ 281 h 995"/>
                <a:gd name="T38" fmla="*/ 215 w 1006"/>
                <a:gd name="T39" fmla="*/ 1 h 995"/>
                <a:gd name="T40" fmla="*/ 280 w 1006"/>
                <a:gd name="T41" fmla="*/ 160 h 995"/>
                <a:gd name="T42" fmla="*/ 21 w 1006"/>
                <a:gd name="T43" fmla="*/ 195 h 995"/>
                <a:gd name="T44" fmla="*/ 232 w 1006"/>
                <a:gd name="T45" fmla="*/ 447 h 995"/>
                <a:gd name="T46" fmla="*/ 303 w 1006"/>
                <a:gd name="T47" fmla="*/ 433 h 995"/>
                <a:gd name="T48" fmla="*/ 363 w 1006"/>
                <a:gd name="T49" fmla="*/ 354 h 995"/>
                <a:gd name="T50" fmla="*/ 672 w 1006"/>
                <a:gd name="T51" fmla="*/ 606 h 995"/>
                <a:gd name="T52" fmla="*/ 617 w 1006"/>
                <a:gd name="T53" fmla="*/ 660 h 995"/>
                <a:gd name="T54" fmla="*/ 741 w 1006"/>
                <a:gd name="T55" fmla="*/ 871 h 995"/>
                <a:gd name="T56" fmla="*/ 869 w 1006"/>
                <a:gd name="T57" fmla="*/ 995 h 995"/>
                <a:gd name="T58" fmla="*/ 980 w 1006"/>
                <a:gd name="T59" fmla="*/ 825 h 995"/>
                <a:gd name="T60" fmla="*/ 702 w 1006"/>
                <a:gd name="T61" fmla="*/ 576 h 995"/>
                <a:gd name="T62" fmla="*/ 658 w 1006"/>
                <a:gd name="T63" fmla="*/ 579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06" h="995">
                  <a:moveTo>
                    <a:pt x="857" y="806"/>
                  </a:moveTo>
                  <a:cubicBezTo>
                    <a:pt x="886" y="806"/>
                    <a:pt x="909" y="829"/>
                    <a:pt x="909" y="858"/>
                  </a:cubicBezTo>
                  <a:cubicBezTo>
                    <a:pt x="909" y="887"/>
                    <a:pt x="886" y="910"/>
                    <a:pt x="857" y="910"/>
                  </a:cubicBezTo>
                  <a:cubicBezTo>
                    <a:pt x="828" y="910"/>
                    <a:pt x="805" y="887"/>
                    <a:pt x="805" y="858"/>
                  </a:cubicBezTo>
                  <a:cubicBezTo>
                    <a:pt x="805" y="829"/>
                    <a:pt x="828" y="806"/>
                    <a:pt x="857" y="806"/>
                  </a:cubicBezTo>
                  <a:close/>
                  <a:moveTo>
                    <a:pt x="969" y="97"/>
                  </a:moveTo>
                  <a:lnTo>
                    <a:pt x="900" y="28"/>
                  </a:lnTo>
                  <a:cubicBezTo>
                    <a:pt x="882" y="9"/>
                    <a:pt x="858" y="0"/>
                    <a:pt x="834" y="0"/>
                  </a:cubicBezTo>
                  <a:cubicBezTo>
                    <a:pt x="810" y="0"/>
                    <a:pt x="786" y="9"/>
                    <a:pt x="767" y="28"/>
                  </a:cubicBezTo>
                  <a:lnTo>
                    <a:pt x="472" y="323"/>
                  </a:lnTo>
                  <a:cubicBezTo>
                    <a:pt x="481" y="340"/>
                    <a:pt x="475" y="367"/>
                    <a:pt x="460" y="381"/>
                  </a:cubicBezTo>
                  <a:cubicBezTo>
                    <a:pt x="451" y="391"/>
                    <a:pt x="435" y="397"/>
                    <a:pt x="421" y="397"/>
                  </a:cubicBezTo>
                  <a:cubicBezTo>
                    <a:pt x="414" y="397"/>
                    <a:pt x="408" y="396"/>
                    <a:pt x="402" y="393"/>
                  </a:cubicBezTo>
                  <a:lnTo>
                    <a:pt x="376" y="419"/>
                  </a:lnTo>
                  <a:cubicBezTo>
                    <a:pt x="340" y="455"/>
                    <a:pt x="340" y="515"/>
                    <a:pt x="376" y="552"/>
                  </a:cubicBezTo>
                  <a:lnTo>
                    <a:pt x="381" y="556"/>
                  </a:lnTo>
                  <a:lnTo>
                    <a:pt x="151" y="787"/>
                  </a:lnTo>
                  <a:lnTo>
                    <a:pt x="89" y="810"/>
                  </a:lnTo>
                  <a:lnTo>
                    <a:pt x="0" y="938"/>
                  </a:lnTo>
                  <a:lnTo>
                    <a:pt x="57" y="995"/>
                  </a:lnTo>
                  <a:lnTo>
                    <a:pt x="185" y="906"/>
                  </a:lnTo>
                  <a:lnTo>
                    <a:pt x="208" y="844"/>
                  </a:lnTo>
                  <a:lnTo>
                    <a:pt x="439" y="614"/>
                  </a:lnTo>
                  <a:lnTo>
                    <a:pt x="445" y="621"/>
                  </a:lnTo>
                  <a:cubicBezTo>
                    <a:pt x="464" y="639"/>
                    <a:pt x="488" y="648"/>
                    <a:pt x="512" y="648"/>
                  </a:cubicBezTo>
                  <a:cubicBezTo>
                    <a:pt x="536" y="648"/>
                    <a:pt x="560" y="639"/>
                    <a:pt x="578" y="621"/>
                  </a:cubicBezTo>
                  <a:lnTo>
                    <a:pt x="604" y="595"/>
                  </a:lnTo>
                  <a:cubicBezTo>
                    <a:pt x="596" y="577"/>
                    <a:pt x="602" y="551"/>
                    <a:pt x="616" y="537"/>
                  </a:cubicBezTo>
                  <a:cubicBezTo>
                    <a:pt x="626" y="527"/>
                    <a:pt x="642" y="521"/>
                    <a:pt x="656" y="521"/>
                  </a:cubicBezTo>
                  <a:cubicBezTo>
                    <a:pt x="662" y="521"/>
                    <a:pt x="669" y="522"/>
                    <a:pt x="674" y="525"/>
                  </a:cubicBezTo>
                  <a:lnTo>
                    <a:pt x="969" y="230"/>
                  </a:lnTo>
                  <a:cubicBezTo>
                    <a:pt x="1006" y="193"/>
                    <a:pt x="1006" y="133"/>
                    <a:pt x="969" y="97"/>
                  </a:cubicBezTo>
                  <a:close/>
                  <a:moveTo>
                    <a:pt x="363" y="354"/>
                  </a:moveTo>
                  <a:lnTo>
                    <a:pt x="392" y="325"/>
                  </a:lnTo>
                  <a:lnTo>
                    <a:pt x="418" y="338"/>
                  </a:lnTo>
                  <a:lnTo>
                    <a:pt x="404" y="312"/>
                  </a:lnTo>
                  <a:lnTo>
                    <a:pt x="433" y="284"/>
                  </a:lnTo>
                  <a:lnTo>
                    <a:pt x="436" y="281"/>
                  </a:lnTo>
                  <a:cubicBezTo>
                    <a:pt x="442" y="264"/>
                    <a:pt x="446" y="248"/>
                    <a:pt x="446" y="233"/>
                  </a:cubicBezTo>
                  <a:cubicBezTo>
                    <a:pt x="446" y="115"/>
                    <a:pt x="333" y="0"/>
                    <a:pt x="215" y="1"/>
                  </a:cubicBezTo>
                  <a:cubicBezTo>
                    <a:pt x="214" y="1"/>
                    <a:pt x="201" y="15"/>
                    <a:pt x="193" y="22"/>
                  </a:cubicBezTo>
                  <a:cubicBezTo>
                    <a:pt x="288" y="117"/>
                    <a:pt x="280" y="102"/>
                    <a:pt x="280" y="160"/>
                  </a:cubicBezTo>
                  <a:cubicBezTo>
                    <a:pt x="280" y="207"/>
                    <a:pt x="205" y="282"/>
                    <a:pt x="159" y="282"/>
                  </a:cubicBezTo>
                  <a:cubicBezTo>
                    <a:pt x="99" y="282"/>
                    <a:pt x="118" y="291"/>
                    <a:pt x="21" y="195"/>
                  </a:cubicBezTo>
                  <a:cubicBezTo>
                    <a:pt x="14" y="202"/>
                    <a:pt x="0" y="215"/>
                    <a:pt x="0" y="216"/>
                  </a:cubicBezTo>
                  <a:cubicBezTo>
                    <a:pt x="2" y="334"/>
                    <a:pt x="113" y="447"/>
                    <a:pt x="232" y="447"/>
                  </a:cubicBezTo>
                  <a:cubicBezTo>
                    <a:pt x="253" y="447"/>
                    <a:pt x="276" y="440"/>
                    <a:pt x="299" y="429"/>
                  </a:cubicBezTo>
                  <a:lnTo>
                    <a:pt x="303" y="433"/>
                  </a:lnTo>
                  <a:cubicBezTo>
                    <a:pt x="310" y="414"/>
                    <a:pt x="322" y="395"/>
                    <a:pt x="337" y="380"/>
                  </a:cubicBezTo>
                  <a:lnTo>
                    <a:pt x="363" y="354"/>
                  </a:lnTo>
                  <a:close/>
                  <a:moveTo>
                    <a:pt x="658" y="579"/>
                  </a:moveTo>
                  <a:lnTo>
                    <a:pt x="672" y="606"/>
                  </a:lnTo>
                  <a:lnTo>
                    <a:pt x="644" y="634"/>
                  </a:lnTo>
                  <a:lnTo>
                    <a:pt x="617" y="660"/>
                  </a:lnTo>
                  <a:cubicBezTo>
                    <a:pt x="602" y="675"/>
                    <a:pt x="584" y="687"/>
                    <a:pt x="564" y="694"/>
                  </a:cubicBezTo>
                  <a:lnTo>
                    <a:pt x="741" y="871"/>
                  </a:lnTo>
                  <a:lnTo>
                    <a:pt x="824" y="983"/>
                  </a:lnTo>
                  <a:lnTo>
                    <a:pt x="869" y="995"/>
                  </a:lnTo>
                  <a:lnTo>
                    <a:pt x="992" y="871"/>
                  </a:lnTo>
                  <a:lnTo>
                    <a:pt x="980" y="825"/>
                  </a:lnTo>
                  <a:lnTo>
                    <a:pt x="869" y="743"/>
                  </a:lnTo>
                  <a:lnTo>
                    <a:pt x="702" y="576"/>
                  </a:lnTo>
                  <a:lnTo>
                    <a:pt x="685" y="592"/>
                  </a:lnTo>
                  <a:lnTo>
                    <a:pt x="658" y="57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TextBox 76"/>
            <p:cNvSpPr txBox="1"/>
            <p:nvPr/>
          </p:nvSpPr>
          <p:spPr>
            <a:xfrm>
              <a:off x="715" y="5641"/>
              <a:ext cx="655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Buffer.alloc</a:t>
              </a: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(size[, fill[, encoding]])</a:t>
              </a:r>
              <a:endPara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11"/>
              </p:custDataLst>
            </p:nvPr>
          </p:nvSpPr>
          <p:spPr>
            <a:xfrm>
              <a:off x="715" y="6385"/>
              <a:ext cx="6815" cy="3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返回一个指定 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size 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个字节空间大小的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Buffer 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实例。</a:t>
              </a:r>
              <a:endPara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size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为数字，表示分配字节的大小，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size 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不是一个数字则抛出一个 </a:t>
              </a:r>
              <a:r>
                <a:rPr lang="en-US" altLang="zh-CN" sz="15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TypeError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错误；</a:t>
              </a:r>
              <a:endPara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fill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用于设置新建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Buffer 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的初值，如省略，则默认为 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undefined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，默认填满；</a:t>
              </a:r>
              <a:endPara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encoding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用于设置字符编码格式，如果没有指定，则默认为 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utf-8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。</a:t>
              </a:r>
              <a:endPara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35775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常见的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类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API</a:t>
            </a:r>
            <a:endParaRPr kumimoji="1" lang="en-US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846195" y="2544445"/>
            <a:ext cx="7818120" cy="2716530"/>
            <a:chOff x="6057" y="4007"/>
            <a:chExt cx="12312" cy="4278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6057" y="4379"/>
              <a:ext cx="12313" cy="2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const </a:t>
              </a: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buf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= Buffer.from('Hello world!’) 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console.log(</a:t>
              </a: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buf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); 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console.log(</a:t>
              </a: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buf.toString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()); 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6057" y="4007"/>
              <a:ext cx="11358" cy="4278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33045" y="2488565"/>
            <a:ext cx="10599420" cy="1034415"/>
            <a:chOff x="367" y="3919"/>
            <a:chExt cx="16692" cy="1629"/>
          </a:xfrm>
        </p:grpSpPr>
        <p:sp>
          <p:nvSpPr>
            <p:cNvPr id="3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67" y="3919"/>
              <a:ext cx="4715" cy="15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声明一个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Buffer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实例，并填入内容“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Hello World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”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701" y="5548"/>
              <a:ext cx="1135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701" y="4679"/>
              <a:ext cx="0" cy="86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167" y="4674"/>
              <a:ext cx="53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167" y="4317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21" name="图片 20"/>
          <p:cNvPicPr/>
          <p:nvPr/>
        </p:nvPicPr>
        <p:blipFill>
          <a:blip r:embed="rId10"/>
          <a:stretch>
            <a:fillRect/>
          </a:stretch>
        </p:blipFill>
        <p:spPr>
          <a:xfrm>
            <a:off x="8201465" y="4750778"/>
            <a:ext cx="2856743" cy="3988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" name="组合 2"/>
          <p:cNvGrpSpPr/>
          <p:nvPr/>
        </p:nvGrpSpPr>
        <p:grpSpPr>
          <a:xfrm>
            <a:off x="511175" y="1050925"/>
            <a:ext cx="10996295" cy="843915"/>
            <a:chOff x="805" y="1655"/>
            <a:chExt cx="17317" cy="1329"/>
          </a:xfrm>
        </p:grpSpPr>
        <p:sp>
          <p:nvSpPr>
            <p:cNvPr id="97" name="文本框 96"/>
            <p:cNvSpPr txBox="1"/>
            <p:nvPr>
              <p:custDataLst>
                <p:tags r:id="rId11"/>
              </p:custDataLst>
            </p:nvPr>
          </p:nvSpPr>
          <p:spPr>
            <a:xfrm>
              <a:off x="5070" y="1968"/>
              <a:ext cx="13052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用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Buffer.from(value, ...)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方法申请一个被字符串值初始化的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Buffer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内存实例， 并通过控制台输出这个实例。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矩形 1"/>
            <p:cNvSpPr/>
            <p:nvPr>
              <p:custDataLst>
                <p:tags r:id="rId12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13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35775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常见的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类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API</a:t>
            </a:r>
            <a:endParaRPr kumimoji="1" lang="en-US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677285" y="2122170"/>
            <a:ext cx="8066405" cy="4038600"/>
            <a:chOff x="5791" y="3342"/>
            <a:chExt cx="12703" cy="6360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5876" y="3519"/>
              <a:ext cx="12618" cy="5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const buf1 = 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Buffer.</a:t>
              </a:r>
              <a:r>
                <a:rPr lang="en-US" altLang="zh-CN" sz="20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alloc</a:t>
              </a: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(6)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const buf2 = 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Buffer.alloc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(6, 3);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const buf3 = 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Buffer.alloc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(12,</a:t>
              </a: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'</a:t>
              </a:r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前端开发</a:t>
              </a: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'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,'utf-8’);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const buf4 = 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Buffer.alloc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(12,</a:t>
              </a: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'</a:t>
              </a:r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前端开发课程</a:t>
              </a: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'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'utf-8'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console.log(buf1);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console.log(buf2);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console.log(buf3);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console.log(buf3.toString()); </a:t>
              </a: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console.log(buf4);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console.log(buf4.toString());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791" y="3342"/>
              <a:ext cx="12279" cy="6361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81940" y="2101215"/>
            <a:ext cx="7230745" cy="957580"/>
            <a:chOff x="444" y="3309"/>
            <a:chExt cx="11387" cy="1508"/>
          </a:xfrm>
        </p:grpSpPr>
        <p:sp>
          <p:nvSpPr>
            <p:cNvPr id="3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44" y="3309"/>
              <a:ext cx="4715" cy="15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如果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fill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为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undefined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，则该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Buffer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会用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填充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285" y="4063"/>
              <a:ext cx="654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接连接符 90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5285" y="3706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254000" y="3656965"/>
            <a:ext cx="10053955" cy="852170"/>
            <a:chOff x="400" y="5759"/>
            <a:chExt cx="15833" cy="1342"/>
          </a:xfrm>
        </p:grpSpPr>
        <p:sp>
          <p:nvSpPr>
            <p:cNvPr id="29" name="矩形 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0" y="5773"/>
              <a:ext cx="4759" cy="13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注意：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个汉字占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个字节空间，低于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12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将截断，高于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12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将重复存储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3" name="直接连接符 5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5791" y="5759"/>
              <a:ext cx="1044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V="1">
              <a:off x="5715" y="5759"/>
              <a:ext cx="0" cy="66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76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367" y="6422"/>
              <a:ext cx="34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接连接符 90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5367" y="5983"/>
              <a:ext cx="0" cy="88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25" name="图片 24"/>
          <p:cNvPicPr/>
          <p:nvPr/>
        </p:nvPicPr>
        <p:blipFill>
          <a:blip r:embed="rId13"/>
          <a:stretch>
            <a:fillRect/>
          </a:stretch>
        </p:blipFill>
        <p:spPr>
          <a:xfrm>
            <a:off x="8390252" y="5194494"/>
            <a:ext cx="3056255" cy="825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" name="组合 2"/>
          <p:cNvGrpSpPr/>
          <p:nvPr/>
        </p:nvGrpSpPr>
        <p:grpSpPr>
          <a:xfrm>
            <a:off x="511175" y="1050925"/>
            <a:ext cx="9797415" cy="843915"/>
            <a:chOff x="805" y="1655"/>
            <a:chExt cx="15429" cy="1329"/>
          </a:xfrm>
        </p:grpSpPr>
        <p:sp>
          <p:nvSpPr>
            <p:cNvPr id="97" name="文本框 96"/>
            <p:cNvSpPr txBox="1"/>
            <p:nvPr>
              <p:custDataLst>
                <p:tags r:id="rId14"/>
              </p:custDataLst>
            </p:nvPr>
          </p:nvSpPr>
          <p:spPr>
            <a:xfrm>
              <a:off x="5070" y="1968"/>
              <a:ext cx="11164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使用不同参数值，设计几个用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Buffer.alloc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(size[, fill[, encoding]])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方法申请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Buffer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内存的实例，并通过控制台输出这些实例。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矩形 1"/>
            <p:cNvSpPr/>
            <p:nvPr>
              <p:custDataLst>
                <p:tags r:id="rId15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16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35775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常见的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类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API</a:t>
            </a:r>
            <a:endParaRPr kumimoji="1" lang="en-US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846195" y="2122170"/>
            <a:ext cx="7870190" cy="3855720"/>
            <a:chOff x="6057" y="3342"/>
            <a:chExt cx="12394" cy="6072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6139" y="3805"/>
              <a:ext cx="12313" cy="49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const buf1 = </a:t>
              </a: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Buffer.allocUnsafe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(10); 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const buf2 = </a:t>
              </a: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Buffer.allocUnsafe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(10); 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const buf3 = </a:t>
              </a: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Buffer.allocUnsafe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(10);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console.log(buf1); 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console.log(buf2); 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console.log(buf3); 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6057" y="3342"/>
              <a:ext cx="11164" cy="6073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59740" y="2352675"/>
            <a:ext cx="10022840" cy="957580"/>
            <a:chOff x="724" y="3705"/>
            <a:chExt cx="15784" cy="1508"/>
          </a:xfrm>
        </p:grpSpPr>
        <p:sp>
          <p:nvSpPr>
            <p:cNvPr id="3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24" y="3705"/>
              <a:ext cx="4715" cy="15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定义一个字节大小为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Buffer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564" y="4460"/>
              <a:ext cx="1094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接连接符 90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5564" y="4103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17" name="图片 16"/>
          <p:cNvPicPr/>
          <p:nvPr/>
        </p:nvPicPr>
        <p:blipFill>
          <a:blip r:embed="rId8"/>
          <a:stretch>
            <a:fillRect/>
          </a:stretch>
        </p:blipFill>
        <p:spPr>
          <a:xfrm>
            <a:off x="7566663" y="5183231"/>
            <a:ext cx="3203235" cy="5745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" name="组合 2"/>
          <p:cNvGrpSpPr/>
          <p:nvPr/>
        </p:nvGrpSpPr>
        <p:grpSpPr>
          <a:xfrm>
            <a:off x="511175" y="1050925"/>
            <a:ext cx="9797415" cy="843915"/>
            <a:chOff x="805" y="1655"/>
            <a:chExt cx="15429" cy="1329"/>
          </a:xfrm>
        </p:grpSpPr>
        <p:sp>
          <p:nvSpPr>
            <p:cNvPr id="97" name="文本框 96"/>
            <p:cNvSpPr txBox="1"/>
            <p:nvPr>
              <p:custDataLst>
                <p:tags r:id="rId9"/>
              </p:custDataLst>
            </p:nvPr>
          </p:nvSpPr>
          <p:spPr>
            <a:xfrm>
              <a:off x="5070" y="1968"/>
              <a:ext cx="11164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设计用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Buffer.allocUnsafe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(size)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方法申请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Buffer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内存的实例，并通过控制台输出这些实例。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矩形 1"/>
            <p:cNvSpPr/>
            <p:nvPr>
              <p:custDataLst>
                <p:tags r:id="rId10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11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33248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与字符编码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" name="Freeform 7"/>
          <p:cNvSpPr/>
          <p:nvPr>
            <p:custDataLst>
              <p:tags r:id="rId3"/>
            </p:custDataLst>
          </p:nvPr>
        </p:nvSpPr>
        <p:spPr bwMode="auto">
          <a:xfrm>
            <a:off x="589280" y="3042920"/>
            <a:ext cx="2070100" cy="2070735"/>
          </a:xfrm>
          <a:custGeom>
            <a:avLst/>
            <a:gdLst>
              <a:gd name="T0" fmla="*/ 0 w 287"/>
              <a:gd name="T1" fmla="*/ 144 h 288"/>
              <a:gd name="T2" fmla="*/ 56 w 287"/>
              <a:gd name="T3" fmla="*/ 204 h 288"/>
              <a:gd name="T4" fmla="*/ 36 w 287"/>
              <a:gd name="T5" fmla="*/ 224 h 288"/>
              <a:gd name="T6" fmla="*/ 41 w 287"/>
              <a:gd name="T7" fmla="*/ 246 h 288"/>
              <a:gd name="T8" fmla="*/ 63 w 287"/>
              <a:gd name="T9" fmla="*/ 251 h 288"/>
              <a:gd name="T10" fmla="*/ 83 w 287"/>
              <a:gd name="T11" fmla="*/ 231 h 288"/>
              <a:gd name="T12" fmla="*/ 143 w 287"/>
              <a:gd name="T13" fmla="*/ 288 h 288"/>
              <a:gd name="T14" fmla="*/ 200 w 287"/>
              <a:gd name="T15" fmla="*/ 228 h 288"/>
              <a:gd name="T16" fmla="*/ 180 w 287"/>
              <a:gd name="T17" fmla="*/ 207 h 288"/>
              <a:gd name="T18" fmla="*/ 185 w 287"/>
              <a:gd name="T19" fmla="*/ 185 h 288"/>
              <a:gd name="T20" fmla="*/ 207 w 287"/>
              <a:gd name="T21" fmla="*/ 181 h 288"/>
              <a:gd name="T22" fmla="*/ 227 w 287"/>
              <a:gd name="T23" fmla="*/ 201 h 288"/>
              <a:gd name="T24" fmla="*/ 287 w 287"/>
              <a:gd name="T25" fmla="*/ 144 h 288"/>
              <a:gd name="T26" fmla="*/ 230 w 287"/>
              <a:gd name="T27" fmla="*/ 84 h 288"/>
              <a:gd name="T28" fmla="*/ 250 w 287"/>
              <a:gd name="T29" fmla="*/ 64 h 288"/>
              <a:gd name="T30" fmla="*/ 245 w 287"/>
              <a:gd name="T31" fmla="*/ 42 h 288"/>
              <a:gd name="T32" fmla="*/ 223 w 287"/>
              <a:gd name="T33" fmla="*/ 37 h 288"/>
              <a:gd name="T34" fmla="*/ 203 w 287"/>
              <a:gd name="T35" fmla="*/ 57 h 288"/>
              <a:gd name="T36" fmla="*/ 143 w 287"/>
              <a:gd name="T37" fmla="*/ 0 h 288"/>
              <a:gd name="T38" fmla="*/ 87 w 287"/>
              <a:gd name="T39" fmla="*/ 61 h 288"/>
              <a:gd name="T40" fmla="*/ 107 w 287"/>
              <a:gd name="T41" fmla="*/ 81 h 288"/>
              <a:gd name="T42" fmla="*/ 102 w 287"/>
              <a:gd name="T43" fmla="*/ 103 h 288"/>
              <a:gd name="T44" fmla="*/ 80 w 287"/>
              <a:gd name="T45" fmla="*/ 108 h 288"/>
              <a:gd name="T46" fmla="*/ 60 w 287"/>
              <a:gd name="T47" fmla="*/ 87 h 288"/>
              <a:gd name="T48" fmla="*/ 0 w 287"/>
              <a:gd name="T49" fmla="*/ 144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87" h="288">
                <a:moveTo>
                  <a:pt x="0" y="144"/>
                </a:moveTo>
                <a:cubicBezTo>
                  <a:pt x="0" y="144"/>
                  <a:pt x="59" y="194"/>
                  <a:pt x="56" y="204"/>
                </a:cubicBezTo>
                <a:cubicBezTo>
                  <a:pt x="54" y="215"/>
                  <a:pt x="42" y="219"/>
                  <a:pt x="36" y="224"/>
                </a:cubicBezTo>
                <a:cubicBezTo>
                  <a:pt x="31" y="230"/>
                  <a:pt x="34" y="239"/>
                  <a:pt x="41" y="246"/>
                </a:cubicBezTo>
                <a:cubicBezTo>
                  <a:pt x="49" y="254"/>
                  <a:pt x="58" y="256"/>
                  <a:pt x="63" y="251"/>
                </a:cubicBezTo>
                <a:cubicBezTo>
                  <a:pt x="69" y="246"/>
                  <a:pt x="73" y="233"/>
                  <a:pt x="83" y="231"/>
                </a:cubicBezTo>
                <a:cubicBezTo>
                  <a:pt x="94" y="228"/>
                  <a:pt x="143" y="288"/>
                  <a:pt x="143" y="288"/>
                </a:cubicBezTo>
                <a:cubicBezTo>
                  <a:pt x="143" y="288"/>
                  <a:pt x="202" y="238"/>
                  <a:pt x="200" y="228"/>
                </a:cubicBezTo>
                <a:cubicBezTo>
                  <a:pt x="197" y="217"/>
                  <a:pt x="185" y="213"/>
                  <a:pt x="180" y="207"/>
                </a:cubicBezTo>
                <a:cubicBezTo>
                  <a:pt x="174" y="202"/>
                  <a:pt x="177" y="193"/>
                  <a:pt x="185" y="185"/>
                </a:cubicBezTo>
                <a:cubicBezTo>
                  <a:pt x="192" y="178"/>
                  <a:pt x="201" y="175"/>
                  <a:pt x="207" y="181"/>
                </a:cubicBezTo>
                <a:cubicBezTo>
                  <a:pt x="212" y="186"/>
                  <a:pt x="216" y="198"/>
                  <a:pt x="227" y="201"/>
                </a:cubicBezTo>
                <a:cubicBezTo>
                  <a:pt x="237" y="203"/>
                  <a:pt x="287" y="144"/>
                  <a:pt x="287" y="144"/>
                </a:cubicBezTo>
                <a:cubicBezTo>
                  <a:pt x="287" y="144"/>
                  <a:pt x="228" y="95"/>
                  <a:pt x="230" y="84"/>
                </a:cubicBezTo>
                <a:cubicBezTo>
                  <a:pt x="233" y="74"/>
                  <a:pt x="245" y="69"/>
                  <a:pt x="250" y="64"/>
                </a:cubicBezTo>
                <a:cubicBezTo>
                  <a:pt x="256" y="59"/>
                  <a:pt x="253" y="49"/>
                  <a:pt x="245" y="42"/>
                </a:cubicBezTo>
                <a:cubicBezTo>
                  <a:pt x="238" y="35"/>
                  <a:pt x="229" y="32"/>
                  <a:pt x="223" y="37"/>
                </a:cubicBezTo>
                <a:cubicBezTo>
                  <a:pt x="218" y="42"/>
                  <a:pt x="214" y="55"/>
                  <a:pt x="203" y="57"/>
                </a:cubicBezTo>
                <a:cubicBezTo>
                  <a:pt x="193" y="60"/>
                  <a:pt x="143" y="0"/>
                  <a:pt x="143" y="0"/>
                </a:cubicBezTo>
                <a:cubicBezTo>
                  <a:pt x="143" y="0"/>
                  <a:pt x="84" y="50"/>
                  <a:pt x="87" y="61"/>
                </a:cubicBezTo>
                <a:cubicBezTo>
                  <a:pt x="89" y="71"/>
                  <a:pt x="101" y="75"/>
                  <a:pt x="107" y="81"/>
                </a:cubicBezTo>
                <a:cubicBezTo>
                  <a:pt x="112" y="86"/>
                  <a:pt x="109" y="95"/>
                  <a:pt x="102" y="103"/>
                </a:cubicBezTo>
                <a:cubicBezTo>
                  <a:pt x="94" y="110"/>
                  <a:pt x="85" y="113"/>
                  <a:pt x="80" y="108"/>
                </a:cubicBezTo>
                <a:cubicBezTo>
                  <a:pt x="75" y="102"/>
                  <a:pt x="70" y="90"/>
                  <a:pt x="60" y="87"/>
                </a:cubicBezTo>
                <a:cubicBezTo>
                  <a:pt x="49" y="85"/>
                  <a:pt x="0" y="144"/>
                  <a:pt x="0" y="14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th-TH" sz="105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Freeform 191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1388745" y="3814445"/>
            <a:ext cx="478790" cy="519430"/>
          </a:xfrm>
          <a:custGeom>
            <a:avLst/>
            <a:gdLst>
              <a:gd name="T0" fmla="*/ 34 w 57"/>
              <a:gd name="T1" fmla="*/ 0 h 62"/>
              <a:gd name="T2" fmla="*/ 32 w 57"/>
              <a:gd name="T3" fmla="*/ 10 h 62"/>
              <a:gd name="T4" fmla="*/ 30 w 57"/>
              <a:gd name="T5" fmla="*/ 25 h 62"/>
              <a:gd name="T6" fmla="*/ 28 w 57"/>
              <a:gd name="T7" fmla="*/ 25 h 62"/>
              <a:gd name="T8" fmla="*/ 24 w 57"/>
              <a:gd name="T9" fmla="*/ 25 h 62"/>
              <a:gd name="T10" fmla="*/ 24 w 57"/>
              <a:gd name="T11" fmla="*/ 2 h 62"/>
              <a:gd name="T12" fmla="*/ 1 w 57"/>
              <a:gd name="T13" fmla="*/ 0 h 62"/>
              <a:gd name="T14" fmla="*/ 0 w 57"/>
              <a:gd name="T15" fmla="*/ 10 h 62"/>
              <a:gd name="T16" fmla="*/ 0 w 57"/>
              <a:gd name="T17" fmla="*/ 28 h 62"/>
              <a:gd name="T18" fmla="*/ 8 w 57"/>
              <a:gd name="T19" fmla="*/ 60 h 62"/>
              <a:gd name="T20" fmla="*/ 27 w 57"/>
              <a:gd name="T21" fmla="*/ 62 h 62"/>
              <a:gd name="T22" fmla="*/ 30 w 57"/>
              <a:gd name="T23" fmla="*/ 62 h 62"/>
              <a:gd name="T24" fmla="*/ 48 w 57"/>
              <a:gd name="T25" fmla="*/ 60 h 62"/>
              <a:gd name="T26" fmla="*/ 56 w 57"/>
              <a:gd name="T27" fmla="*/ 28 h 62"/>
              <a:gd name="T28" fmla="*/ 57 w 57"/>
              <a:gd name="T29" fmla="*/ 10 h 62"/>
              <a:gd name="T30" fmla="*/ 55 w 57"/>
              <a:gd name="T31" fmla="*/ 0 h 62"/>
              <a:gd name="T32" fmla="*/ 21 w 57"/>
              <a:gd name="T33" fmla="*/ 4 h 62"/>
              <a:gd name="T34" fmla="*/ 3 w 57"/>
              <a:gd name="T35" fmla="*/ 9 h 62"/>
              <a:gd name="T36" fmla="*/ 10 w 57"/>
              <a:gd name="T37" fmla="*/ 48 h 62"/>
              <a:gd name="T38" fmla="*/ 3 w 57"/>
              <a:gd name="T39" fmla="*/ 12 h 62"/>
              <a:gd name="T40" fmla="*/ 10 w 57"/>
              <a:gd name="T41" fmla="*/ 48 h 62"/>
              <a:gd name="T42" fmla="*/ 12 w 57"/>
              <a:gd name="T43" fmla="*/ 59 h 62"/>
              <a:gd name="T44" fmla="*/ 25 w 57"/>
              <a:gd name="T45" fmla="*/ 54 h 62"/>
              <a:gd name="T46" fmla="*/ 25 w 57"/>
              <a:gd name="T47" fmla="*/ 43 h 62"/>
              <a:gd name="T48" fmla="*/ 13 w 57"/>
              <a:gd name="T49" fmla="*/ 50 h 62"/>
              <a:gd name="T50" fmla="*/ 21 w 57"/>
              <a:gd name="T51" fmla="*/ 12 h 62"/>
              <a:gd name="T52" fmla="*/ 22 w 57"/>
              <a:gd name="T53" fmla="*/ 29 h 62"/>
              <a:gd name="T54" fmla="*/ 25 w 57"/>
              <a:gd name="T55" fmla="*/ 36 h 62"/>
              <a:gd name="T56" fmla="*/ 31 w 57"/>
              <a:gd name="T57" fmla="*/ 29 h 62"/>
              <a:gd name="T58" fmla="*/ 36 w 57"/>
              <a:gd name="T59" fmla="*/ 27 h 62"/>
              <a:gd name="T60" fmla="*/ 43 w 57"/>
              <a:gd name="T61" fmla="*/ 12 h 62"/>
              <a:gd name="T62" fmla="*/ 31 w 57"/>
              <a:gd name="T63" fmla="*/ 50 h 62"/>
              <a:gd name="T64" fmla="*/ 25 w 57"/>
              <a:gd name="T65" fmla="*/ 43 h 62"/>
              <a:gd name="T66" fmla="*/ 31 w 57"/>
              <a:gd name="T67" fmla="*/ 59 h 62"/>
              <a:gd name="T68" fmla="*/ 45 w 57"/>
              <a:gd name="T69" fmla="*/ 54 h 62"/>
              <a:gd name="T70" fmla="*/ 53 w 57"/>
              <a:gd name="T71" fmla="*/ 27 h 62"/>
              <a:gd name="T72" fmla="*/ 46 w 57"/>
              <a:gd name="T73" fmla="*/ 12 h 62"/>
              <a:gd name="T74" fmla="*/ 53 w 57"/>
              <a:gd name="T75" fmla="*/ 27 h 62"/>
              <a:gd name="T76" fmla="*/ 36 w 57"/>
              <a:gd name="T77" fmla="*/ 9 h 62"/>
              <a:gd name="T78" fmla="*/ 53 w 57"/>
              <a:gd name="T79" fmla="*/ 4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7" h="62">
                <a:moveTo>
                  <a:pt x="55" y="0"/>
                </a:moveTo>
                <a:cubicBezTo>
                  <a:pt x="34" y="0"/>
                  <a:pt x="34" y="0"/>
                  <a:pt x="34" y="0"/>
                </a:cubicBezTo>
                <a:cubicBezTo>
                  <a:pt x="33" y="0"/>
                  <a:pt x="32" y="1"/>
                  <a:pt x="32" y="2"/>
                </a:cubicBezTo>
                <a:cubicBezTo>
                  <a:pt x="32" y="10"/>
                  <a:pt x="32" y="10"/>
                  <a:pt x="32" y="10"/>
                </a:cubicBezTo>
                <a:cubicBezTo>
                  <a:pt x="32" y="25"/>
                  <a:pt x="32" y="25"/>
                  <a:pt x="32" y="25"/>
                </a:cubicBezTo>
                <a:cubicBezTo>
                  <a:pt x="30" y="25"/>
                  <a:pt x="30" y="25"/>
                  <a:pt x="30" y="25"/>
                </a:cubicBezTo>
                <a:cubicBezTo>
                  <a:pt x="28" y="25"/>
                  <a:pt x="28" y="25"/>
                  <a:pt x="28" y="25"/>
                </a:cubicBezTo>
                <a:cubicBezTo>
                  <a:pt x="28" y="25"/>
                  <a:pt x="28" y="25"/>
                  <a:pt x="28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4" y="25"/>
                  <a:pt x="24" y="25"/>
                  <a:pt x="24" y="25"/>
                </a:cubicBezTo>
                <a:cubicBezTo>
                  <a:pt x="24" y="10"/>
                  <a:pt x="24" y="10"/>
                  <a:pt x="24" y="10"/>
                </a:cubicBezTo>
                <a:cubicBezTo>
                  <a:pt x="24" y="2"/>
                  <a:pt x="24" y="2"/>
                  <a:pt x="24" y="2"/>
                </a:cubicBezTo>
                <a:cubicBezTo>
                  <a:pt x="24" y="1"/>
                  <a:pt x="23" y="0"/>
                  <a:pt x="22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7"/>
                  <a:pt x="0" y="28"/>
                </a:cubicBezTo>
                <a:cubicBezTo>
                  <a:pt x="8" y="52"/>
                  <a:pt x="8" y="52"/>
                  <a:pt x="8" y="52"/>
                </a:cubicBezTo>
                <a:cubicBezTo>
                  <a:pt x="8" y="60"/>
                  <a:pt x="8" y="60"/>
                  <a:pt x="8" y="60"/>
                </a:cubicBezTo>
                <a:cubicBezTo>
                  <a:pt x="8" y="61"/>
                  <a:pt x="9" y="62"/>
                  <a:pt x="10" y="62"/>
                </a:cubicBezTo>
                <a:cubicBezTo>
                  <a:pt x="27" y="62"/>
                  <a:pt x="27" y="62"/>
                  <a:pt x="27" y="62"/>
                </a:cubicBezTo>
                <a:cubicBezTo>
                  <a:pt x="27" y="62"/>
                  <a:pt x="28" y="62"/>
                  <a:pt x="28" y="61"/>
                </a:cubicBezTo>
                <a:cubicBezTo>
                  <a:pt x="28" y="62"/>
                  <a:pt x="29" y="62"/>
                  <a:pt x="30" y="62"/>
                </a:cubicBezTo>
                <a:cubicBezTo>
                  <a:pt x="46" y="62"/>
                  <a:pt x="46" y="62"/>
                  <a:pt x="46" y="62"/>
                </a:cubicBezTo>
                <a:cubicBezTo>
                  <a:pt x="47" y="62"/>
                  <a:pt x="48" y="61"/>
                  <a:pt x="48" y="60"/>
                </a:cubicBezTo>
                <a:cubicBezTo>
                  <a:pt x="48" y="52"/>
                  <a:pt x="48" y="52"/>
                  <a:pt x="48" y="52"/>
                </a:cubicBezTo>
                <a:cubicBezTo>
                  <a:pt x="56" y="28"/>
                  <a:pt x="56" y="28"/>
                  <a:pt x="56" y="28"/>
                </a:cubicBezTo>
                <a:cubicBezTo>
                  <a:pt x="56" y="27"/>
                  <a:pt x="57" y="27"/>
                  <a:pt x="57" y="27"/>
                </a:cubicBezTo>
                <a:cubicBezTo>
                  <a:pt x="57" y="10"/>
                  <a:pt x="57" y="10"/>
                  <a:pt x="57" y="10"/>
                </a:cubicBezTo>
                <a:cubicBezTo>
                  <a:pt x="57" y="2"/>
                  <a:pt x="57" y="2"/>
                  <a:pt x="57" y="2"/>
                </a:cubicBezTo>
                <a:cubicBezTo>
                  <a:pt x="57" y="1"/>
                  <a:pt x="56" y="0"/>
                  <a:pt x="55" y="0"/>
                </a:cubicBezTo>
                <a:close/>
                <a:moveTo>
                  <a:pt x="3" y="4"/>
                </a:moveTo>
                <a:cubicBezTo>
                  <a:pt x="21" y="4"/>
                  <a:pt x="21" y="4"/>
                  <a:pt x="21" y="4"/>
                </a:cubicBezTo>
                <a:cubicBezTo>
                  <a:pt x="21" y="9"/>
                  <a:pt x="21" y="9"/>
                  <a:pt x="21" y="9"/>
                </a:cubicBezTo>
                <a:cubicBezTo>
                  <a:pt x="3" y="9"/>
                  <a:pt x="3" y="9"/>
                  <a:pt x="3" y="9"/>
                </a:cubicBezTo>
                <a:lnTo>
                  <a:pt x="3" y="4"/>
                </a:lnTo>
                <a:close/>
                <a:moveTo>
                  <a:pt x="10" y="48"/>
                </a:moveTo>
                <a:cubicBezTo>
                  <a:pt x="3" y="27"/>
                  <a:pt x="3" y="27"/>
                  <a:pt x="3" y="27"/>
                </a:cubicBezTo>
                <a:cubicBezTo>
                  <a:pt x="3" y="12"/>
                  <a:pt x="3" y="12"/>
                  <a:pt x="3" y="12"/>
                </a:cubicBezTo>
                <a:cubicBezTo>
                  <a:pt x="10" y="12"/>
                  <a:pt x="10" y="12"/>
                  <a:pt x="10" y="12"/>
                </a:cubicBezTo>
                <a:lnTo>
                  <a:pt x="10" y="48"/>
                </a:lnTo>
                <a:close/>
                <a:moveTo>
                  <a:pt x="25" y="59"/>
                </a:moveTo>
                <a:cubicBezTo>
                  <a:pt x="12" y="59"/>
                  <a:pt x="12" y="59"/>
                  <a:pt x="12" y="59"/>
                </a:cubicBezTo>
                <a:cubicBezTo>
                  <a:pt x="12" y="54"/>
                  <a:pt x="12" y="54"/>
                  <a:pt x="12" y="54"/>
                </a:cubicBezTo>
                <a:cubicBezTo>
                  <a:pt x="25" y="54"/>
                  <a:pt x="25" y="54"/>
                  <a:pt x="25" y="54"/>
                </a:cubicBezTo>
                <a:lnTo>
                  <a:pt x="25" y="59"/>
                </a:lnTo>
                <a:close/>
                <a:moveTo>
                  <a:pt x="25" y="43"/>
                </a:moveTo>
                <a:cubicBezTo>
                  <a:pt x="25" y="50"/>
                  <a:pt x="25" y="50"/>
                  <a:pt x="25" y="50"/>
                </a:cubicBezTo>
                <a:cubicBezTo>
                  <a:pt x="13" y="50"/>
                  <a:pt x="13" y="50"/>
                  <a:pt x="13" y="50"/>
                </a:cubicBezTo>
                <a:cubicBezTo>
                  <a:pt x="13" y="12"/>
                  <a:pt x="13" y="12"/>
                  <a:pt x="13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8"/>
                  <a:pt x="21" y="29"/>
                  <a:pt x="22" y="29"/>
                </a:cubicBezTo>
                <a:cubicBezTo>
                  <a:pt x="25" y="29"/>
                  <a:pt x="25" y="29"/>
                  <a:pt x="25" y="29"/>
                </a:cubicBezTo>
                <a:cubicBezTo>
                  <a:pt x="25" y="36"/>
                  <a:pt x="25" y="36"/>
                  <a:pt x="25" y="36"/>
                </a:cubicBezTo>
                <a:cubicBezTo>
                  <a:pt x="31" y="36"/>
                  <a:pt x="31" y="36"/>
                  <a:pt x="31" y="36"/>
                </a:cubicBezTo>
                <a:cubicBezTo>
                  <a:pt x="31" y="29"/>
                  <a:pt x="31" y="29"/>
                  <a:pt x="31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5" y="29"/>
                  <a:pt x="36" y="28"/>
                  <a:pt x="36" y="27"/>
                </a:cubicBezTo>
                <a:cubicBezTo>
                  <a:pt x="36" y="12"/>
                  <a:pt x="36" y="12"/>
                  <a:pt x="36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50"/>
                  <a:pt x="43" y="50"/>
                  <a:pt x="43" y="50"/>
                </a:cubicBezTo>
                <a:cubicBezTo>
                  <a:pt x="31" y="50"/>
                  <a:pt x="31" y="50"/>
                  <a:pt x="31" y="50"/>
                </a:cubicBezTo>
                <a:cubicBezTo>
                  <a:pt x="31" y="43"/>
                  <a:pt x="31" y="43"/>
                  <a:pt x="31" y="43"/>
                </a:cubicBezTo>
                <a:lnTo>
                  <a:pt x="25" y="43"/>
                </a:lnTo>
                <a:close/>
                <a:moveTo>
                  <a:pt x="45" y="59"/>
                </a:moveTo>
                <a:cubicBezTo>
                  <a:pt x="31" y="59"/>
                  <a:pt x="31" y="59"/>
                  <a:pt x="31" y="59"/>
                </a:cubicBezTo>
                <a:cubicBezTo>
                  <a:pt x="31" y="54"/>
                  <a:pt x="31" y="54"/>
                  <a:pt x="31" y="54"/>
                </a:cubicBezTo>
                <a:cubicBezTo>
                  <a:pt x="45" y="54"/>
                  <a:pt x="45" y="54"/>
                  <a:pt x="45" y="54"/>
                </a:cubicBezTo>
                <a:lnTo>
                  <a:pt x="45" y="59"/>
                </a:lnTo>
                <a:close/>
                <a:moveTo>
                  <a:pt x="53" y="27"/>
                </a:moveTo>
                <a:cubicBezTo>
                  <a:pt x="46" y="48"/>
                  <a:pt x="46" y="48"/>
                  <a:pt x="46" y="48"/>
                </a:cubicBezTo>
                <a:cubicBezTo>
                  <a:pt x="46" y="12"/>
                  <a:pt x="46" y="12"/>
                  <a:pt x="46" y="12"/>
                </a:cubicBezTo>
                <a:cubicBezTo>
                  <a:pt x="53" y="12"/>
                  <a:pt x="53" y="12"/>
                  <a:pt x="53" y="12"/>
                </a:cubicBezTo>
                <a:lnTo>
                  <a:pt x="53" y="27"/>
                </a:lnTo>
                <a:close/>
                <a:moveTo>
                  <a:pt x="53" y="9"/>
                </a:moveTo>
                <a:cubicBezTo>
                  <a:pt x="36" y="9"/>
                  <a:pt x="36" y="9"/>
                  <a:pt x="36" y="9"/>
                </a:cubicBezTo>
                <a:cubicBezTo>
                  <a:pt x="36" y="4"/>
                  <a:pt x="36" y="4"/>
                  <a:pt x="36" y="4"/>
                </a:cubicBezTo>
                <a:cubicBezTo>
                  <a:pt x="53" y="4"/>
                  <a:pt x="53" y="4"/>
                  <a:pt x="53" y="4"/>
                </a:cubicBezTo>
                <a:lnTo>
                  <a:pt x="53" y="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th-TH" sz="105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TextBox 3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64919" y="1408287"/>
            <a:ext cx="418202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字符编码</a:t>
            </a:r>
            <a:r>
              <a:rPr lang="en-US" altLang="zh-CN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&lt;==&gt;Buffer</a:t>
            </a:r>
            <a:endParaRPr lang="en-US" altLang="zh-CN" sz="2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0" name="TextBox 3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64919" y="2071399"/>
            <a:ext cx="8048558" cy="4282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 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缓存区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处理数据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，事先数据按一定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字符编码转成二进制数据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，这个过程叫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编码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；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反过来，当数据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处理完成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，又必须将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二进制数据按一定字符编码转成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人们能读懂的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字符串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等信息，这个过程叫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解码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支持的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与字符串互转的字符编码：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1. utf8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2. utf16le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3. latin1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4. base64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5. hex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33248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与字符编码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846195" y="2122170"/>
            <a:ext cx="7885430" cy="3456940"/>
            <a:chOff x="6057" y="3342"/>
            <a:chExt cx="12418" cy="5444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6163" y="3879"/>
              <a:ext cx="12313" cy="3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const </a:t>
              </a: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= </a:t>
              </a: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Buffer.from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('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中慧科技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');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</a:t>
              </a: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); 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</a:t>
              </a:r>
              <a:r>
                <a:rPr lang="en-US" altLang="zh-CN" sz="24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buf.toString</a:t>
              </a:r>
              <a:r>
                <a:rPr lang="en-US" altLang="zh-CN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()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); </a:t>
              </a: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</a:t>
              </a: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buf.toString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('utf-8')); </a:t>
              </a: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</a:t>
              </a: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buf.toString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('base64'));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6057" y="3342"/>
              <a:ext cx="11164" cy="5445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59740" y="2950845"/>
            <a:ext cx="8515350" cy="1507490"/>
            <a:chOff x="724" y="4647"/>
            <a:chExt cx="13410" cy="2374"/>
          </a:xfrm>
        </p:grpSpPr>
        <p:sp>
          <p:nvSpPr>
            <p:cNvPr id="3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24" y="4647"/>
              <a:ext cx="4715" cy="23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“</a:t>
              </a:r>
              <a:r>
                <a:rPr lang="en-US" altLang="zh-CN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buf.toString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()”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使用 </a:t>
              </a:r>
              <a:r>
                <a:rPr lang="en-US" altLang="zh-CN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buf.toString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()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将 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Buffer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转为字符串，这里没有指定使用什么字符编码，将默认按 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utf-8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字符编码转换。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564" y="5881"/>
              <a:ext cx="857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接连接符 90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5564" y="5524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18" name="图片 17"/>
          <p:cNvPicPr/>
          <p:nvPr/>
        </p:nvPicPr>
        <p:blipFill>
          <a:blip r:embed="rId8"/>
          <a:stretch>
            <a:fillRect/>
          </a:stretch>
        </p:blipFill>
        <p:spPr>
          <a:xfrm>
            <a:off x="6654697" y="4702202"/>
            <a:ext cx="4238625" cy="732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" name="组合 2"/>
          <p:cNvGrpSpPr/>
          <p:nvPr/>
        </p:nvGrpSpPr>
        <p:grpSpPr>
          <a:xfrm>
            <a:off x="511175" y="1050925"/>
            <a:ext cx="9797415" cy="614045"/>
            <a:chOff x="805" y="1655"/>
            <a:chExt cx="15429" cy="967"/>
          </a:xfrm>
        </p:grpSpPr>
        <p:sp>
          <p:nvSpPr>
            <p:cNvPr id="97" name="文本框 96"/>
            <p:cNvSpPr txBox="1"/>
            <p:nvPr>
              <p:custDataLst>
                <p:tags r:id="rId9"/>
              </p:custDataLst>
            </p:nvPr>
          </p:nvSpPr>
          <p:spPr>
            <a:xfrm>
              <a:off x="5070" y="1968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将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Buffer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转换为不同字符编码的字符串。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矩形 1"/>
            <p:cNvSpPr/>
            <p:nvPr>
              <p:custDataLst>
                <p:tags r:id="rId10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11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78755" y="2562225"/>
            <a:ext cx="5262245" cy="661035"/>
            <a:chOff x="8313" y="4035"/>
            <a:chExt cx="8287" cy="1041"/>
          </a:xfrm>
        </p:grpSpPr>
        <p:sp>
          <p:nvSpPr>
            <p:cNvPr id="11" name="椭圆 10"/>
            <p:cNvSpPr/>
            <p:nvPr>
              <p:custDataLst>
                <p:tags r:id="rId3"/>
              </p:custDataLst>
            </p:nvPr>
          </p:nvSpPr>
          <p:spPr>
            <a:xfrm>
              <a:off x="8313" y="4084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2" name="任意多边形 125"/>
            <p:cNvSpPr/>
            <p:nvPr>
              <p:custDataLst>
                <p:tags r:id="rId4"/>
              </p:custDataLst>
            </p:nvPr>
          </p:nvSpPr>
          <p:spPr bwMode="auto">
            <a:xfrm>
              <a:off x="8647" y="4316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10114" y="4035"/>
              <a:ext cx="6487" cy="8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Buffer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和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Stream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78755" y="3928745"/>
            <a:ext cx="4617085" cy="633730"/>
            <a:chOff x="8313" y="6187"/>
            <a:chExt cx="7271" cy="998"/>
          </a:xfrm>
        </p:grpSpPr>
        <p:sp>
          <p:nvSpPr>
            <p:cNvPr id="13" name="椭圆 12"/>
            <p:cNvSpPr/>
            <p:nvPr>
              <p:custDataLst>
                <p:tags r:id="rId5"/>
              </p:custDataLst>
            </p:nvPr>
          </p:nvSpPr>
          <p:spPr>
            <a:xfrm>
              <a:off x="8313" y="6187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5" name="Freeform 5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570" y="6482"/>
              <a:ext cx="448" cy="448"/>
            </a:xfrm>
            <a:custGeom>
              <a:avLst/>
              <a:gdLst>
                <a:gd name="T0" fmla="*/ 92 w 184"/>
                <a:gd name="T1" fmla="*/ 184 h 184"/>
                <a:gd name="T2" fmla="*/ 184 w 184"/>
                <a:gd name="T3" fmla="*/ 92 h 184"/>
                <a:gd name="T4" fmla="*/ 173 w 184"/>
                <a:gd name="T5" fmla="*/ 49 h 184"/>
                <a:gd name="T6" fmla="*/ 171 w 184"/>
                <a:gd name="T7" fmla="*/ 49 h 184"/>
                <a:gd name="T8" fmla="*/ 170 w 184"/>
                <a:gd name="T9" fmla="*/ 49 h 184"/>
                <a:gd name="T10" fmla="*/ 158 w 184"/>
                <a:gd name="T11" fmla="*/ 48 h 184"/>
                <a:gd name="T12" fmla="*/ 149 w 184"/>
                <a:gd name="T13" fmla="*/ 56 h 184"/>
                <a:gd name="T14" fmla="*/ 160 w 184"/>
                <a:gd name="T15" fmla="*/ 92 h 184"/>
                <a:gd name="T16" fmla="*/ 92 w 184"/>
                <a:gd name="T17" fmla="*/ 160 h 184"/>
                <a:gd name="T18" fmla="*/ 24 w 184"/>
                <a:gd name="T19" fmla="*/ 92 h 184"/>
                <a:gd name="T20" fmla="*/ 92 w 184"/>
                <a:gd name="T21" fmla="*/ 24 h 184"/>
                <a:gd name="T22" fmla="*/ 128 w 184"/>
                <a:gd name="T23" fmla="*/ 35 h 184"/>
                <a:gd name="T24" fmla="*/ 135 w 184"/>
                <a:gd name="T25" fmla="*/ 27 h 184"/>
                <a:gd name="T26" fmla="*/ 134 w 184"/>
                <a:gd name="T27" fmla="*/ 14 h 184"/>
                <a:gd name="T28" fmla="*/ 134 w 184"/>
                <a:gd name="T29" fmla="*/ 10 h 184"/>
                <a:gd name="T30" fmla="*/ 92 w 184"/>
                <a:gd name="T31" fmla="*/ 0 h 184"/>
                <a:gd name="T32" fmla="*/ 0 w 184"/>
                <a:gd name="T33" fmla="*/ 92 h 184"/>
                <a:gd name="T34" fmla="*/ 92 w 184"/>
                <a:gd name="T35" fmla="*/ 184 h 184"/>
                <a:gd name="T36" fmla="*/ 92 w 184"/>
                <a:gd name="T37" fmla="*/ 184 h 184"/>
                <a:gd name="T38" fmla="*/ 92 w 184"/>
                <a:gd name="T3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4" h="184">
                  <a:moveTo>
                    <a:pt x="92" y="184"/>
                  </a:moveTo>
                  <a:cubicBezTo>
                    <a:pt x="143" y="184"/>
                    <a:pt x="184" y="143"/>
                    <a:pt x="184" y="92"/>
                  </a:cubicBezTo>
                  <a:cubicBezTo>
                    <a:pt x="184" y="76"/>
                    <a:pt x="180" y="62"/>
                    <a:pt x="173" y="49"/>
                  </a:cubicBezTo>
                  <a:cubicBezTo>
                    <a:pt x="172" y="49"/>
                    <a:pt x="172" y="49"/>
                    <a:pt x="171" y="49"/>
                  </a:cubicBezTo>
                  <a:cubicBezTo>
                    <a:pt x="170" y="49"/>
                    <a:pt x="170" y="49"/>
                    <a:pt x="170" y="49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49" y="56"/>
                    <a:pt x="149" y="56"/>
                    <a:pt x="149" y="56"/>
                  </a:cubicBezTo>
                  <a:cubicBezTo>
                    <a:pt x="156" y="67"/>
                    <a:pt x="160" y="79"/>
                    <a:pt x="160" y="92"/>
                  </a:cubicBezTo>
                  <a:cubicBezTo>
                    <a:pt x="160" y="129"/>
                    <a:pt x="129" y="160"/>
                    <a:pt x="92" y="160"/>
                  </a:cubicBezTo>
                  <a:cubicBezTo>
                    <a:pt x="55" y="160"/>
                    <a:pt x="24" y="129"/>
                    <a:pt x="24" y="92"/>
                  </a:cubicBezTo>
                  <a:cubicBezTo>
                    <a:pt x="24" y="55"/>
                    <a:pt x="55" y="24"/>
                    <a:pt x="92" y="24"/>
                  </a:cubicBezTo>
                  <a:cubicBezTo>
                    <a:pt x="105" y="24"/>
                    <a:pt x="117" y="28"/>
                    <a:pt x="128" y="35"/>
                  </a:cubicBezTo>
                  <a:cubicBezTo>
                    <a:pt x="135" y="27"/>
                    <a:pt x="135" y="27"/>
                    <a:pt x="13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34" y="12"/>
                    <a:pt x="134" y="11"/>
                    <a:pt x="134" y="10"/>
                  </a:cubicBezTo>
                  <a:cubicBezTo>
                    <a:pt x="122" y="4"/>
                    <a:pt x="107" y="0"/>
                    <a:pt x="92" y="0"/>
                  </a:cubicBez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lose/>
                  <a:moveTo>
                    <a:pt x="92" y="184"/>
                  </a:moveTo>
                  <a:cubicBezTo>
                    <a:pt x="92" y="184"/>
                    <a:pt x="92" y="184"/>
                    <a:pt x="92" y="1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6" name="Freeform 51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8685" y="6596"/>
              <a:ext cx="219" cy="219"/>
            </a:xfrm>
            <a:custGeom>
              <a:avLst/>
              <a:gdLst>
                <a:gd name="T0" fmla="*/ 45 w 90"/>
                <a:gd name="T1" fmla="*/ 21 h 90"/>
                <a:gd name="T2" fmla="*/ 47 w 90"/>
                <a:gd name="T3" fmla="*/ 21 h 90"/>
                <a:gd name="T4" fmla="*/ 64 w 90"/>
                <a:gd name="T5" fmla="*/ 4 h 90"/>
                <a:gd name="T6" fmla="*/ 64 w 90"/>
                <a:gd name="T7" fmla="*/ 4 h 90"/>
                <a:gd name="T8" fmla="*/ 45 w 90"/>
                <a:gd name="T9" fmla="*/ 0 h 90"/>
                <a:gd name="T10" fmla="*/ 0 w 90"/>
                <a:gd name="T11" fmla="*/ 45 h 90"/>
                <a:gd name="T12" fmla="*/ 45 w 90"/>
                <a:gd name="T13" fmla="*/ 90 h 90"/>
                <a:gd name="T14" fmla="*/ 90 w 90"/>
                <a:gd name="T15" fmla="*/ 45 h 90"/>
                <a:gd name="T16" fmla="*/ 86 w 90"/>
                <a:gd name="T17" fmla="*/ 26 h 90"/>
                <a:gd name="T18" fmla="*/ 86 w 90"/>
                <a:gd name="T19" fmla="*/ 26 h 90"/>
                <a:gd name="T20" fmla="*/ 69 w 90"/>
                <a:gd name="T21" fmla="*/ 43 h 90"/>
                <a:gd name="T22" fmla="*/ 69 w 90"/>
                <a:gd name="T23" fmla="*/ 45 h 90"/>
                <a:gd name="T24" fmla="*/ 45 w 90"/>
                <a:gd name="T25" fmla="*/ 69 h 90"/>
                <a:gd name="T26" fmla="*/ 21 w 90"/>
                <a:gd name="T27" fmla="*/ 45 h 90"/>
                <a:gd name="T28" fmla="*/ 45 w 90"/>
                <a:gd name="T29" fmla="*/ 21 h 90"/>
                <a:gd name="T30" fmla="*/ 45 w 90"/>
                <a:gd name="T31" fmla="*/ 21 h 90"/>
                <a:gd name="T32" fmla="*/ 45 w 90"/>
                <a:gd name="T33" fmla="*/ 2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90">
                  <a:moveTo>
                    <a:pt x="45" y="21"/>
                  </a:moveTo>
                  <a:cubicBezTo>
                    <a:pt x="46" y="21"/>
                    <a:pt x="46" y="21"/>
                    <a:pt x="47" y="21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58" y="1"/>
                    <a:pt x="52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70"/>
                    <a:pt x="20" y="90"/>
                    <a:pt x="45" y="90"/>
                  </a:cubicBezTo>
                  <a:cubicBezTo>
                    <a:pt x="70" y="90"/>
                    <a:pt x="90" y="70"/>
                    <a:pt x="90" y="45"/>
                  </a:cubicBezTo>
                  <a:cubicBezTo>
                    <a:pt x="90" y="38"/>
                    <a:pt x="89" y="32"/>
                    <a:pt x="86" y="26"/>
                  </a:cubicBezTo>
                  <a:cubicBezTo>
                    <a:pt x="86" y="26"/>
                    <a:pt x="86" y="26"/>
                    <a:pt x="86" y="26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9" y="44"/>
                    <a:pt x="69" y="44"/>
                    <a:pt x="69" y="45"/>
                  </a:cubicBezTo>
                  <a:cubicBezTo>
                    <a:pt x="69" y="58"/>
                    <a:pt x="58" y="69"/>
                    <a:pt x="45" y="69"/>
                  </a:cubicBezTo>
                  <a:cubicBezTo>
                    <a:pt x="32" y="69"/>
                    <a:pt x="21" y="58"/>
                    <a:pt x="21" y="45"/>
                  </a:cubicBezTo>
                  <a:cubicBezTo>
                    <a:pt x="21" y="32"/>
                    <a:pt x="32" y="21"/>
                    <a:pt x="45" y="21"/>
                  </a:cubicBezTo>
                  <a:close/>
                  <a:moveTo>
                    <a:pt x="45" y="21"/>
                  </a:moveTo>
                  <a:cubicBezTo>
                    <a:pt x="45" y="21"/>
                    <a:pt x="45" y="21"/>
                    <a:pt x="45" y="21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7" name="Freeform 52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8816" y="6436"/>
              <a:ext cx="248" cy="248"/>
            </a:xfrm>
            <a:custGeom>
              <a:avLst/>
              <a:gdLst>
                <a:gd name="T0" fmla="*/ 86 w 102"/>
                <a:gd name="T1" fmla="*/ 28 h 102"/>
                <a:gd name="T2" fmla="*/ 91 w 102"/>
                <a:gd name="T3" fmla="*/ 23 h 102"/>
                <a:gd name="T4" fmla="*/ 91 w 102"/>
                <a:gd name="T5" fmla="*/ 14 h 102"/>
                <a:gd name="T6" fmla="*/ 87 w 102"/>
                <a:gd name="T7" fmla="*/ 11 h 102"/>
                <a:gd name="T8" fmla="*/ 83 w 102"/>
                <a:gd name="T9" fmla="*/ 9 h 102"/>
                <a:gd name="T10" fmla="*/ 79 w 102"/>
                <a:gd name="T11" fmla="*/ 11 h 102"/>
                <a:gd name="T12" fmla="*/ 74 w 102"/>
                <a:gd name="T13" fmla="*/ 17 h 102"/>
                <a:gd name="T14" fmla="*/ 72 w 102"/>
                <a:gd name="T15" fmla="*/ 2 h 102"/>
                <a:gd name="T16" fmla="*/ 70 w 102"/>
                <a:gd name="T17" fmla="*/ 0 h 102"/>
                <a:gd name="T18" fmla="*/ 69 w 102"/>
                <a:gd name="T19" fmla="*/ 0 h 102"/>
                <a:gd name="T20" fmla="*/ 47 w 102"/>
                <a:gd name="T21" fmla="*/ 23 h 102"/>
                <a:gd name="T22" fmla="*/ 44 w 102"/>
                <a:gd name="T23" fmla="*/ 30 h 102"/>
                <a:gd name="T24" fmla="*/ 44 w 102"/>
                <a:gd name="T25" fmla="*/ 31 h 102"/>
                <a:gd name="T26" fmla="*/ 45 w 102"/>
                <a:gd name="T27" fmla="*/ 45 h 102"/>
                <a:gd name="T28" fmla="*/ 37 w 102"/>
                <a:gd name="T29" fmla="*/ 53 h 102"/>
                <a:gd name="T30" fmla="*/ 22 w 102"/>
                <a:gd name="T31" fmla="*/ 68 h 102"/>
                <a:gd name="T32" fmla="*/ 22 w 102"/>
                <a:gd name="T33" fmla="*/ 68 h 102"/>
                <a:gd name="T34" fmla="*/ 8 w 102"/>
                <a:gd name="T35" fmla="*/ 82 h 102"/>
                <a:gd name="T36" fmla="*/ 2 w 102"/>
                <a:gd name="T37" fmla="*/ 89 h 102"/>
                <a:gd name="T38" fmla="*/ 0 w 102"/>
                <a:gd name="T39" fmla="*/ 92 h 102"/>
                <a:gd name="T40" fmla="*/ 0 w 102"/>
                <a:gd name="T41" fmla="*/ 97 h 102"/>
                <a:gd name="T42" fmla="*/ 5 w 102"/>
                <a:gd name="T43" fmla="*/ 102 h 102"/>
                <a:gd name="T44" fmla="*/ 5 w 102"/>
                <a:gd name="T45" fmla="*/ 102 h 102"/>
                <a:gd name="T46" fmla="*/ 10 w 102"/>
                <a:gd name="T47" fmla="*/ 102 h 102"/>
                <a:gd name="T48" fmla="*/ 13 w 102"/>
                <a:gd name="T49" fmla="*/ 100 h 102"/>
                <a:gd name="T50" fmla="*/ 57 w 102"/>
                <a:gd name="T51" fmla="*/ 56 h 102"/>
                <a:gd name="T52" fmla="*/ 70 w 102"/>
                <a:gd name="T53" fmla="*/ 57 h 102"/>
                <a:gd name="T54" fmla="*/ 71 w 102"/>
                <a:gd name="T55" fmla="*/ 57 h 102"/>
                <a:gd name="T56" fmla="*/ 71 w 102"/>
                <a:gd name="T57" fmla="*/ 57 h 102"/>
                <a:gd name="T58" fmla="*/ 78 w 102"/>
                <a:gd name="T59" fmla="*/ 54 h 102"/>
                <a:gd name="T60" fmla="*/ 101 w 102"/>
                <a:gd name="T61" fmla="*/ 32 h 102"/>
                <a:gd name="T62" fmla="*/ 100 w 102"/>
                <a:gd name="T63" fmla="*/ 29 h 102"/>
                <a:gd name="T64" fmla="*/ 86 w 102"/>
                <a:gd name="T65" fmla="*/ 28 h 102"/>
                <a:gd name="T66" fmla="*/ 86 w 102"/>
                <a:gd name="T67" fmla="*/ 28 h 102"/>
                <a:gd name="T68" fmla="*/ 86 w 102"/>
                <a:gd name="T69" fmla="*/ 2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102">
                  <a:moveTo>
                    <a:pt x="86" y="28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3" y="20"/>
                    <a:pt x="93" y="17"/>
                    <a:pt x="91" y="14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0"/>
                    <a:pt x="85" y="9"/>
                    <a:pt x="83" y="9"/>
                  </a:cubicBezTo>
                  <a:cubicBezTo>
                    <a:pt x="82" y="9"/>
                    <a:pt x="80" y="10"/>
                    <a:pt x="79" y="11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5" y="25"/>
                    <a:pt x="44" y="28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1" y="90"/>
                    <a:pt x="0" y="91"/>
                    <a:pt x="0" y="9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2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1" y="102"/>
                    <a:pt x="12" y="101"/>
                    <a:pt x="13" y="100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4" y="57"/>
                    <a:pt x="77" y="56"/>
                    <a:pt x="78" y="54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2" y="31"/>
                    <a:pt x="101" y="29"/>
                    <a:pt x="100" y="29"/>
                  </a:cubicBezTo>
                  <a:lnTo>
                    <a:pt x="86" y="28"/>
                  </a:lnTo>
                  <a:close/>
                  <a:moveTo>
                    <a:pt x="86" y="28"/>
                  </a:moveTo>
                  <a:cubicBezTo>
                    <a:pt x="86" y="28"/>
                    <a:pt x="86" y="28"/>
                    <a:pt x="86" y="2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23" name="TextBox 14"/>
            <p:cNvSpPr txBox="1"/>
            <p:nvPr/>
          </p:nvSpPr>
          <p:spPr>
            <a:xfrm>
              <a:off x="10114" y="6313"/>
              <a:ext cx="5470" cy="8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常用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API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和字符编码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íśḻïḍè"/>
          <p:cNvSpPr/>
          <p:nvPr>
            <p:custDataLst>
              <p:tags r:id="rId9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ṩḷíďè"/>
          <p:cNvSpPr/>
          <p:nvPr>
            <p:custDataLst>
              <p:tags r:id="rId10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íşļïḍê"/>
          <p:cNvSpPr/>
          <p:nvPr>
            <p:custDataLst>
              <p:tags r:id="rId11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ṡḷîḓê"/>
          <p:cNvSpPr/>
          <p:nvPr>
            <p:custDataLst>
              <p:tags r:id="rId12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íśḻîḑe"/>
          <p:cNvSpPr/>
          <p:nvPr>
            <p:custDataLst>
              <p:tags r:id="rId13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îSḷiḑé"/>
          <p:cNvSpPr/>
          <p:nvPr>
            <p:custDataLst>
              <p:tags r:id="rId14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îšľïḑé"/>
          <p:cNvSpPr/>
          <p:nvPr>
            <p:custDataLst>
              <p:tags r:id="rId15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ïṧḻïḍè"/>
          <p:cNvSpPr/>
          <p:nvPr>
            <p:custDataLst>
              <p:tags r:id="rId16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îSļîḍè"/>
          <p:cNvSpPr/>
          <p:nvPr>
            <p:custDataLst>
              <p:tags r:id="rId17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sḷîḋè"/>
          <p:cNvSpPr/>
          <p:nvPr>
            <p:custDataLst>
              <p:tags r:id="rId18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išľíḍè"/>
          <p:cNvSpPr/>
          <p:nvPr>
            <p:custDataLst>
              <p:tags r:id="rId19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ŝḷiḓê"/>
          <p:cNvSpPr/>
          <p:nvPr>
            <p:custDataLst>
              <p:tags r:id="rId20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iṡḷíďé"/>
          <p:cNvSpPr/>
          <p:nvPr>
            <p:custDataLst>
              <p:tags r:id="rId21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şļíḑè"/>
          <p:cNvSpPr/>
          <p:nvPr>
            <p:custDataLst>
              <p:tags r:id="rId22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ïşļiḑé"/>
          <p:cNvSpPr/>
          <p:nvPr>
            <p:custDataLst>
              <p:tags r:id="rId23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îśļiḓè"/>
          <p:cNvSpPr/>
          <p:nvPr>
            <p:custDataLst>
              <p:tags r:id="rId24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ṡlíḍê"/>
          <p:cNvSpPr/>
          <p:nvPr>
            <p:custDataLst>
              <p:tags r:id="rId25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íṥ1ïḍe"/>
          <p:cNvSpPr/>
          <p:nvPr>
            <p:custDataLst>
              <p:tags r:id="rId26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îślïḋe"/>
          <p:cNvSpPr/>
          <p:nvPr>
            <p:custDataLst>
              <p:tags r:id="rId27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ïşḷiḍè"/>
          <p:cNvSpPr/>
          <p:nvPr>
            <p:custDataLst>
              <p:tags r:id="rId28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îŝḻiḍê"/>
          <p:cNvSpPr/>
          <p:nvPr>
            <p:custDataLst>
              <p:tags r:id="rId29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ṧḻíḋè"/>
          <p:cNvSpPr/>
          <p:nvPr>
            <p:custDataLst>
              <p:tags r:id="rId30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ṡļïḍé"/>
          <p:cNvSpPr/>
          <p:nvPr>
            <p:custDataLst>
              <p:tags r:id="rId31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î$1ïḓè"/>
          <p:cNvSpPr/>
          <p:nvPr>
            <p:custDataLst>
              <p:tags r:id="rId32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ṩ1iḍe"/>
          <p:cNvSpPr/>
          <p:nvPr>
            <p:custDataLst>
              <p:tags r:id="rId33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ïṡļidê"/>
          <p:cNvSpPr/>
          <p:nvPr>
            <p:custDataLst>
              <p:tags r:id="rId34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íšľíḑé"/>
          <p:cNvSpPr/>
          <p:nvPr>
            <p:custDataLst>
              <p:tags r:id="rId35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išlíḑe"/>
          <p:cNvSpPr/>
          <p:nvPr>
            <p:custDataLst>
              <p:tags r:id="rId36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ïṥlîḋè"/>
          <p:cNvSpPr/>
          <p:nvPr>
            <p:custDataLst>
              <p:tags r:id="rId37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íŝḻïḍé"/>
          <p:cNvSpPr/>
          <p:nvPr>
            <p:custDataLst>
              <p:tags r:id="rId38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íṧḻiḑé"/>
          <p:cNvSpPr/>
          <p:nvPr>
            <p:custDataLst>
              <p:tags r:id="rId39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ïšḻiḑè"/>
          <p:cNvSpPr/>
          <p:nvPr>
            <p:custDataLst>
              <p:tags r:id="rId40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ïṡlíḑe"/>
          <p:cNvSpPr/>
          <p:nvPr>
            <p:custDataLst>
              <p:tags r:id="rId41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iṥlïdê"/>
          <p:cNvSpPr/>
          <p:nvPr>
            <p:custDataLst>
              <p:tags r:id="rId42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59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SLIDE_BACKGROUND_TYPE" val="general"/>
</p:tagLst>
</file>

<file path=ppt/tags/tag665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6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6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7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72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SLIDE_BACKGROUND_TYPE" val="general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SLIDE_BACKGROUND_TYPE" val="general"/>
</p:tagLst>
</file>

<file path=ppt/tags/tag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SLIDE_BACKGROUND_TYPE" val="general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0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12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13.xml><?xml version="1.0" encoding="utf-8"?>
<p:tagLst xmlns:p="http://schemas.openxmlformats.org/presentationml/2006/main">
  <p:tag name="KSO_WM_SLIDE_BACKGROUND_TYPE" val="general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28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29.xml><?xml version="1.0" encoding="utf-8"?>
<p:tagLst xmlns:p="http://schemas.openxmlformats.org/presentationml/2006/main">
  <p:tag name="KSO_WM_SLIDE_BACKGROUND_TYPE" val="general"/>
</p:tagLst>
</file>

<file path=ppt/tags/tag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3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39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40.xml><?xml version="1.0" encoding="utf-8"?>
<p:tagLst xmlns:p="http://schemas.openxmlformats.org/presentationml/2006/main">
  <p:tag name="KSO_WM_SLIDE_BACKGROUND_TYPE" val="general"/>
</p:tagLst>
</file>

<file path=ppt/tags/tag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4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7.xml><?xml version="1.0" encoding="utf-8"?>
<p:tagLst xmlns:p="http://schemas.openxmlformats.org/presentationml/2006/main">
  <p:tag name="KSO_WM_SLIDE_BACKGROUND_TYPE" val="general"/>
</p:tagLst>
</file>

<file path=ppt/tags/tag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1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5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57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58.xml><?xml version="1.0" encoding="utf-8"?>
<p:tagLst xmlns:p="http://schemas.openxmlformats.org/presentationml/2006/main">
  <p:tag name="KSO_WM_SLIDE_BACKGROUND_TYPE" val="general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6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70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71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7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5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96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97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98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99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00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01.xml><?xml version="1.0" encoding="utf-8"?>
<p:tagLst xmlns:p="http://schemas.openxmlformats.org/presentationml/2006/main">
  <p:tag name="KSO_WM_SLIDE_BACKGROUND_TYPE" val="general"/>
</p:tagLst>
</file>

<file path=ppt/tags/tag802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03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04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NjU0YmZmZGQ0MTcwNTc4ZWE1ZDViYWJhNTMzYzVhMDg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2224</Words>
  <Application>WPS 演示</Application>
  <PresentationFormat>宽屏</PresentationFormat>
  <Paragraphs>147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Calibri</vt:lpstr>
      <vt:lpstr>等线</vt:lpstr>
      <vt:lpstr>Courier New</vt:lpstr>
      <vt:lpstr>Arial Unicode MS</vt:lpstr>
      <vt:lpstr>黑体</vt:lpstr>
      <vt:lpstr>Cordia New</vt:lpstr>
      <vt:lpstr>Segoe Print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Huaiy虞</cp:lastModifiedBy>
  <cp:revision>398</cp:revision>
  <dcterms:created xsi:type="dcterms:W3CDTF">2020-10-23T09:50:00Z</dcterms:created>
  <dcterms:modified xsi:type="dcterms:W3CDTF">2024-05-25T06:25:31Z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7DFA6C0C2C754576B64F6FD97E644B52_12</vt:lpwstr>
  </property>
  <property fmtid="{D5CDD505-2E9C-101B-9397-08002B2CF9AE}" pid="3" name="KSOProductBuildVer">
    <vt:lpwstr>2052-12.1.0.16929</vt:lpwstr>
  </property>
</Properties>
</file>