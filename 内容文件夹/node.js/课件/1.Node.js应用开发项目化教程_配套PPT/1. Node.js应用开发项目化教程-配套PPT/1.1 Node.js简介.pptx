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25" r:id="rId4"/>
    <p:sldId id="426" r:id="rId6"/>
    <p:sldId id="427" r:id="rId7"/>
    <p:sldId id="428" r:id="rId8"/>
    <p:sldId id="429" r:id="rId9"/>
    <p:sldId id="431" r:id="rId10"/>
    <p:sldId id="433" r:id="rId11"/>
    <p:sldId id="434" r:id="rId12"/>
    <p:sldId id="435" r:id="rId13"/>
    <p:sldId id="436" r:id="rId14"/>
    <p:sldId id="437" r:id="rId15"/>
    <p:sldId id="438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000000"/>
    <a:srgbClr val="D1644F"/>
    <a:srgbClr val="667F6E"/>
    <a:srgbClr val="3F3E77"/>
    <a:srgbClr val="333333"/>
    <a:srgbClr val="AFABAB"/>
    <a:srgbClr val="434343"/>
    <a:srgbClr val="474840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74" y="72"/>
      </p:cViewPr>
      <p:guideLst>
        <p:guide orient="horz" pos="2105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804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" Type="http://schemas.openxmlformats.org/officeDocument/2006/relationships/tags" Target="../tags/tag598.xml"/><Relationship Id="rId6" Type="http://schemas.openxmlformats.org/officeDocument/2006/relationships/tags" Target="../tags/tag597.xml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4" Type="http://schemas.openxmlformats.org/officeDocument/2006/relationships/notesSlide" Target="../notesSlides/notesSlide2.xml"/><Relationship Id="rId33" Type="http://schemas.openxmlformats.org/officeDocument/2006/relationships/slideLayout" Target="../slideLayouts/slideLayout10.xml"/><Relationship Id="rId32" Type="http://schemas.openxmlformats.org/officeDocument/2006/relationships/tags" Target="../tags/tag621.xml"/><Relationship Id="rId31" Type="http://schemas.openxmlformats.org/officeDocument/2006/relationships/image" Target="../media/image2.png"/><Relationship Id="rId30" Type="http://schemas.openxmlformats.org/officeDocument/2006/relationships/image" Target="../media/image1.png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30.xml"/><Relationship Id="rId8" Type="http://schemas.openxmlformats.org/officeDocument/2006/relationships/tags" Target="../tags/tag629.xml"/><Relationship Id="rId7" Type="http://schemas.openxmlformats.org/officeDocument/2006/relationships/tags" Target="../tags/tag628.xml"/><Relationship Id="rId6" Type="http://schemas.openxmlformats.org/officeDocument/2006/relationships/tags" Target="../tags/tag627.xml"/><Relationship Id="rId5" Type="http://schemas.openxmlformats.org/officeDocument/2006/relationships/tags" Target="../tags/tag626.xml"/><Relationship Id="rId4" Type="http://schemas.openxmlformats.org/officeDocument/2006/relationships/tags" Target="../tags/tag625.xml"/><Relationship Id="rId3" Type="http://schemas.openxmlformats.org/officeDocument/2006/relationships/tags" Target="../tags/tag624.xml"/><Relationship Id="rId2" Type="http://schemas.openxmlformats.org/officeDocument/2006/relationships/tags" Target="../tags/tag623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635.xml"/><Relationship Id="rId13" Type="http://schemas.openxmlformats.org/officeDocument/2006/relationships/tags" Target="../tags/tag634.xml"/><Relationship Id="rId12" Type="http://schemas.openxmlformats.org/officeDocument/2006/relationships/tags" Target="../tags/tag633.xml"/><Relationship Id="rId11" Type="http://schemas.openxmlformats.org/officeDocument/2006/relationships/tags" Target="../tags/tag632.xml"/><Relationship Id="rId10" Type="http://schemas.openxmlformats.org/officeDocument/2006/relationships/tags" Target="../tags/tag631.xml"/><Relationship Id="rId1" Type="http://schemas.openxmlformats.org/officeDocument/2006/relationships/tags" Target="../tags/tag62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641.xml"/><Relationship Id="rId6" Type="http://schemas.openxmlformats.org/officeDocument/2006/relationships/image" Target="../media/image3.png"/><Relationship Id="rId5" Type="http://schemas.openxmlformats.org/officeDocument/2006/relationships/tags" Target="../tags/tag640.xml"/><Relationship Id="rId4" Type="http://schemas.openxmlformats.org/officeDocument/2006/relationships/tags" Target="../tags/tag639.xml"/><Relationship Id="rId3" Type="http://schemas.openxmlformats.org/officeDocument/2006/relationships/tags" Target="../tags/tag638.xml"/><Relationship Id="rId2" Type="http://schemas.openxmlformats.org/officeDocument/2006/relationships/tags" Target="../tags/tag637.xml"/><Relationship Id="rId1" Type="http://schemas.openxmlformats.org/officeDocument/2006/relationships/tags" Target="../tags/tag63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50.xml"/><Relationship Id="rId8" Type="http://schemas.openxmlformats.org/officeDocument/2006/relationships/tags" Target="../tags/tag649.xml"/><Relationship Id="rId7" Type="http://schemas.openxmlformats.org/officeDocument/2006/relationships/tags" Target="../tags/tag648.xml"/><Relationship Id="rId6" Type="http://schemas.openxmlformats.org/officeDocument/2006/relationships/tags" Target="../tags/tag647.xml"/><Relationship Id="rId5" Type="http://schemas.openxmlformats.org/officeDocument/2006/relationships/tags" Target="../tags/tag646.xml"/><Relationship Id="rId4" Type="http://schemas.openxmlformats.org/officeDocument/2006/relationships/tags" Target="../tags/tag645.xml"/><Relationship Id="rId3" Type="http://schemas.openxmlformats.org/officeDocument/2006/relationships/tags" Target="../tags/tag644.xml"/><Relationship Id="rId2" Type="http://schemas.openxmlformats.org/officeDocument/2006/relationships/tags" Target="../tags/tag643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0.xml"/><Relationship Id="rId17" Type="http://schemas.openxmlformats.org/officeDocument/2006/relationships/tags" Target="../tags/tag658.xml"/><Relationship Id="rId16" Type="http://schemas.openxmlformats.org/officeDocument/2006/relationships/tags" Target="../tags/tag657.xml"/><Relationship Id="rId15" Type="http://schemas.openxmlformats.org/officeDocument/2006/relationships/tags" Target="../tags/tag656.xml"/><Relationship Id="rId14" Type="http://schemas.openxmlformats.org/officeDocument/2006/relationships/tags" Target="../tags/tag655.xml"/><Relationship Id="rId13" Type="http://schemas.openxmlformats.org/officeDocument/2006/relationships/tags" Target="../tags/tag654.xml"/><Relationship Id="rId12" Type="http://schemas.openxmlformats.org/officeDocument/2006/relationships/tags" Target="../tags/tag653.xml"/><Relationship Id="rId11" Type="http://schemas.openxmlformats.org/officeDocument/2006/relationships/tags" Target="../tags/tag652.xml"/><Relationship Id="rId10" Type="http://schemas.openxmlformats.org/officeDocument/2006/relationships/tags" Target="../tags/tag651.xml"/><Relationship Id="rId1" Type="http://schemas.openxmlformats.org/officeDocument/2006/relationships/tags" Target="../tags/tag64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67.xml"/><Relationship Id="rId8" Type="http://schemas.openxmlformats.org/officeDocument/2006/relationships/tags" Target="../tags/tag666.xml"/><Relationship Id="rId7" Type="http://schemas.openxmlformats.org/officeDocument/2006/relationships/tags" Target="../tags/tag665.xml"/><Relationship Id="rId6" Type="http://schemas.openxmlformats.org/officeDocument/2006/relationships/tags" Target="../tags/tag664.xml"/><Relationship Id="rId5" Type="http://schemas.openxmlformats.org/officeDocument/2006/relationships/tags" Target="../tags/tag663.xml"/><Relationship Id="rId47" Type="http://schemas.openxmlformats.org/officeDocument/2006/relationships/notesSlide" Target="../notesSlides/notesSlide6.xml"/><Relationship Id="rId46" Type="http://schemas.openxmlformats.org/officeDocument/2006/relationships/slideLayout" Target="../slideLayouts/slideLayout10.xml"/><Relationship Id="rId45" Type="http://schemas.openxmlformats.org/officeDocument/2006/relationships/tags" Target="../tags/tag703.xml"/><Relationship Id="rId44" Type="http://schemas.openxmlformats.org/officeDocument/2006/relationships/tags" Target="../tags/tag702.xml"/><Relationship Id="rId43" Type="http://schemas.openxmlformats.org/officeDocument/2006/relationships/tags" Target="../tags/tag701.xml"/><Relationship Id="rId42" Type="http://schemas.openxmlformats.org/officeDocument/2006/relationships/tags" Target="../tags/tag700.xml"/><Relationship Id="rId41" Type="http://schemas.openxmlformats.org/officeDocument/2006/relationships/tags" Target="../tags/tag699.xml"/><Relationship Id="rId40" Type="http://schemas.openxmlformats.org/officeDocument/2006/relationships/tags" Target="../tags/tag698.xml"/><Relationship Id="rId4" Type="http://schemas.openxmlformats.org/officeDocument/2006/relationships/tags" Target="../tags/tag662.xml"/><Relationship Id="rId39" Type="http://schemas.openxmlformats.org/officeDocument/2006/relationships/tags" Target="../tags/tag697.xml"/><Relationship Id="rId38" Type="http://schemas.openxmlformats.org/officeDocument/2006/relationships/tags" Target="../tags/tag696.xml"/><Relationship Id="rId37" Type="http://schemas.openxmlformats.org/officeDocument/2006/relationships/tags" Target="../tags/tag695.xml"/><Relationship Id="rId36" Type="http://schemas.openxmlformats.org/officeDocument/2006/relationships/tags" Target="../tags/tag694.xml"/><Relationship Id="rId35" Type="http://schemas.openxmlformats.org/officeDocument/2006/relationships/tags" Target="../tags/tag693.xml"/><Relationship Id="rId34" Type="http://schemas.openxmlformats.org/officeDocument/2006/relationships/tags" Target="../tags/tag692.xml"/><Relationship Id="rId33" Type="http://schemas.openxmlformats.org/officeDocument/2006/relationships/tags" Target="../tags/tag691.xml"/><Relationship Id="rId32" Type="http://schemas.openxmlformats.org/officeDocument/2006/relationships/tags" Target="../tags/tag690.xml"/><Relationship Id="rId31" Type="http://schemas.openxmlformats.org/officeDocument/2006/relationships/tags" Target="../tags/tag689.xml"/><Relationship Id="rId30" Type="http://schemas.openxmlformats.org/officeDocument/2006/relationships/tags" Target="../tags/tag688.xml"/><Relationship Id="rId3" Type="http://schemas.openxmlformats.org/officeDocument/2006/relationships/tags" Target="../tags/tag661.xml"/><Relationship Id="rId29" Type="http://schemas.openxmlformats.org/officeDocument/2006/relationships/tags" Target="../tags/tag687.xml"/><Relationship Id="rId28" Type="http://schemas.openxmlformats.org/officeDocument/2006/relationships/tags" Target="../tags/tag686.xml"/><Relationship Id="rId27" Type="http://schemas.openxmlformats.org/officeDocument/2006/relationships/tags" Target="../tags/tag685.xml"/><Relationship Id="rId26" Type="http://schemas.openxmlformats.org/officeDocument/2006/relationships/tags" Target="../tags/tag684.xml"/><Relationship Id="rId25" Type="http://schemas.openxmlformats.org/officeDocument/2006/relationships/tags" Target="../tags/tag683.xml"/><Relationship Id="rId24" Type="http://schemas.openxmlformats.org/officeDocument/2006/relationships/tags" Target="../tags/tag682.xml"/><Relationship Id="rId23" Type="http://schemas.openxmlformats.org/officeDocument/2006/relationships/tags" Target="../tags/tag681.xml"/><Relationship Id="rId22" Type="http://schemas.openxmlformats.org/officeDocument/2006/relationships/tags" Target="../tags/tag680.xml"/><Relationship Id="rId21" Type="http://schemas.openxmlformats.org/officeDocument/2006/relationships/tags" Target="../tags/tag679.xml"/><Relationship Id="rId20" Type="http://schemas.openxmlformats.org/officeDocument/2006/relationships/tags" Target="../tags/tag678.xml"/><Relationship Id="rId2" Type="http://schemas.openxmlformats.org/officeDocument/2006/relationships/tags" Target="../tags/tag660.xml"/><Relationship Id="rId19" Type="http://schemas.openxmlformats.org/officeDocument/2006/relationships/tags" Target="../tags/tag677.xml"/><Relationship Id="rId18" Type="http://schemas.openxmlformats.org/officeDocument/2006/relationships/tags" Target="../tags/tag676.xml"/><Relationship Id="rId17" Type="http://schemas.openxmlformats.org/officeDocument/2006/relationships/tags" Target="../tags/tag675.xml"/><Relationship Id="rId16" Type="http://schemas.openxmlformats.org/officeDocument/2006/relationships/tags" Target="../tags/tag674.xml"/><Relationship Id="rId15" Type="http://schemas.openxmlformats.org/officeDocument/2006/relationships/tags" Target="../tags/tag673.xml"/><Relationship Id="rId14" Type="http://schemas.openxmlformats.org/officeDocument/2006/relationships/tags" Target="../tags/tag672.xml"/><Relationship Id="rId13" Type="http://schemas.openxmlformats.org/officeDocument/2006/relationships/tags" Target="../tags/tag671.xml"/><Relationship Id="rId12" Type="http://schemas.openxmlformats.org/officeDocument/2006/relationships/tags" Target="../tags/tag670.xml"/><Relationship Id="rId11" Type="http://schemas.openxmlformats.org/officeDocument/2006/relationships/tags" Target="../tags/tag669.xml"/><Relationship Id="rId10" Type="http://schemas.openxmlformats.org/officeDocument/2006/relationships/tags" Target="../tags/tag668.xml"/><Relationship Id="rId1" Type="http://schemas.openxmlformats.org/officeDocument/2006/relationships/tags" Target="../tags/tag65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2.xml"/><Relationship Id="rId8" Type="http://schemas.openxmlformats.org/officeDocument/2006/relationships/tags" Target="../tags/tag711.xml"/><Relationship Id="rId7" Type="http://schemas.openxmlformats.org/officeDocument/2006/relationships/tags" Target="../tags/tag710.xml"/><Relationship Id="rId6" Type="http://schemas.openxmlformats.org/officeDocument/2006/relationships/tags" Target="../tags/tag709.xml"/><Relationship Id="rId5" Type="http://schemas.openxmlformats.org/officeDocument/2006/relationships/tags" Target="../tags/tag708.xml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" Type="http://schemas.openxmlformats.org/officeDocument/2006/relationships/tags" Target="../tags/tag705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15.xml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1" Type="http://schemas.openxmlformats.org/officeDocument/2006/relationships/tags" Target="../tags/tag714.xml"/><Relationship Id="rId10" Type="http://schemas.openxmlformats.org/officeDocument/2006/relationships/tags" Target="../tags/tag713.xml"/><Relationship Id="rId1" Type="http://schemas.openxmlformats.org/officeDocument/2006/relationships/tags" Target="../tags/tag7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4.xml"/><Relationship Id="rId8" Type="http://schemas.openxmlformats.org/officeDocument/2006/relationships/tags" Target="../tags/tag723.xml"/><Relationship Id="rId7" Type="http://schemas.openxmlformats.org/officeDocument/2006/relationships/tags" Target="../tags/tag722.xml"/><Relationship Id="rId6" Type="http://schemas.openxmlformats.org/officeDocument/2006/relationships/tags" Target="../tags/tag721.xml"/><Relationship Id="rId5" Type="http://schemas.openxmlformats.org/officeDocument/2006/relationships/tags" Target="../tags/tag720.xml"/><Relationship Id="rId4" Type="http://schemas.openxmlformats.org/officeDocument/2006/relationships/tags" Target="../tags/tag719.xml"/><Relationship Id="rId3" Type="http://schemas.openxmlformats.org/officeDocument/2006/relationships/tags" Target="../tags/tag718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717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733.xml"/><Relationship Id="rId17" Type="http://schemas.openxmlformats.org/officeDocument/2006/relationships/tags" Target="../tags/tag732.xml"/><Relationship Id="rId16" Type="http://schemas.openxmlformats.org/officeDocument/2006/relationships/tags" Target="../tags/tag731.xml"/><Relationship Id="rId15" Type="http://schemas.openxmlformats.org/officeDocument/2006/relationships/tags" Target="../tags/tag730.xml"/><Relationship Id="rId14" Type="http://schemas.openxmlformats.org/officeDocument/2006/relationships/tags" Target="../tags/tag729.xml"/><Relationship Id="rId13" Type="http://schemas.openxmlformats.org/officeDocument/2006/relationships/tags" Target="../tags/tag728.xml"/><Relationship Id="rId12" Type="http://schemas.openxmlformats.org/officeDocument/2006/relationships/tags" Target="../tags/tag727.xml"/><Relationship Id="rId11" Type="http://schemas.openxmlformats.org/officeDocument/2006/relationships/tags" Target="../tags/tag726.xml"/><Relationship Id="rId10" Type="http://schemas.openxmlformats.org/officeDocument/2006/relationships/tags" Target="../tags/tag725.xml"/><Relationship Id="rId1" Type="http://schemas.openxmlformats.org/officeDocument/2006/relationships/tags" Target="../tags/tag7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2.xml"/><Relationship Id="rId8" Type="http://schemas.openxmlformats.org/officeDocument/2006/relationships/tags" Target="../tags/tag741.xml"/><Relationship Id="rId7" Type="http://schemas.openxmlformats.org/officeDocument/2006/relationships/tags" Target="../tags/tag740.xml"/><Relationship Id="rId6" Type="http://schemas.openxmlformats.org/officeDocument/2006/relationships/tags" Target="../tags/tag739.xml"/><Relationship Id="rId5" Type="http://schemas.openxmlformats.org/officeDocument/2006/relationships/tags" Target="../tags/tag738.xml"/><Relationship Id="rId4" Type="http://schemas.openxmlformats.org/officeDocument/2006/relationships/tags" Target="../tags/tag737.xml"/><Relationship Id="rId3" Type="http://schemas.openxmlformats.org/officeDocument/2006/relationships/tags" Target="../tags/tag736.xml"/><Relationship Id="rId2" Type="http://schemas.openxmlformats.org/officeDocument/2006/relationships/tags" Target="../tags/tag735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47.xml"/><Relationship Id="rId13" Type="http://schemas.openxmlformats.org/officeDocument/2006/relationships/tags" Target="../tags/tag746.xml"/><Relationship Id="rId12" Type="http://schemas.openxmlformats.org/officeDocument/2006/relationships/tags" Target="../tags/tag745.xml"/><Relationship Id="rId11" Type="http://schemas.openxmlformats.org/officeDocument/2006/relationships/tags" Target="../tags/tag744.xml"/><Relationship Id="rId10" Type="http://schemas.openxmlformats.org/officeDocument/2006/relationships/tags" Target="../tags/tag743.xml"/><Relationship Id="rId1" Type="http://schemas.openxmlformats.org/officeDocument/2006/relationships/tags" Target="../tags/tag73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750.xml"/><Relationship Id="rId3" Type="http://schemas.openxmlformats.org/officeDocument/2006/relationships/image" Target="../media/image6.png"/><Relationship Id="rId2" Type="http://schemas.openxmlformats.org/officeDocument/2006/relationships/tags" Target="../tags/tag749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74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0.xml"/><Relationship Id="rId8" Type="http://schemas.openxmlformats.org/officeDocument/2006/relationships/tags" Target="../tags/tag759.xml"/><Relationship Id="rId7" Type="http://schemas.openxmlformats.org/officeDocument/2006/relationships/tags" Target="../tags/tag758.xml"/><Relationship Id="rId6" Type="http://schemas.openxmlformats.org/officeDocument/2006/relationships/tags" Target="../tags/tag757.xml"/><Relationship Id="rId52" Type="http://schemas.openxmlformats.org/officeDocument/2006/relationships/notesSlide" Target="../notesSlides/notesSlide10.xml"/><Relationship Id="rId51" Type="http://schemas.openxmlformats.org/officeDocument/2006/relationships/slideLayout" Target="../slideLayouts/slideLayout10.xml"/><Relationship Id="rId50" Type="http://schemas.openxmlformats.org/officeDocument/2006/relationships/tags" Target="../tags/tag801.xml"/><Relationship Id="rId5" Type="http://schemas.openxmlformats.org/officeDocument/2006/relationships/tags" Target="../tags/tag756.xml"/><Relationship Id="rId49" Type="http://schemas.openxmlformats.org/officeDocument/2006/relationships/tags" Target="../tags/tag800.xml"/><Relationship Id="rId48" Type="http://schemas.openxmlformats.org/officeDocument/2006/relationships/tags" Target="../tags/tag799.xml"/><Relationship Id="rId47" Type="http://schemas.openxmlformats.org/officeDocument/2006/relationships/tags" Target="../tags/tag798.xml"/><Relationship Id="rId46" Type="http://schemas.openxmlformats.org/officeDocument/2006/relationships/tags" Target="../tags/tag797.xml"/><Relationship Id="rId45" Type="http://schemas.openxmlformats.org/officeDocument/2006/relationships/tags" Target="../tags/tag796.xml"/><Relationship Id="rId44" Type="http://schemas.openxmlformats.org/officeDocument/2006/relationships/tags" Target="../tags/tag795.xml"/><Relationship Id="rId43" Type="http://schemas.openxmlformats.org/officeDocument/2006/relationships/tags" Target="../tags/tag794.xml"/><Relationship Id="rId42" Type="http://schemas.openxmlformats.org/officeDocument/2006/relationships/tags" Target="../tags/tag793.xml"/><Relationship Id="rId41" Type="http://schemas.openxmlformats.org/officeDocument/2006/relationships/tags" Target="../tags/tag792.xml"/><Relationship Id="rId40" Type="http://schemas.openxmlformats.org/officeDocument/2006/relationships/tags" Target="../tags/tag791.xml"/><Relationship Id="rId4" Type="http://schemas.openxmlformats.org/officeDocument/2006/relationships/tags" Target="../tags/tag755.xml"/><Relationship Id="rId39" Type="http://schemas.openxmlformats.org/officeDocument/2006/relationships/tags" Target="../tags/tag790.xml"/><Relationship Id="rId38" Type="http://schemas.openxmlformats.org/officeDocument/2006/relationships/tags" Target="../tags/tag789.xml"/><Relationship Id="rId37" Type="http://schemas.openxmlformats.org/officeDocument/2006/relationships/tags" Target="../tags/tag788.xml"/><Relationship Id="rId36" Type="http://schemas.openxmlformats.org/officeDocument/2006/relationships/tags" Target="../tags/tag787.xml"/><Relationship Id="rId35" Type="http://schemas.openxmlformats.org/officeDocument/2006/relationships/tags" Target="../tags/tag786.xml"/><Relationship Id="rId34" Type="http://schemas.openxmlformats.org/officeDocument/2006/relationships/tags" Target="../tags/tag785.xml"/><Relationship Id="rId33" Type="http://schemas.openxmlformats.org/officeDocument/2006/relationships/tags" Target="../tags/tag784.xml"/><Relationship Id="rId32" Type="http://schemas.openxmlformats.org/officeDocument/2006/relationships/tags" Target="../tags/tag783.xml"/><Relationship Id="rId31" Type="http://schemas.openxmlformats.org/officeDocument/2006/relationships/tags" Target="../tags/tag782.xml"/><Relationship Id="rId30" Type="http://schemas.openxmlformats.org/officeDocument/2006/relationships/tags" Target="../tags/tag781.xml"/><Relationship Id="rId3" Type="http://schemas.openxmlformats.org/officeDocument/2006/relationships/tags" Target="../tags/tag754.xml"/><Relationship Id="rId29" Type="http://schemas.openxmlformats.org/officeDocument/2006/relationships/tags" Target="../tags/tag780.xml"/><Relationship Id="rId28" Type="http://schemas.openxmlformats.org/officeDocument/2006/relationships/tags" Target="../tags/tag779.xml"/><Relationship Id="rId27" Type="http://schemas.openxmlformats.org/officeDocument/2006/relationships/tags" Target="../tags/tag778.xml"/><Relationship Id="rId26" Type="http://schemas.openxmlformats.org/officeDocument/2006/relationships/tags" Target="../tags/tag777.xml"/><Relationship Id="rId25" Type="http://schemas.openxmlformats.org/officeDocument/2006/relationships/tags" Target="../tags/tag776.xml"/><Relationship Id="rId24" Type="http://schemas.openxmlformats.org/officeDocument/2006/relationships/tags" Target="../tags/tag775.xml"/><Relationship Id="rId23" Type="http://schemas.openxmlformats.org/officeDocument/2006/relationships/tags" Target="../tags/tag774.xml"/><Relationship Id="rId22" Type="http://schemas.openxmlformats.org/officeDocument/2006/relationships/tags" Target="../tags/tag773.xml"/><Relationship Id="rId21" Type="http://schemas.openxmlformats.org/officeDocument/2006/relationships/tags" Target="../tags/tag772.xml"/><Relationship Id="rId20" Type="http://schemas.openxmlformats.org/officeDocument/2006/relationships/tags" Target="../tags/tag771.xml"/><Relationship Id="rId2" Type="http://schemas.openxmlformats.org/officeDocument/2006/relationships/tags" Target="../tags/tag753.xml"/><Relationship Id="rId19" Type="http://schemas.openxmlformats.org/officeDocument/2006/relationships/tags" Target="../tags/tag770.xml"/><Relationship Id="rId18" Type="http://schemas.openxmlformats.org/officeDocument/2006/relationships/tags" Target="../tags/tag769.xml"/><Relationship Id="rId17" Type="http://schemas.openxmlformats.org/officeDocument/2006/relationships/tags" Target="../tags/tag768.xml"/><Relationship Id="rId16" Type="http://schemas.openxmlformats.org/officeDocument/2006/relationships/tags" Target="../tags/tag767.xml"/><Relationship Id="rId15" Type="http://schemas.openxmlformats.org/officeDocument/2006/relationships/tags" Target="../tags/tag766.xml"/><Relationship Id="rId14" Type="http://schemas.openxmlformats.org/officeDocument/2006/relationships/tags" Target="../tags/tag765.xml"/><Relationship Id="rId13" Type="http://schemas.openxmlformats.org/officeDocument/2006/relationships/tags" Target="../tags/tag764.xml"/><Relationship Id="rId12" Type="http://schemas.openxmlformats.org/officeDocument/2006/relationships/tags" Target="../tags/tag763.xml"/><Relationship Id="rId11" Type="http://schemas.openxmlformats.org/officeDocument/2006/relationships/tags" Target="../tags/tag762.xml"/><Relationship Id="rId10" Type="http://schemas.openxmlformats.org/officeDocument/2006/relationships/tags" Target="../tags/tag761.xml"/><Relationship Id="rId1" Type="http://schemas.openxmlformats.org/officeDocument/2006/relationships/tags" Target="../tags/tag75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803.xml"/><Relationship Id="rId1" Type="http://schemas.openxmlformats.org/officeDocument/2006/relationships/tags" Target="../tags/tag8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Node.js简介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30020" y="4902835"/>
            <a:ext cx="9675495" cy="906780"/>
            <a:chOff x="2252" y="7721"/>
            <a:chExt cx="15237" cy="142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25" y="7721"/>
              <a:ext cx="14164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JavaScript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脚本语言为网页添加各式各样的动态功能，提供更流畅美观的浏览效果。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 8"/>
            <p:cNvSpPr/>
            <p:nvPr>
              <p:custDataLst>
                <p:tags r:id="rId4"/>
              </p:custDataLst>
            </p:nvPr>
          </p:nvSpPr>
          <p:spPr bwMode="auto">
            <a:xfrm>
              <a:off x="2252" y="7953"/>
              <a:ext cx="791" cy="87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4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Freeform 1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448" y="8099"/>
              <a:ext cx="405" cy="530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>
            <p:custDataLst>
              <p:tags r:id="rId6"/>
            </p:custDataLst>
          </p:nvPr>
        </p:nvSpPr>
        <p:spPr>
          <a:xfrm>
            <a:off x="3712345" y="3843399"/>
            <a:ext cx="171769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endParaRPr lang="zh-CN" altLang="en-US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iconfont-11432-4397522"/>
          <p:cNvSpPr/>
          <p:nvPr>
            <p:custDataLst>
              <p:tags r:id="rId7"/>
            </p:custDataLst>
          </p:nvPr>
        </p:nvSpPr>
        <p:spPr>
          <a:xfrm>
            <a:off x="1326012" y="2777541"/>
            <a:ext cx="522118" cy="609685"/>
          </a:xfrm>
          <a:custGeom>
            <a:avLst/>
            <a:gdLst>
              <a:gd name="T0" fmla="*/ 6721 w 9600"/>
              <a:gd name="T1" fmla="*/ 6142 h 11211"/>
              <a:gd name="T2" fmla="*/ 8175 w 9600"/>
              <a:gd name="T3" fmla="*/ 3370 h 11211"/>
              <a:gd name="T4" fmla="*/ 4800 w 9600"/>
              <a:gd name="T5" fmla="*/ 0 h 11211"/>
              <a:gd name="T6" fmla="*/ 1425 w 9600"/>
              <a:gd name="T7" fmla="*/ 3370 h 11211"/>
              <a:gd name="T8" fmla="*/ 2879 w 9600"/>
              <a:gd name="T9" fmla="*/ 6142 h 11211"/>
              <a:gd name="T10" fmla="*/ 0 w 9600"/>
              <a:gd name="T11" fmla="*/ 10536 h 11211"/>
              <a:gd name="T12" fmla="*/ 3 w 9600"/>
              <a:gd name="T13" fmla="*/ 10692 h 11211"/>
              <a:gd name="T14" fmla="*/ 5 w 9600"/>
              <a:gd name="T15" fmla="*/ 10745 h 11211"/>
              <a:gd name="T16" fmla="*/ 526 w 9600"/>
              <a:gd name="T17" fmla="*/ 11199 h 11211"/>
              <a:gd name="T18" fmla="*/ 1004 w 9600"/>
              <a:gd name="T19" fmla="*/ 10700 h 11211"/>
              <a:gd name="T20" fmla="*/ 1004 w 9600"/>
              <a:gd name="T21" fmla="*/ 10694 h 11211"/>
              <a:gd name="T22" fmla="*/ 1003 w 9600"/>
              <a:gd name="T23" fmla="*/ 10667 h 11211"/>
              <a:gd name="T24" fmla="*/ 1000 w 9600"/>
              <a:gd name="T25" fmla="*/ 10536 h 11211"/>
              <a:gd name="T26" fmla="*/ 4800 w 9600"/>
              <a:gd name="T27" fmla="*/ 6741 h 11211"/>
              <a:gd name="T28" fmla="*/ 8600 w 9600"/>
              <a:gd name="T29" fmla="*/ 10536 h 11211"/>
              <a:gd name="T30" fmla="*/ 8598 w 9600"/>
              <a:gd name="T31" fmla="*/ 10664 h 11211"/>
              <a:gd name="T32" fmla="*/ 8596 w 9600"/>
              <a:gd name="T33" fmla="*/ 10699 h 11211"/>
              <a:gd name="T34" fmla="*/ 9076 w 9600"/>
              <a:gd name="T35" fmla="*/ 11198 h 11211"/>
              <a:gd name="T36" fmla="*/ 9596 w 9600"/>
              <a:gd name="T37" fmla="*/ 10741 h 11211"/>
              <a:gd name="T38" fmla="*/ 9597 w 9600"/>
              <a:gd name="T39" fmla="*/ 10693 h 11211"/>
              <a:gd name="T40" fmla="*/ 9600 w 9600"/>
              <a:gd name="T41" fmla="*/ 10536 h 11211"/>
              <a:gd name="T42" fmla="*/ 6721 w 9600"/>
              <a:gd name="T43" fmla="*/ 6142 h 11211"/>
              <a:gd name="T44" fmla="*/ 2425 w 9600"/>
              <a:gd name="T45" fmla="*/ 3370 h 11211"/>
              <a:gd name="T46" fmla="*/ 4800 w 9600"/>
              <a:gd name="T47" fmla="*/ 998 h 11211"/>
              <a:gd name="T48" fmla="*/ 7175 w 9600"/>
              <a:gd name="T49" fmla="*/ 3370 h 11211"/>
              <a:gd name="T50" fmla="*/ 4800 w 9600"/>
              <a:gd name="T51" fmla="*/ 5743 h 11211"/>
              <a:gd name="T52" fmla="*/ 2425 w 9600"/>
              <a:gd name="T53" fmla="*/ 3370 h 1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600" h="11211">
                <a:moveTo>
                  <a:pt x="6721" y="6142"/>
                </a:moveTo>
                <a:cubicBezTo>
                  <a:pt x="7600" y="5533"/>
                  <a:pt x="8175" y="4519"/>
                  <a:pt x="8175" y="3370"/>
                </a:cubicBezTo>
                <a:cubicBezTo>
                  <a:pt x="8175" y="1509"/>
                  <a:pt x="6664" y="0"/>
                  <a:pt x="4800" y="0"/>
                </a:cubicBezTo>
                <a:cubicBezTo>
                  <a:pt x="2936" y="0"/>
                  <a:pt x="1425" y="1509"/>
                  <a:pt x="1425" y="3370"/>
                </a:cubicBezTo>
                <a:cubicBezTo>
                  <a:pt x="1425" y="4519"/>
                  <a:pt x="2000" y="5533"/>
                  <a:pt x="2879" y="6142"/>
                </a:cubicBezTo>
                <a:cubicBezTo>
                  <a:pt x="1184" y="6882"/>
                  <a:pt x="0" y="8571"/>
                  <a:pt x="0" y="10536"/>
                </a:cubicBezTo>
                <a:cubicBezTo>
                  <a:pt x="0" y="10589"/>
                  <a:pt x="1" y="10641"/>
                  <a:pt x="3" y="10692"/>
                </a:cubicBezTo>
                <a:cubicBezTo>
                  <a:pt x="3" y="10710"/>
                  <a:pt x="4" y="10728"/>
                  <a:pt x="5" y="10745"/>
                </a:cubicBezTo>
                <a:cubicBezTo>
                  <a:pt x="29" y="11011"/>
                  <a:pt x="259" y="11211"/>
                  <a:pt x="526" y="11199"/>
                </a:cubicBezTo>
                <a:cubicBezTo>
                  <a:pt x="793" y="11187"/>
                  <a:pt x="1003" y="10967"/>
                  <a:pt x="1004" y="10700"/>
                </a:cubicBezTo>
                <a:lnTo>
                  <a:pt x="1004" y="10694"/>
                </a:lnTo>
                <a:cubicBezTo>
                  <a:pt x="1004" y="10685"/>
                  <a:pt x="1003" y="10676"/>
                  <a:pt x="1003" y="10667"/>
                </a:cubicBezTo>
                <a:cubicBezTo>
                  <a:pt x="1001" y="10624"/>
                  <a:pt x="1000" y="10580"/>
                  <a:pt x="1000" y="10536"/>
                </a:cubicBezTo>
                <a:cubicBezTo>
                  <a:pt x="1000" y="8440"/>
                  <a:pt x="2702" y="6741"/>
                  <a:pt x="4800" y="6741"/>
                </a:cubicBezTo>
                <a:cubicBezTo>
                  <a:pt x="6899" y="6741"/>
                  <a:pt x="8600" y="8440"/>
                  <a:pt x="8600" y="10536"/>
                </a:cubicBezTo>
                <a:cubicBezTo>
                  <a:pt x="8600" y="10579"/>
                  <a:pt x="8599" y="10622"/>
                  <a:pt x="8598" y="10664"/>
                </a:cubicBezTo>
                <a:cubicBezTo>
                  <a:pt x="8598" y="10676"/>
                  <a:pt x="8597" y="10687"/>
                  <a:pt x="8596" y="10699"/>
                </a:cubicBezTo>
                <a:cubicBezTo>
                  <a:pt x="8597" y="10967"/>
                  <a:pt x="8808" y="11187"/>
                  <a:pt x="9076" y="11198"/>
                </a:cubicBezTo>
                <a:cubicBezTo>
                  <a:pt x="9343" y="11210"/>
                  <a:pt x="9572" y="11008"/>
                  <a:pt x="9596" y="10741"/>
                </a:cubicBezTo>
                <a:cubicBezTo>
                  <a:pt x="9596" y="10725"/>
                  <a:pt x="9597" y="10709"/>
                  <a:pt x="9597" y="10693"/>
                </a:cubicBezTo>
                <a:cubicBezTo>
                  <a:pt x="9599" y="10641"/>
                  <a:pt x="9600" y="10589"/>
                  <a:pt x="9600" y="10536"/>
                </a:cubicBezTo>
                <a:cubicBezTo>
                  <a:pt x="9600" y="8571"/>
                  <a:pt x="8416" y="6882"/>
                  <a:pt x="6721" y="6142"/>
                </a:cubicBezTo>
                <a:close/>
                <a:moveTo>
                  <a:pt x="2425" y="3370"/>
                </a:moveTo>
                <a:cubicBezTo>
                  <a:pt x="2425" y="2060"/>
                  <a:pt x="3488" y="998"/>
                  <a:pt x="4800" y="998"/>
                </a:cubicBezTo>
                <a:cubicBezTo>
                  <a:pt x="6112" y="998"/>
                  <a:pt x="7175" y="2061"/>
                  <a:pt x="7175" y="3370"/>
                </a:cubicBezTo>
                <a:cubicBezTo>
                  <a:pt x="7175" y="4680"/>
                  <a:pt x="6112" y="5743"/>
                  <a:pt x="4800" y="5743"/>
                </a:cubicBezTo>
                <a:cubicBezTo>
                  <a:pt x="3488" y="5743"/>
                  <a:pt x="2425" y="4680"/>
                  <a:pt x="2425" y="33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iconfont-11432-4397522"/>
          <p:cNvSpPr/>
          <p:nvPr>
            <p:custDataLst>
              <p:tags r:id="rId8"/>
            </p:custDataLst>
          </p:nvPr>
        </p:nvSpPr>
        <p:spPr>
          <a:xfrm>
            <a:off x="1326012" y="1922069"/>
            <a:ext cx="522118" cy="609685"/>
          </a:xfrm>
          <a:custGeom>
            <a:avLst/>
            <a:gdLst>
              <a:gd name="T0" fmla="*/ 6721 w 9600"/>
              <a:gd name="T1" fmla="*/ 6142 h 11211"/>
              <a:gd name="T2" fmla="*/ 8175 w 9600"/>
              <a:gd name="T3" fmla="*/ 3370 h 11211"/>
              <a:gd name="T4" fmla="*/ 4800 w 9600"/>
              <a:gd name="T5" fmla="*/ 0 h 11211"/>
              <a:gd name="T6" fmla="*/ 1425 w 9600"/>
              <a:gd name="T7" fmla="*/ 3370 h 11211"/>
              <a:gd name="T8" fmla="*/ 2879 w 9600"/>
              <a:gd name="T9" fmla="*/ 6142 h 11211"/>
              <a:gd name="T10" fmla="*/ 0 w 9600"/>
              <a:gd name="T11" fmla="*/ 10536 h 11211"/>
              <a:gd name="T12" fmla="*/ 3 w 9600"/>
              <a:gd name="T13" fmla="*/ 10692 h 11211"/>
              <a:gd name="T14" fmla="*/ 5 w 9600"/>
              <a:gd name="T15" fmla="*/ 10745 h 11211"/>
              <a:gd name="T16" fmla="*/ 526 w 9600"/>
              <a:gd name="T17" fmla="*/ 11199 h 11211"/>
              <a:gd name="T18" fmla="*/ 1004 w 9600"/>
              <a:gd name="T19" fmla="*/ 10700 h 11211"/>
              <a:gd name="T20" fmla="*/ 1004 w 9600"/>
              <a:gd name="T21" fmla="*/ 10694 h 11211"/>
              <a:gd name="T22" fmla="*/ 1003 w 9600"/>
              <a:gd name="T23" fmla="*/ 10667 h 11211"/>
              <a:gd name="T24" fmla="*/ 1000 w 9600"/>
              <a:gd name="T25" fmla="*/ 10536 h 11211"/>
              <a:gd name="T26" fmla="*/ 4800 w 9600"/>
              <a:gd name="T27" fmla="*/ 6741 h 11211"/>
              <a:gd name="T28" fmla="*/ 8600 w 9600"/>
              <a:gd name="T29" fmla="*/ 10536 h 11211"/>
              <a:gd name="T30" fmla="*/ 8598 w 9600"/>
              <a:gd name="T31" fmla="*/ 10664 h 11211"/>
              <a:gd name="T32" fmla="*/ 8596 w 9600"/>
              <a:gd name="T33" fmla="*/ 10699 h 11211"/>
              <a:gd name="T34" fmla="*/ 9076 w 9600"/>
              <a:gd name="T35" fmla="*/ 11198 h 11211"/>
              <a:gd name="T36" fmla="*/ 9596 w 9600"/>
              <a:gd name="T37" fmla="*/ 10741 h 11211"/>
              <a:gd name="T38" fmla="*/ 9597 w 9600"/>
              <a:gd name="T39" fmla="*/ 10693 h 11211"/>
              <a:gd name="T40" fmla="*/ 9600 w 9600"/>
              <a:gd name="T41" fmla="*/ 10536 h 11211"/>
              <a:gd name="T42" fmla="*/ 6721 w 9600"/>
              <a:gd name="T43" fmla="*/ 6142 h 11211"/>
              <a:gd name="T44" fmla="*/ 2425 w 9600"/>
              <a:gd name="T45" fmla="*/ 3370 h 11211"/>
              <a:gd name="T46" fmla="*/ 4800 w 9600"/>
              <a:gd name="T47" fmla="*/ 998 h 11211"/>
              <a:gd name="T48" fmla="*/ 7175 w 9600"/>
              <a:gd name="T49" fmla="*/ 3370 h 11211"/>
              <a:gd name="T50" fmla="*/ 4800 w 9600"/>
              <a:gd name="T51" fmla="*/ 5743 h 11211"/>
              <a:gd name="T52" fmla="*/ 2425 w 9600"/>
              <a:gd name="T53" fmla="*/ 3370 h 1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600" h="11211">
                <a:moveTo>
                  <a:pt x="6721" y="6142"/>
                </a:moveTo>
                <a:cubicBezTo>
                  <a:pt x="7600" y="5533"/>
                  <a:pt x="8175" y="4519"/>
                  <a:pt x="8175" y="3370"/>
                </a:cubicBezTo>
                <a:cubicBezTo>
                  <a:pt x="8175" y="1509"/>
                  <a:pt x="6664" y="0"/>
                  <a:pt x="4800" y="0"/>
                </a:cubicBezTo>
                <a:cubicBezTo>
                  <a:pt x="2936" y="0"/>
                  <a:pt x="1425" y="1509"/>
                  <a:pt x="1425" y="3370"/>
                </a:cubicBezTo>
                <a:cubicBezTo>
                  <a:pt x="1425" y="4519"/>
                  <a:pt x="2000" y="5533"/>
                  <a:pt x="2879" y="6142"/>
                </a:cubicBezTo>
                <a:cubicBezTo>
                  <a:pt x="1184" y="6882"/>
                  <a:pt x="0" y="8571"/>
                  <a:pt x="0" y="10536"/>
                </a:cubicBezTo>
                <a:cubicBezTo>
                  <a:pt x="0" y="10589"/>
                  <a:pt x="1" y="10641"/>
                  <a:pt x="3" y="10692"/>
                </a:cubicBezTo>
                <a:cubicBezTo>
                  <a:pt x="3" y="10710"/>
                  <a:pt x="4" y="10728"/>
                  <a:pt x="5" y="10745"/>
                </a:cubicBezTo>
                <a:cubicBezTo>
                  <a:pt x="29" y="11011"/>
                  <a:pt x="259" y="11211"/>
                  <a:pt x="526" y="11199"/>
                </a:cubicBezTo>
                <a:cubicBezTo>
                  <a:pt x="793" y="11187"/>
                  <a:pt x="1003" y="10967"/>
                  <a:pt x="1004" y="10700"/>
                </a:cubicBezTo>
                <a:lnTo>
                  <a:pt x="1004" y="10694"/>
                </a:lnTo>
                <a:cubicBezTo>
                  <a:pt x="1004" y="10685"/>
                  <a:pt x="1003" y="10676"/>
                  <a:pt x="1003" y="10667"/>
                </a:cubicBezTo>
                <a:cubicBezTo>
                  <a:pt x="1001" y="10624"/>
                  <a:pt x="1000" y="10580"/>
                  <a:pt x="1000" y="10536"/>
                </a:cubicBezTo>
                <a:cubicBezTo>
                  <a:pt x="1000" y="8440"/>
                  <a:pt x="2702" y="6741"/>
                  <a:pt x="4800" y="6741"/>
                </a:cubicBezTo>
                <a:cubicBezTo>
                  <a:pt x="6899" y="6741"/>
                  <a:pt x="8600" y="8440"/>
                  <a:pt x="8600" y="10536"/>
                </a:cubicBezTo>
                <a:cubicBezTo>
                  <a:pt x="8600" y="10579"/>
                  <a:pt x="8599" y="10622"/>
                  <a:pt x="8598" y="10664"/>
                </a:cubicBezTo>
                <a:cubicBezTo>
                  <a:pt x="8598" y="10676"/>
                  <a:pt x="8597" y="10687"/>
                  <a:pt x="8596" y="10699"/>
                </a:cubicBezTo>
                <a:cubicBezTo>
                  <a:pt x="8597" y="10967"/>
                  <a:pt x="8808" y="11187"/>
                  <a:pt x="9076" y="11198"/>
                </a:cubicBezTo>
                <a:cubicBezTo>
                  <a:pt x="9343" y="11210"/>
                  <a:pt x="9572" y="11008"/>
                  <a:pt x="9596" y="10741"/>
                </a:cubicBezTo>
                <a:cubicBezTo>
                  <a:pt x="9596" y="10725"/>
                  <a:pt x="9597" y="10709"/>
                  <a:pt x="9597" y="10693"/>
                </a:cubicBezTo>
                <a:cubicBezTo>
                  <a:pt x="9599" y="10641"/>
                  <a:pt x="9600" y="10589"/>
                  <a:pt x="9600" y="10536"/>
                </a:cubicBezTo>
                <a:cubicBezTo>
                  <a:pt x="9600" y="8571"/>
                  <a:pt x="8416" y="6882"/>
                  <a:pt x="6721" y="6142"/>
                </a:cubicBezTo>
                <a:close/>
                <a:moveTo>
                  <a:pt x="2425" y="3370"/>
                </a:moveTo>
                <a:cubicBezTo>
                  <a:pt x="2425" y="2060"/>
                  <a:pt x="3488" y="998"/>
                  <a:pt x="4800" y="998"/>
                </a:cubicBezTo>
                <a:cubicBezTo>
                  <a:pt x="6112" y="998"/>
                  <a:pt x="7175" y="2061"/>
                  <a:pt x="7175" y="3370"/>
                </a:cubicBezTo>
                <a:cubicBezTo>
                  <a:pt x="7175" y="4680"/>
                  <a:pt x="6112" y="5743"/>
                  <a:pt x="4800" y="5743"/>
                </a:cubicBezTo>
                <a:cubicBezTo>
                  <a:pt x="3488" y="5743"/>
                  <a:pt x="2425" y="4680"/>
                  <a:pt x="2425" y="33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iconfont-11432-4397522"/>
          <p:cNvSpPr/>
          <p:nvPr>
            <p:custDataLst>
              <p:tags r:id="rId9"/>
            </p:custDataLst>
          </p:nvPr>
        </p:nvSpPr>
        <p:spPr>
          <a:xfrm>
            <a:off x="1326012" y="3584026"/>
            <a:ext cx="522118" cy="609685"/>
          </a:xfrm>
          <a:custGeom>
            <a:avLst/>
            <a:gdLst>
              <a:gd name="T0" fmla="*/ 6721 w 9600"/>
              <a:gd name="T1" fmla="*/ 6142 h 11211"/>
              <a:gd name="T2" fmla="*/ 8175 w 9600"/>
              <a:gd name="T3" fmla="*/ 3370 h 11211"/>
              <a:gd name="T4" fmla="*/ 4800 w 9600"/>
              <a:gd name="T5" fmla="*/ 0 h 11211"/>
              <a:gd name="T6" fmla="*/ 1425 w 9600"/>
              <a:gd name="T7" fmla="*/ 3370 h 11211"/>
              <a:gd name="T8" fmla="*/ 2879 w 9600"/>
              <a:gd name="T9" fmla="*/ 6142 h 11211"/>
              <a:gd name="T10" fmla="*/ 0 w 9600"/>
              <a:gd name="T11" fmla="*/ 10536 h 11211"/>
              <a:gd name="T12" fmla="*/ 3 w 9600"/>
              <a:gd name="T13" fmla="*/ 10692 h 11211"/>
              <a:gd name="T14" fmla="*/ 5 w 9600"/>
              <a:gd name="T15" fmla="*/ 10745 h 11211"/>
              <a:gd name="T16" fmla="*/ 526 w 9600"/>
              <a:gd name="T17" fmla="*/ 11199 h 11211"/>
              <a:gd name="T18" fmla="*/ 1004 w 9600"/>
              <a:gd name="T19" fmla="*/ 10700 h 11211"/>
              <a:gd name="T20" fmla="*/ 1004 w 9600"/>
              <a:gd name="T21" fmla="*/ 10694 h 11211"/>
              <a:gd name="T22" fmla="*/ 1003 w 9600"/>
              <a:gd name="T23" fmla="*/ 10667 h 11211"/>
              <a:gd name="T24" fmla="*/ 1000 w 9600"/>
              <a:gd name="T25" fmla="*/ 10536 h 11211"/>
              <a:gd name="T26" fmla="*/ 4800 w 9600"/>
              <a:gd name="T27" fmla="*/ 6741 h 11211"/>
              <a:gd name="T28" fmla="*/ 8600 w 9600"/>
              <a:gd name="T29" fmla="*/ 10536 h 11211"/>
              <a:gd name="T30" fmla="*/ 8598 w 9600"/>
              <a:gd name="T31" fmla="*/ 10664 h 11211"/>
              <a:gd name="T32" fmla="*/ 8596 w 9600"/>
              <a:gd name="T33" fmla="*/ 10699 h 11211"/>
              <a:gd name="T34" fmla="*/ 9076 w 9600"/>
              <a:gd name="T35" fmla="*/ 11198 h 11211"/>
              <a:gd name="T36" fmla="*/ 9596 w 9600"/>
              <a:gd name="T37" fmla="*/ 10741 h 11211"/>
              <a:gd name="T38" fmla="*/ 9597 w 9600"/>
              <a:gd name="T39" fmla="*/ 10693 h 11211"/>
              <a:gd name="T40" fmla="*/ 9600 w 9600"/>
              <a:gd name="T41" fmla="*/ 10536 h 11211"/>
              <a:gd name="T42" fmla="*/ 6721 w 9600"/>
              <a:gd name="T43" fmla="*/ 6142 h 11211"/>
              <a:gd name="T44" fmla="*/ 2425 w 9600"/>
              <a:gd name="T45" fmla="*/ 3370 h 11211"/>
              <a:gd name="T46" fmla="*/ 4800 w 9600"/>
              <a:gd name="T47" fmla="*/ 998 h 11211"/>
              <a:gd name="T48" fmla="*/ 7175 w 9600"/>
              <a:gd name="T49" fmla="*/ 3370 h 11211"/>
              <a:gd name="T50" fmla="*/ 4800 w 9600"/>
              <a:gd name="T51" fmla="*/ 5743 h 11211"/>
              <a:gd name="T52" fmla="*/ 2425 w 9600"/>
              <a:gd name="T53" fmla="*/ 3370 h 1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9600" h="11211">
                <a:moveTo>
                  <a:pt x="6721" y="6142"/>
                </a:moveTo>
                <a:cubicBezTo>
                  <a:pt x="7600" y="5533"/>
                  <a:pt x="8175" y="4519"/>
                  <a:pt x="8175" y="3370"/>
                </a:cubicBezTo>
                <a:cubicBezTo>
                  <a:pt x="8175" y="1509"/>
                  <a:pt x="6664" y="0"/>
                  <a:pt x="4800" y="0"/>
                </a:cubicBezTo>
                <a:cubicBezTo>
                  <a:pt x="2936" y="0"/>
                  <a:pt x="1425" y="1509"/>
                  <a:pt x="1425" y="3370"/>
                </a:cubicBezTo>
                <a:cubicBezTo>
                  <a:pt x="1425" y="4519"/>
                  <a:pt x="2000" y="5533"/>
                  <a:pt x="2879" y="6142"/>
                </a:cubicBezTo>
                <a:cubicBezTo>
                  <a:pt x="1184" y="6882"/>
                  <a:pt x="0" y="8571"/>
                  <a:pt x="0" y="10536"/>
                </a:cubicBezTo>
                <a:cubicBezTo>
                  <a:pt x="0" y="10589"/>
                  <a:pt x="1" y="10641"/>
                  <a:pt x="3" y="10692"/>
                </a:cubicBezTo>
                <a:cubicBezTo>
                  <a:pt x="3" y="10710"/>
                  <a:pt x="4" y="10728"/>
                  <a:pt x="5" y="10745"/>
                </a:cubicBezTo>
                <a:cubicBezTo>
                  <a:pt x="29" y="11011"/>
                  <a:pt x="259" y="11211"/>
                  <a:pt x="526" y="11199"/>
                </a:cubicBezTo>
                <a:cubicBezTo>
                  <a:pt x="793" y="11187"/>
                  <a:pt x="1003" y="10967"/>
                  <a:pt x="1004" y="10700"/>
                </a:cubicBezTo>
                <a:lnTo>
                  <a:pt x="1004" y="10694"/>
                </a:lnTo>
                <a:cubicBezTo>
                  <a:pt x="1004" y="10685"/>
                  <a:pt x="1003" y="10676"/>
                  <a:pt x="1003" y="10667"/>
                </a:cubicBezTo>
                <a:cubicBezTo>
                  <a:pt x="1001" y="10624"/>
                  <a:pt x="1000" y="10580"/>
                  <a:pt x="1000" y="10536"/>
                </a:cubicBezTo>
                <a:cubicBezTo>
                  <a:pt x="1000" y="8440"/>
                  <a:pt x="2702" y="6741"/>
                  <a:pt x="4800" y="6741"/>
                </a:cubicBezTo>
                <a:cubicBezTo>
                  <a:pt x="6899" y="6741"/>
                  <a:pt x="8600" y="8440"/>
                  <a:pt x="8600" y="10536"/>
                </a:cubicBezTo>
                <a:cubicBezTo>
                  <a:pt x="8600" y="10579"/>
                  <a:pt x="8599" y="10622"/>
                  <a:pt x="8598" y="10664"/>
                </a:cubicBezTo>
                <a:cubicBezTo>
                  <a:pt x="8598" y="10676"/>
                  <a:pt x="8597" y="10687"/>
                  <a:pt x="8596" y="10699"/>
                </a:cubicBezTo>
                <a:cubicBezTo>
                  <a:pt x="8597" y="10967"/>
                  <a:pt x="8808" y="11187"/>
                  <a:pt x="9076" y="11198"/>
                </a:cubicBezTo>
                <a:cubicBezTo>
                  <a:pt x="9343" y="11210"/>
                  <a:pt x="9572" y="11008"/>
                  <a:pt x="9596" y="10741"/>
                </a:cubicBezTo>
                <a:cubicBezTo>
                  <a:pt x="9596" y="10725"/>
                  <a:pt x="9597" y="10709"/>
                  <a:pt x="9597" y="10693"/>
                </a:cubicBezTo>
                <a:cubicBezTo>
                  <a:pt x="9599" y="10641"/>
                  <a:pt x="9600" y="10589"/>
                  <a:pt x="9600" y="10536"/>
                </a:cubicBezTo>
                <a:cubicBezTo>
                  <a:pt x="9600" y="8571"/>
                  <a:pt x="8416" y="6882"/>
                  <a:pt x="6721" y="6142"/>
                </a:cubicBezTo>
                <a:close/>
                <a:moveTo>
                  <a:pt x="2425" y="3370"/>
                </a:moveTo>
                <a:cubicBezTo>
                  <a:pt x="2425" y="2060"/>
                  <a:pt x="3488" y="998"/>
                  <a:pt x="4800" y="998"/>
                </a:cubicBezTo>
                <a:cubicBezTo>
                  <a:pt x="6112" y="998"/>
                  <a:pt x="7175" y="2061"/>
                  <a:pt x="7175" y="3370"/>
                </a:cubicBezTo>
                <a:cubicBezTo>
                  <a:pt x="7175" y="4680"/>
                  <a:pt x="6112" y="5743"/>
                  <a:pt x="4800" y="5743"/>
                </a:cubicBezTo>
                <a:cubicBezTo>
                  <a:pt x="3488" y="5743"/>
                  <a:pt x="2425" y="4680"/>
                  <a:pt x="2425" y="33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$ḻide"/>
          <p:cNvSpPr/>
          <p:nvPr>
            <p:custDataLst>
              <p:tags r:id="rId10"/>
            </p:custDataLst>
          </p:nvPr>
        </p:nvSpPr>
        <p:spPr>
          <a:xfrm>
            <a:off x="2978785" y="2954655"/>
            <a:ext cx="451485" cy="254635"/>
          </a:xfrm>
          <a:prstGeom prst="rightArrow">
            <a:avLst/>
          </a:prstGeom>
          <a:gradFill>
            <a:gsLst>
              <a:gs pos="10000">
                <a:schemeClr val="tx2">
                  <a:alpha val="0"/>
                </a:schemeClr>
              </a:gs>
              <a:gs pos="100000">
                <a:schemeClr val="tx2"/>
              </a:gs>
            </a:gsLst>
            <a:lin ang="0" scaled="0"/>
          </a:gra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11"/>
            </p:custDataLst>
          </p:nvPr>
        </p:nvSpPr>
        <p:spPr>
          <a:xfrm>
            <a:off x="2058670" y="2880360"/>
            <a:ext cx="868680" cy="4603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en-US" altLang="zh-CN" sz="2400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iconfont-11841-5650496"/>
          <p:cNvSpPr/>
          <p:nvPr>
            <p:custDataLst>
              <p:tags r:id="rId12"/>
            </p:custDataLst>
          </p:nvPr>
        </p:nvSpPr>
        <p:spPr>
          <a:xfrm>
            <a:off x="7993615" y="2470095"/>
            <a:ext cx="1633685" cy="1164106"/>
          </a:xfrm>
          <a:custGeom>
            <a:avLst/>
            <a:gdLst>
              <a:gd name="connsiteX0" fmla="*/ 223413 w 446302"/>
              <a:gd name="connsiteY0" fmla="*/ 289001 h 389956"/>
              <a:gd name="connsiteX1" fmla="*/ 168842 w 446302"/>
              <a:gd name="connsiteY1" fmla="*/ 360098 h 389956"/>
              <a:gd name="connsiteX2" fmla="*/ 277413 w 446302"/>
              <a:gd name="connsiteY2" fmla="*/ 360098 h 389956"/>
              <a:gd name="connsiteX3" fmla="*/ 223413 w 446302"/>
              <a:gd name="connsiteY3" fmla="*/ 249619 h 389956"/>
              <a:gd name="connsiteX4" fmla="*/ 235508 w 446302"/>
              <a:gd name="connsiteY4" fmla="*/ 255333 h 389956"/>
              <a:gd name="connsiteX5" fmla="*/ 319317 w 446302"/>
              <a:gd name="connsiteY5" fmla="*/ 365813 h 389956"/>
              <a:gd name="connsiteX6" fmla="*/ 320555 w 446302"/>
              <a:gd name="connsiteY6" fmla="*/ 381051 h 389956"/>
              <a:gd name="connsiteX7" fmla="*/ 307222 w 446302"/>
              <a:gd name="connsiteY7" fmla="*/ 389956 h 389956"/>
              <a:gd name="connsiteX8" fmla="*/ 138985 w 446302"/>
              <a:gd name="connsiteY8" fmla="*/ 389956 h 389956"/>
              <a:gd name="connsiteX9" fmla="*/ 125652 w 446302"/>
              <a:gd name="connsiteY9" fmla="*/ 381670 h 389956"/>
              <a:gd name="connsiteX10" fmla="*/ 126938 w 446302"/>
              <a:gd name="connsiteY10" fmla="*/ 366432 h 389956"/>
              <a:gd name="connsiteX11" fmla="*/ 211366 w 446302"/>
              <a:gd name="connsiteY11" fmla="*/ 255333 h 389956"/>
              <a:gd name="connsiteX12" fmla="*/ 223413 w 446302"/>
              <a:gd name="connsiteY12" fmla="*/ 249619 h 389956"/>
              <a:gd name="connsiteX13" fmla="*/ 252059 w 446302"/>
              <a:gd name="connsiteY13" fmla="*/ 149870 h 389956"/>
              <a:gd name="connsiteX14" fmla="*/ 330079 w 446302"/>
              <a:gd name="connsiteY14" fmla="*/ 170175 h 389956"/>
              <a:gd name="connsiteX15" fmla="*/ 333269 w 446302"/>
              <a:gd name="connsiteY15" fmla="*/ 181585 h 389956"/>
              <a:gd name="connsiteX16" fmla="*/ 321841 w 446302"/>
              <a:gd name="connsiteY16" fmla="*/ 184770 h 389956"/>
              <a:gd name="connsiteX17" fmla="*/ 222175 w 446302"/>
              <a:gd name="connsiteY17" fmla="*/ 174644 h 389956"/>
              <a:gd name="connsiteX18" fmla="*/ 173890 w 446302"/>
              <a:gd name="connsiteY18" fmla="*/ 185389 h 389956"/>
              <a:gd name="connsiteX19" fmla="*/ 117414 w 446302"/>
              <a:gd name="connsiteY19" fmla="*/ 173360 h 389956"/>
              <a:gd name="connsiteX20" fmla="*/ 113605 w 446302"/>
              <a:gd name="connsiteY20" fmla="*/ 161950 h 389956"/>
              <a:gd name="connsiteX21" fmla="*/ 125033 w 446302"/>
              <a:gd name="connsiteY21" fmla="*/ 158147 h 389956"/>
              <a:gd name="connsiteX22" fmla="*/ 213889 w 446302"/>
              <a:gd name="connsiteY22" fmla="*/ 159430 h 389956"/>
              <a:gd name="connsiteX23" fmla="*/ 252059 w 446302"/>
              <a:gd name="connsiteY23" fmla="*/ 149870 h 389956"/>
              <a:gd name="connsiteX24" fmla="*/ 252059 w 446302"/>
              <a:gd name="connsiteY24" fmla="*/ 110522 h 389956"/>
              <a:gd name="connsiteX25" fmla="*/ 330079 w 446302"/>
              <a:gd name="connsiteY25" fmla="*/ 130900 h 389956"/>
              <a:gd name="connsiteX26" fmla="*/ 333269 w 446302"/>
              <a:gd name="connsiteY26" fmla="*/ 142329 h 389956"/>
              <a:gd name="connsiteX27" fmla="*/ 321841 w 446302"/>
              <a:gd name="connsiteY27" fmla="*/ 145472 h 389956"/>
              <a:gd name="connsiteX28" fmla="*/ 222175 w 446302"/>
              <a:gd name="connsiteY28" fmla="*/ 135329 h 389956"/>
              <a:gd name="connsiteX29" fmla="*/ 173890 w 446302"/>
              <a:gd name="connsiteY29" fmla="*/ 146139 h 389956"/>
              <a:gd name="connsiteX30" fmla="*/ 117414 w 446302"/>
              <a:gd name="connsiteY30" fmla="*/ 134043 h 389956"/>
              <a:gd name="connsiteX31" fmla="*/ 113605 w 446302"/>
              <a:gd name="connsiteY31" fmla="*/ 122614 h 389956"/>
              <a:gd name="connsiteX32" fmla="*/ 125033 w 446302"/>
              <a:gd name="connsiteY32" fmla="*/ 118804 h 389956"/>
              <a:gd name="connsiteX33" fmla="*/ 213889 w 446302"/>
              <a:gd name="connsiteY33" fmla="*/ 120090 h 389956"/>
              <a:gd name="connsiteX34" fmla="*/ 252059 w 446302"/>
              <a:gd name="connsiteY34" fmla="*/ 110522 h 389956"/>
              <a:gd name="connsiteX35" fmla="*/ 14618 w 446302"/>
              <a:gd name="connsiteY35" fmla="*/ 0 h 389956"/>
              <a:gd name="connsiteX36" fmla="*/ 431732 w 446302"/>
              <a:gd name="connsiteY36" fmla="*/ 0 h 389956"/>
              <a:gd name="connsiteX37" fmla="*/ 446302 w 446302"/>
              <a:gd name="connsiteY37" fmla="*/ 14624 h 389956"/>
              <a:gd name="connsiteX38" fmla="*/ 446302 w 446302"/>
              <a:gd name="connsiteY38" fmla="*/ 288333 h 389956"/>
              <a:gd name="connsiteX39" fmla="*/ 431732 w 446302"/>
              <a:gd name="connsiteY39" fmla="*/ 302957 h 389956"/>
              <a:gd name="connsiteX40" fmla="*/ 342833 w 446302"/>
              <a:gd name="connsiteY40" fmla="*/ 302957 h 389956"/>
              <a:gd name="connsiteX41" fmla="*/ 328215 w 446302"/>
              <a:gd name="connsiteY41" fmla="*/ 288333 h 389956"/>
              <a:gd name="connsiteX42" fmla="*/ 342833 w 446302"/>
              <a:gd name="connsiteY42" fmla="*/ 273757 h 389956"/>
              <a:gd name="connsiteX43" fmla="*/ 417114 w 446302"/>
              <a:gd name="connsiteY43" fmla="*/ 273757 h 389956"/>
              <a:gd name="connsiteX44" fmla="*/ 417114 w 446302"/>
              <a:gd name="connsiteY44" fmla="*/ 29200 h 389956"/>
              <a:gd name="connsiteX45" fmla="*/ 29855 w 446302"/>
              <a:gd name="connsiteY45" fmla="*/ 29200 h 389956"/>
              <a:gd name="connsiteX46" fmla="*/ 29855 w 446302"/>
              <a:gd name="connsiteY46" fmla="*/ 273090 h 389956"/>
              <a:gd name="connsiteX47" fmla="*/ 111754 w 446302"/>
              <a:gd name="connsiteY47" fmla="*/ 273090 h 389956"/>
              <a:gd name="connsiteX48" fmla="*/ 126324 w 446302"/>
              <a:gd name="connsiteY48" fmla="*/ 287714 h 389956"/>
              <a:gd name="connsiteX49" fmla="*/ 111754 w 446302"/>
              <a:gd name="connsiteY49" fmla="*/ 302338 h 389956"/>
              <a:gd name="connsiteX50" fmla="*/ 14618 w 446302"/>
              <a:gd name="connsiteY50" fmla="*/ 302338 h 389956"/>
              <a:gd name="connsiteX51" fmla="*/ 0 w 446302"/>
              <a:gd name="connsiteY51" fmla="*/ 287714 h 389956"/>
              <a:gd name="connsiteX52" fmla="*/ 0 w 446302"/>
              <a:gd name="connsiteY52" fmla="*/ 14624 h 389956"/>
              <a:gd name="connsiteX53" fmla="*/ 14618 w 446302"/>
              <a:gd name="connsiteY53" fmla="*/ 0 h 38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446302" h="389956">
                <a:moveTo>
                  <a:pt x="223413" y="289001"/>
                </a:moveTo>
                <a:lnTo>
                  <a:pt x="168842" y="360098"/>
                </a:lnTo>
                <a:lnTo>
                  <a:pt x="277413" y="360098"/>
                </a:lnTo>
                <a:close/>
                <a:moveTo>
                  <a:pt x="223413" y="249619"/>
                </a:moveTo>
                <a:cubicBezTo>
                  <a:pt x="228508" y="249619"/>
                  <a:pt x="232318" y="251523"/>
                  <a:pt x="235508" y="255333"/>
                </a:cubicBezTo>
                <a:lnTo>
                  <a:pt x="319317" y="365813"/>
                </a:lnTo>
                <a:cubicBezTo>
                  <a:pt x="322460" y="370241"/>
                  <a:pt x="323126" y="376622"/>
                  <a:pt x="320555" y="381051"/>
                </a:cubicBezTo>
                <a:cubicBezTo>
                  <a:pt x="317412" y="386766"/>
                  <a:pt x="312317" y="389956"/>
                  <a:pt x="307222" y="389956"/>
                </a:cubicBezTo>
                <a:lnTo>
                  <a:pt x="138985" y="389956"/>
                </a:lnTo>
                <a:cubicBezTo>
                  <a:pt x="133271" y="389956"/>
                  <a:pt x="128176" y="386766"/>
                  <a:pt x="125652" y="381670"/>
                </a:cubicBezTo>
                <a:cubicBezTo>
                  <a:pt x="123128" y="376622"/>
                  <a:pt x="123747" y="370908"/>
                  <a:pt x="126938" y="366432"/>
                </a:cubicBezTo>
                <a:lnTo>
                  <a:pt x="211366" y="255333"/>
                </a:lnTo>
                <a:cubicBezTo>
                  <a:pt x="213889" y="251523"/>
                  <a:pt x="218366" y="249619"/>
                  <a:pt x="223413" y="249619"/>
                </a:cubicBezTo>
                <a:close/>
                <a:moveTo>
                  <a:pt x="252059" y="149870"/>
                </a:moveTo>
                <a:cubicBezTo>
                  <a:pt x="290937" y="148790"/>
                  <a:pt x="328186" y="168749"/>
                  <a:pt x="330079" y="170175"/>
                </a:cubicBezTo>
                <a:cubicBezTo>
                  <a:pt x="333888" y="172742"/>
                  <a:pt x="335793" y="177782"/>
                  <a:pt x="333269" y="181585"/>
                </a:cubicBezTo>
                <a:cubicBezTo>
                  <a:pt x="330745" y="185389"/>
                  <a:pt x="325650" y="187290"/>
                  <a:pt x="321841" y="184770"/>
                </a:cubicBezTo>
                <a:cubicBezTo>
                  <a:pt x="321222" y="184152"/>
                  <a:pt x="262175" y="153059"/>
                  <a:pt x="222175" y="174644"/>
                </a:cubicBezTo>
                <a:cubicBezTo>
                  <a:pt x="205651" y="182251"/>
                  <a:pt x="189128" y="185389"/>
                  <a:pt x="173890" y="185389"/>
                </a:cubicBezTo>
                <a:cubicBezTo>
                  <a:pt x="143414" y="185389"/>
                  <a:pt x="119319" y="173978"/>
                  <a:pt x="117414" y="173360"/>
                </a:cubicBezTo>
                <a:cubicBezTo>
                  <a:pt x="112938" y="171458"/>
                  <a:pt x="111700" y="166371"/>
                  <a:pt x="113605" y="161950"/>
                </a:cubicBezTo>
                <a:cubicBezTo>
                  <a:pt x="115509" y="157528"/>
                  <a:pt x="120557" y="156245"/>
                  <a:pt x="125033" y="158147"/>
                </a:cubicBezTo>
                <a:cubicBezTo>
                  <a:pt x="125652" y="158765"/>
                  <a:pt x="173890" y="180967"/>
                  <a:pt x="213889" y="159430"/>
                </a:cubicBezTo>
                <a:cubicBezTo>
                  <a:pt x="225961" y="152929"/>
                  <a:pt x="239100" y="150231"/>
                  <a:pt x="252059" y="149870"/>
                </a:cubicBezTo>
                <a:close/>
                <a:moveTo>
                  <a:pt x="252059" y="110522"/>
                </a:moveTo>
                <a:cubicBezTo>
                  <a:pt x="290937" y="109453"/>
                  <a:pt x="328186" y="129472"/>
                  <a:pt x="330079" y="130900"/>
                </a:cubicBezTo>
                <a:cubicBezTo>
                  <a:pt x="333888" y="133424"/>
                  <a:pt x="335793" y="138520"/>
                  <a:pt x="333269" y="142329"/>
                </a:cubicBezTo>
                <a:cubicBezTo>
                  <a:pt x="330745" y="146139"/>
                  <a:pt x="325650" y="148044"/>
                  <a:pt x="321841" y="145472"/>
                </a:cubicBezTo>
                <a:cubicBezTo>
                  <a:pt x="321222" y="144853"/>
                  <a:pt x="262175" y="113757"/>
                  <a:pt x="222175" y="135329"/>
                </a:cubicBezTo>
                <a:cubicBezTo>
                  <a:pt x="205651" y="143568"/>
                  <a:pt x="189128" y="146139"/>
                  <a:pt x="173890" y="146139"/>
                </a:cubicBezTo>
                <a:cubicBezTo>
                  <a:pt x="143414" y="146139"/>
                  <a:pt x="119319" y="134710"/>
                  <a:pt x="117414" y="134043"/>
                </a:cubicBezTo>
                <a:cubicBezTo>
                  <a:pt x="112938" y="132138"/>
                  <a:pt x="111700" y="127090"/>
                  <a:pt x="113605" y="122614"/>
                </a:cubicBezTo>
                <a:cubicBezTo>
                  <a:pt x="115509" y="118185"/>
                  <a:pt x="120557" y="116900"/>
                  <a:pt x="125033" y="118804"/>
                </a:cubicBezTo>
                <a:cubicBezTo>
                  <a:pt x="125652" y="119471"/>
                  <a:pt x="173890" y="141663"/>
                  <a:pt x="213889" y="120090"/>
                </a:cubicBezTo>
                <a:cubicBezTo>
                  <a:pt x="225961" y="113578"/>
                  <a:pt x="239100" y="110879"/>
                  <a:pt x="252059" y="110522"/>
                </a:cubicBezTo>
                <a:close/>
                <a:moveTo>
                  <a:pt x="14618" y="0"/>
                </a:moveTo>
                <a:lnTo>
                  <a:pt x="431732" y="0"/>
                </a:lnTo>
                <a:cubicBezTo>
                  <a:pt x="439969" y="0"/>
                  <a:pt x="446302" y="6335"/>
                  <a:pt x="446302" y="14624"/>
                </a:cubicBezTo>
                <a:lnTo>
                  <a:pt x="446302" y="288333"/>
                </a:lnTo>
                <a:cubicBezTo>
                  <a:pt x="446302" y="296622"/>
                  <a:pt x="439350" y="302957"/>
                  <a:pt x="431732" y="302957"/>
                </a:cubicBezTo>
                <a:lnTo>
                  <a:pt x="342833" y="302957"/>
                </a:lnTo>
                <a:cubicBezTo>
                  <a:pt x="334596" y="302957"/>
                  <a:pt x="328215" y="296622"/>
                  <a:pt x="328215" y="288333"/>
                </a:cubicBezTo>
                <a:cubicBezTo>
                  <a:pt x="328215" y="280093"/>
                  <a:pt x="334596" y="273757"/>
                  <a:pt x="342833" y="273757"/>
                </a:cubicBezTo>
                <a:lnTo>
                  <a:pt x="417114" y="273757"/>
                </a:lnTo>
                <a:lnTo>
                  <a:pt x="417114" y="29200"/>
                </a:lnTo>
                <a:lnTo>
                  <a:pt x="29855" y="29200"/>
                </a:lnTo>
                <a:lnTo>
                  <a:pt x="29855" y="273090"/>
                </a:lnTo>
                <a:lnTo>
                  <a:pt x="111754" y="273090"/>
                </a:lnTo>
                <a:cubicBezTo>
                  <a:pt x="119992" y="273090"/>
                  <a:pt x="126324" y="279473"/>
                  <a:pt x="126324" y="287714"/>
                </a:cubicBezTo>
                <a:cubicBezTo>
                  <a:pt x="126324" y="295955"/>
                  <a:pt x="119992" y="302338"/>
                  <a:pt x="111754" y="302338"/>
                </a:cubicBezTo>
                <a:lnTo>
                  <a:pt x="14618" y="302338"/>
                </a:lnTo>
                <a:cubicBezTo>
                  <a:pt x="6333" y="302338"/>
                  <a:pt x="0" y="295955"/>
                  <a:pt x="0" y="287714"/>
                </a:cubicBezTo>
                <a:lnTo>
                  <a:pt x="0" y="14624"/>
                </a:lnTo>
                <a:cubicBezTo>
                  <a:pt x="0" y="6335"/>
                  <a:pt x="6333" y="0"/>
                  <a:pt x="146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3"/>
            </p:custDataLst>
          </p:nvPr>
        </p:nvSpPr>
        <p:spPr>
          <a:xfrm>
            <a:off x="8220522" y="3842817"/>
            <a:ext cx="86868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服务端</a:t>
            </a:r>
            <a:endParaRPr lang="zh-CN" altLang="en-US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$ḻide"/>
          <p:cNvSpPr/>
          <p:nvPr>
            <p:custDataLst>
              <p:tags r:id="rId14"/>
            </p:custDataLst>
          </p:nvPr>
        </p:nvSpPr>
        <p:spPr>
          <a:xfrm rot="10800000">
            <a:off x="6118250" y="3080562"/>
            <a:ext cx="1440000" cy="230060"/>
          </a:xfrm>
          <a:prstGeom prst="rightArrow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4400"/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ï$ḻide"/>
          <p:cNvSpPr/>
          <p:nvPr>
            <p:custDataLst>
              <p:tags r:id="rId15"/>
            </p:custDataLst>
          </p:nvPr>
        </p:nvSpPr>
        <p:spPr>
          <a:xfrm rot="1436106">
            <a:off x="2991485" y="2597785"/>
            <a:ext cx="451485" cy="254635"/>
          </a:xfrm>
          <a:prstGeom prst="rightArrow">
            <a:avLst/>
          </a:prstGeom>
          <a:gradFill>
            <a:gsLst>
              <a:gs pos="10000">
                <a:schemeClr val="tx2">
                  <a:alpha val="0"/>
                </a:schemeClr>
              </a:gs>
              <a:gs pos="100000">
                <a:schemeClr val="tx2"/>
              </a:gs>
            </a:gsLst>
            <a:lin ang="0" scaled="0"/>
          </a:gra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16"/>
            </p:custDataLst>
          </p:nvPr>
        </p:nvSpPr>
        <p:spPr>
          <a:xfrm rot="1436106">
            <a:off x="2209165" y="2211705"/>
            <a:ext cx="868680" cy="4603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en-US" altLang="zh-CN" sz="2400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$ḻide"/>
          <p:cNvSpPr/>
          <p:nvPr>
            <p:custDataLst>
              <p:tags r:id="rId17"/>
            </p:custDataLst>
          </p:nvPr>
        </p:nvSpPr>
        <p:spPr>
          <a:xfrm rot="20146848">
            <a:off x="2990215" y="3302000"/>
            <a:ext cx="451485" cy="254635"/>
          </a:xfrm>
          <a:prstGeom prst="rightArrow">
            <a:avLst/>
          </a:prstGeom>
          <a:gradFill>
            <a:gsLst>
              <a:gs pos="10000">
                <a:schemeClr val="tx2">
                  <a:alpha val="0"/>
                </a:schemeClr>
              </a:gs>
              <a:gs pos="100000">
                <a:schemeClr val="tx2"/>
              </a:gs>
            </a:gsLst>
            <a:lin ang="0" scaled="0"/>
          </a:gra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18"/>
            </p:custDataLst>
          </p:nvPr>
        </p:nvSpPr>
        <p:spPr>
          <a:xfrm rot="20146848">
            <a:off x="2088515" y="3533140"/>
            <a:ext cx="868680" cy="4603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endParaRPr lang="en-US" altLang="zh-CN" sz="2400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confont-11964-5737194"/>
          <p:cNvSpPr/>
          <p:nvPr>
            <p:custDataLst>
              <p:tags r:id="rId19"/>
            </p:custDataLst>
          </p:nvPr>
        </p:nvSpPr>
        <p:spPr>
          <a:xfrm>
            <a:off x="3956685" y="2470150"/>
            <a:ext cx="1527810" cy="1082675"/>
          </a:xfrm>
          <a:custGeom>
            <a:avLst/>
            <a:gdLst>
              <a:gd name="T0" fmla="*/ 0 w 12700"/>
              <a:gd name="T1" fmla="*/ 12500 h 12700"/>
              <a:gd name="T2" fmla="*/ 12500 w 12700"/>
              <a:gd name="T3" fmla="*/ 0 h 12700"/>
              <a:gd name="T4" fmla="*/ 12500 w 12700"/>
              <a:gd name="T5" fmla="*/ 12700 h 12700"/>
              <a:gd name="T6" fmla="*/ 12300 w 12700"/>
              <a:gd name="T7" fmla="*/ 400 h 12700"/>
              <a:gd name="T8" fmla="*/ 12500 w 12700"/>
              <a:gd name="T9" fmla="*/ 2430 h 12700"/>
              <a:gd name="T10" fmla="*/ 100 w 12700"/>
              <a:gd name="T11" fmla="*/ 200 h 12700"/>
              <a:gd name="T12" fmla="*/ 12600 w 12700"/>
              <a:gd name="T13" fmla="*/ 200 h 12700"/>
              <a:gd name="T14" fmla="*/ 300 w 12700"/>
              <a:gd name="T15" fmla="*/ 2230 h 12700"/>
              <a:gd name="T16" fmla="*/ 300 w 12700"/>
              <a:gd name="T17" fmla="*/ 300 h 12700"/>
              <a:gd name="T18" fmla="*/ 1480 w 12700"/>
              <a:gd name="T19" fmla="*/ 9210 h 12700"/>
              <a:gd name="T20" fmla="*/ 1480 w 12700"/>
              <a:gd name="T21" fmla="*/ 5620 h 12700"/>
              <a:gd name="T22" fmla="*/ 4270 w 12700"/>
              <a:gd name="T23" fmla="*/ 6960 h 12700"/>
              <a:gd name="T24" fmla="*/ 2340 w 12700"/>
              <a:gd name="T25" fmla="*/ 8280 h 12700"/>
              <a:gd name="T26" fmla="*/ 1580 w 12700"/>
              <a:gd name="T27" fmla="*/ 9010 h 12700"/>
              <a:gd name="T28" fmla="*/ 2240 w 12700"/>
              <a:gd name="T29" fmla="*/ 8080 h 12700"/>
              <a:gd name="T30" fmla="*/ 4070 w 12700"/>
              <a:gd name="T31" fmla="*/ 6960 h 12700"/>
              <a:gd name="T32" fmla="*/ 1580 w 12700"/>
              <a:gd name="T33" fmla="*/ 5820 h 12700"/>
              <a:gd name="T34" fmla="*/ 2250 w 12700"/>
              <a:gd name="T35" fmla="*/ 7570 h 12700"/>
              <a:gd name="T36" fmla="*/ 2250 w 12700"/>
              <a:gd name="T37" fmla="*/ 6330 h 12700"/>
              <a:gd name="T38" fmla="*/ 3510 w 12700"/>
              <a:gd name="T39" fmla="*/ 6910 h 12700"/>
              <a:gd name="T40" fmla="*/ 2340 w 12700"/>
              <a:gd name="T41" fmla="*/ 7370 h 12700"/>
              <a:gd name="T42" fmla="*/ 3290 w 12700"/>
              <a:gd name="T43" fmla="*/ 6920 h 12700"/>
              <a:gd name="T44" fmla="*/ 2330 w 12700"/>
              <a:gd name="T45" fmla="*/ 6540 h 12700"/>
              <a:gd name="T46" fmla="*/ 7660 w 12700"/>
              <a:gd name="T47" fmla="*/ 9210 h 12700"/>
              <a:gd name="T48" fmla="*/ 6800 w 12700"/>
              <a:gd name="T49" fmla="*/ 7920 h 12700"/>
              <a:gd name="T50" fmla="*/ 5560 w 12700"/>
              <a:gd name="T51" fmla="*/ 9210 h 12700"/>
              <a:gd name="T52" fmla="*/ 4700 w 12700"/>
              <a:gd name="T53" fmla="*/ 5720 h 12700"/>
              <a:gd name="T54" fmla="*/ 5660 w 12700"/>
              <a:gd name="T55" fmla="*/ 5720 h 12700"/>
              <a:gd name="T56" fmla="*/ 6800 w 12700"/>
              <a:gd name="T57" fmla="*/ 5720 h 12700"/>
              <a:gd name="T58" fmla="*/ 7760 w 12700"/>
              <a:gd name="T59" fmla="*/ 5720 h 12700"/>
              <a:gd name="T60" fmla="*/ 6990 w 12700"/>
              <a:gd name="T61" fmla="*/ 9010 h 12700"/>
              <a:gd name="T62" fmla="*/ 6990 w 12700"/>
              <a:gd name="T63" fmla="*/ 5820 h 12700"/>
              <a:gd name="T64" fmla="*/ 5560 w 12700"/>
              <a:gd name="T65" fmla="*/ 7190 h 12700"/>
              <a:gd name="T66" fmla="*/ 4900 w 12700"/>
              <a:gd name="T67" fmla="*/ 5820 h 12700"/>
              <a:gd name="T68" fmla="*/ 5460 w 12700"/>
              <a:gd name="T69" fmla="*/ 7820 h 12700"/>
              <a:gd name="T70" fmla="*/ 7000 w 12700"/>
              <a:gd name="T71" fmla="*/ 7820 h 12700"/>
              <a:gd name="T72" fmla="*/ 9290 w 12700"/>
              <a:gd name="T73" fmla="*/ 9210 h 12700"/>
              <a:gd name="T74" fmla="*/ 8430 w 12700"/>
              <a:gd name="T75" fmla="*/ 5720 h 12700"/>
              <a:gd name="T76" fmla="*/ 10910 w 12700"/>
              <a:gd name="T77" fmla="*/ 5950 h 12700"/>
              <a:gd name="T78" fmla="*/ 9740 w 12700"/>
              <a:gd name="T79" fmla="*/ 8280 h 12700"/>
              <a:gd name="T80" fmla="*/ 9290 w 12700"/>
              <a:gd name="T81" fmla="*/ 9210 h 12700"/>
              <a:gd name="T82" fmla="*/ 9190 w 12700"/>
              <a:gd name="T83" fmla="*/ 8180 h 12700"/>
              <a:gd name="T84" fmla="*/ 10780 w 12700"/>
              <a:gd name="T85" fmla="*/ 7810 h 12700"/>
              <a:gd name="T86" fmla="*/ 9730 w 12700"/>
              <a:gd name="T87" fmla="*/ 5820 h 12700"/>
              <a:gd name="T88" fmla="*/ 9800 w 12700"/>
              <a:gd name="T89" fmla="*/ 7570 h 12700"/>
              <a:gd name="T90" fmla="*/ 9200 w 12700"/>
              <a:gd name="T91" fmla="*/ 6430 h 12700"/>
              <a:gd name="T92" fmla="*/ 10360 w 12700"/>
              <a:gd name="T93" fmla="*/ 6460 h 12700"/>
              <a:gd name="T94" fmla="*/ 9800 w 12700"/>
              <a:gd name="T95" fmla="*/ 7570 h 12700"/>
              <a:gd name="T96" fmla="*/ 10240 w 12700"/>
              <a:gd name="T97" fmla="*/ 7270 h 12700"/>
              <a:gd name="T98" fmla="*/ 9710 w 12700"/>
              <a:gd name="T99" fmla="*/ 6540 h 12700"/>
              <a:gd name="T100" fmla="*/ 9390 w 12700"/>
              <a:gd name="T101" fmla="*/ 7370 h 12700"/>
              <a:gd name="T102" fmla="*/ 1080 w 12700"/>
              <a:gd name="T103" fmla="*/ 1260 h 12700"/>
              <a:gd name="T104" fmla="*/ 8600 w 12700"/>
              <a:gd name="T105" fmla="*/ 1260 h 12700"/>
              <a:gd name="T106" fmla="*/ 9540 w 12700"/>
              <a:gd name="T107" fmla="*/ 1360 h 12700"/>
              <a:gd name="T108" fmla="*/ 10000 w 12700"/>
              <a:gd name="T109" fmla="*/ 1160 h 12700"/>
              <a:gd name="T110" fmla="*/ 11520 w 12700"/>
              <a:gd name="T111" fmla="*/ 1360 h 12700"/>
              <a:gd name="T112" fmla="*/ 11060 w 12700"/>
              <a:gd name="T113" fmla="*/ 1160 h 12700"/>
              <a:gd name="T114" fmla="*/ 11520 w 12700"/>
              <a:gd name="T115" fmla="*/ 1360 h 12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700" h="12700">
                <a:moveTo>
                  <a:pt x="12500" y="12700"/>
                </a:moveTo>
                <a:lnTo>
                  <a:pt x="200" y="12700"/>
                </a:lnTo>
                <a:cubicBezTo>
                  <a:pt x="90" y="12700"/>
                  <a:pt x="0" y="12610"/>
                  <a:pt x="0" y="125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lnTo>
                  <a:pt x="12500" y="0"/>
                </a:lnTo>
                <a:cubicBezTo>
                  <a:pt x="12610" y="0"/>
                  <a:pt x="12700" y="90"/>
                  <a:pt x="12700" y="200"/>
                </a:cubicBezTo>
                <a:lnTo>
                  <a:pt x="12700" y="12500"/>
                </a:lnTo>
                <a:cubicBezTo>
                  <a:pt x="12700" y="12610"/>
                  <a:pt x="12610" y="12700"/>
                  <a:pt x="12500" y="12700"/>
                </a:cubicBezTo>
                <a:close/>
                <a:moveTo>
                  <a:pt x="400" y="12300"/>
                </a:moveTo>
                <a:lnTo>
                  <a:pt x="12300" y="12300"/>
                </a:lnTo>
                <a:lnTo>
                  <a:pt x="12300" y="400"/>
                </a:lnTo>
                <a:lnTo>
                  <a:pt x="400" y="400"/>
                </a:lnTo>
                <a:lnTo>
                  <a:pt x="400" y="12300"/>
                </a:lnTo>
                <a:close/>
                <a:moveTo>
                  <a:pt x="12500" y="2430"/>
                </a:moveTo>
                <a:lnTo>
                  <a:pt x="200" y="2430"/>
                </a:lnTo>
                <a:cubicBezTo>
                  <a:pt x="140" y="2430"/>
                  <a:pt x="100" y="2390"/>
                  <a:pt x="100" y="2330"/>
                </a:cubicBezTo>
                <a:lnTo>
                  <a:pt x="100" y="200"/>
                </a:lnTo>
                <a:cubicBezTo>
                  <a:pt x="100" y="140"/>
                  <a:pt x="140" y="100"/>
                  <a:pt x="200" y="100"/>
                </a:cubicBezTo>
                <a:lnTo>
                  <a:pt x="12500" y="100"/>
                </a:lnTo>
                <a:cubicBezTo>
                  <a:pt x="12560" y="100"/>
                  <a:pt x="12600" y="140"/>
                  <a:pt x="12600" y="200"/>
                </a:cubicBezTo>
                <a:lnTo>
                  <a:pt x="12600" y="2330"/>
                </a:lnTo>
                <a:cubicBezTo>
                  <a:pt x="12600" y="2380"/>
                  <a:pt x="12560" y="2430"/>
                  <a:pt x="12500" y="2430"/>
                </a:cubicBezTo>
                <a:close/>
                <a:moveTo>
                  <a:pt x="300" y="2230"/>
                </a:moveTo>
                <a:lnTo>
                  <a:pt x="12400" y="2230"/>
                </a:lnTo>
                <a:lnTo>
                  <a:pt x="12400" y="300"/>
                </a:lnTo>
                <a:lnTo>
                  <a:pt x="300" y="300"/>
                </a:lnTo>
                <a:lnTo>
                  <a:pt x="300" y="2230"/>
                </a:lnTo>
                <a:close/>
                <a:moveTo>
                  <a:pt x="2240" y="9210"/>
                </a:moveTo>
                <a:lnTo>
                  <a:pt x="1480" y="9210"/>
                </a:lnTo>
                <a:cubicBezTo>
                  <a:pt x="1420" y="9210"/>
                  <a:pt x="1380" y="9170"/>
                  <a:pt x="1380" y="9110"/>
                </a:cubicBezTo>
                <a:lnTo>
                  <a:pt x="1380" y="5720"/>
                </a:lnTo>
                <a:cubicBezTo>
                  <a:pt x="1380" y="5660"/>
                  <a:pt x="1420" y="5620"/>
                  <a:pt x="1480" y="5620"/>
                </a:cubicBezTo>
                <a:lnTo>
                  <a:pt x="2680" y="5620"/>
                </a:lnTo>
                <a:cubicBezTo>
                  <a:pt x="3210" y="5620"/>
                  <a:pt x="3610" y="5730"/>
                  <a:pt x="3860" y="5950"/>
                </a:cubicBezTo>
                <a:cubicBezTo>
                  <a:pt x="4130" y="6170"/>
                  <a:pt x="4270" y="6520"/>
                  <a:pt x="4270" y="6960"/>
                </a:cubicBezTo>
                <a:cubicBezTo>
                  <a:pt x="4270" y="7410"/>
                  <a:pt x="4130" y="7750"/>
                  <a:pt x="3850" y="7970"/>
                </a:cubicBezTo>
                <a:cubicBezTo>
                  <a:pt x="3590" y="8180"/>
                  <a:pt x="3200" y="8280"/>
                  <a:pt x="2690" y="8280"/>
                </a:cubicBezTo>
                <a:lnTo>
                  <a:pt x="2340" y="8280"/>
                </a:lnTo>
                <a:lnTo>
                  <a:pt x="2340" y="9110"/>
                </a:lnTo>
                <a:cubicBezTo>
                  <a:pt x="2340" y="9160"/>
                  <a:pt x="2300" y="9210"/>
                  <a:pt x="2240" y="9210"/>
                </a:cubicBezTo>
                <a:close/>
                <a:moveTo>
                  <a:pt x="1580" y="9010"/>
                </a:moveTo>
                <a:lnTo>
                  <a:pt x="2140" y="9010"/>
                </a:lnTo>
                <a:lnTo>
                  <a:pt x="2140" y="8180"/>
                </a:lnTo>
                <a:cubicBezTo>
                  <a:pt x="2140" y="8120"/>
                  <a:pt x="2180" y="8080"/>
                  <a:pt x="2240" y="8080"/>
                </a:cubicBezTo>
                <a:lnTo>
                  <a:pt x="2690" y="8080"/>
                </a:lnTo>
                <a:cubicBezTo>
                  <a:pt x="3150" y="8080"/>
                  <a:pt x="3500" y="7990"/>
                  <a:pt x="3730" y="7810"/>
                </a:cubicBezTo>
                <a:cubicBezTo>
                  <a:pt x="3960" y="7630"/>
                  <a:pt x="4070" y="7340"/>
                  <a:pt x="4070" y="6960"/>
                </a:cubicBezTo>
                <a:cubicBezTo>
                  <a:pt x="4070" y="6580"/>
                  <a:pt x="3960" y="6290"/>
                  <a:pt x="3740" y="6100"/>
                </a:cubicBezTo>
                <a:cubicBezTo>
                  <a:pt x="3520" y="5910"/>
                  <a:pt x="3160" y="5820"/>
                  <a:pt x="2680" y="5820"/>
                </a:cubicBezTo>
                <a:lnTo>
                  <a:pt x="1580" y="5820"/>
                </a:lnTo>
                <a:lnTo>
                  <a:pt x="1580" y="9010"/>
                </a:lnTo>
                <a:close/>
                <a:moveTo>
                  <a:pt x="2750" y="7570"/>
                </a:moveTo>
                <a:lnTo>
                  <a:pt x="2250" y="7570"/>
                </a:lnTo>
                <a:cubicBezTo>
                  <a:pt x="2190" y="7570"/>
                  <a:pt x="2150" y="7530"/>
                  <a:pt x="2150" y="7470"/>
                </a:cubicBezTo>
                <a:lnTo>
                  <a:pt x="2150" y="6430"/>
                </a:lnTo>
                <a:cubicBezTo>
                  <a:pt x="2150" y="6370"/>
                  <a:pt x="2190" y="6330"/>
                  <a:pt x="2250" y="6330"/>
                </a:cubicBezTo>
                <a:lnTo>
                  <a:pt x="2680" y="6330"/>
                </a:lnTo>
                <a:cubicBezTo>
                  <a:pt x="2970" y="6330"/>
                  <a:pt x="3170" y="6370"/>
                  <a:pt x="3310" y="6460"/>
                </a:cubicBezTo>
                <a:cubicBezTo>
                  <a:pt x="3440" y="6550"/>
                  <a:pt x="3510" y="6700"/>
                  <a:pt x="3510" y="6910"/>
                </a:cubicBezTo>
                <a:cubicBezTo>
                  <a:pt x="3510" y="7120"/>
                  <a:pt x="3460" y="7290"/>
                  <a:pt x="3350" y="7400"/>
                </a:cubicBezTo>
                <a:cubicBezTo>
                  <a:pt x="3240" y="7510"/>
                  <a:pt x="3040" y="7570"/>
                  <a:pt x="2750" y="7570"/>
                </a:cubicBezTo>
                <a:close/>
                <a:moveTo>
                  <a:pt x="2340" y="7370"/>
                </a:moveTo>
                <a:lnTo>
                  <a:pt x="2740" y="7370"/>
                </a:lnTo>
                <a:cubicBezTo>
                  <a:pt x="3060" y="7370"/>
                  <a:pt x="3160" y="7300"/>
                  <a:pt x="3190" y="7270"/>
                </a:cubicBezTo>
                <a:cubicBezTo>
                  <a:pt x="3260" y="7200"/>
                  <a:pt x="3290" y="7080"/>
                  <a:pt x="3290" y="6920"/>
                </a:cubicBezTo>
                <a:cubicBezTo>
                  <a:pt x="3290" y="6780"/>
                  <a:pt x="3250" y="6680"/>
                  <a:pt x="3180" y="6640"/>
                </a:cubicBezTo>
                <a:cubicBezTo>
                  <a:pt x="3110" y="6590"/>
                  <a:pt x="2970" y="6540"/>
                  <a:pt x="2660" y="6540"/>
                </a:cubicBezTo>
                <a:lnTo>
                  <a:pt x="2330" y="6540"/>
                </a:lnTo>
                <a:lnTo>
                  <a:pt x="2330" y="7370"/>
                </a:lnTo>
                <a:lnTo>
                  <a:pt x="2340" y="7370"/>
                </a:lnTo>
                <a:close/>
                <a:moveTo>
                  <a:pt x="7660" y="9210"/>
                </a:moveTo>
                <a:lnTo>
                  <a:pt x="6900" y="9210"/>
                </a:lnTo>
                <a:cubicBezTo>
                  <a:pt x="6840" y="9210"/>
                  <a:pt x="6800" y="9170"/>
                  <a:pt x="6800" y="9110"/>
                </a:cubicBezTo>
                <a:lnTo>
                  <a:pt x="6800" y="7920"/>
                </a:lnTo>
                <a:lnTo>
                  <a:pt x="5660" y="7920"/>
                </a:lnTo>
                <a:lnTo>
                  <a:pt x="5660" y="9110"/>
                </a:lnTo>
                <a:cubicBezTo>
                  <a:pt x="5660" y="9170"/>
                  <a:pt x="5620" y="9210"/>
                  <a:pt x="5560" y="9210"/>
                </a:cubicBezTo>
                <a:lnTo>
                  <a:pt x="4800" y="9210"/>
                </a:lnTo>
                <a:cubicBezTo>
                  <a:pt x="4740" y="9210"/>
                  <a:pt x="4700" y="9170"/>
                  <a:pt x="4700" y="9110"/>
                </a:cubicBezTo>
                <a:lnTo>
                  <a:pt x="4700" y="5720"/>
                </a:lnTo>
                <a:cubicBezTo>
                  <a:pt x="4700" y="5660"/>
                  <a:pt x="4740" y="5620"/>
                  <a:pt x="4800" y="5620"/>
                </a:cubicBezTo>
                <a:lnTo>
                  <a:pt x="5560" y="5620"/>
                </a:lnTo>
                <a:cubicBezTo>
                  <a:pt x="5620" y="5620"/>
                  <a:pt x="5660" y="5660"/>
                  <a:pt x="5660" y="5720"/>
                </a:cubicBezTo>
                <a:lnTo>
                  <a:pt x="5660" y="6990"/>
                </a:lnTo>
                <a:lnTo>
                  <a:pt x="6800" y="6990"/>
                </a:lnTo>
                <a:lnTo>
                  <a:pt x="6800" y="5720"/>
                </a:lnTo>
                <a:cubicBezTo>
                  <a:pt x="6800" y="5660"/>
                  <a:pt x="6840" y="5620"/>
                  <a:pt x="6900" y="5620"/>
                </a:cubicBezTo>
                <a:lnTo>
                  <a:pt x="7660" y="5620"/>
                </a:lnTo>
                <a:cubicBezTo>
                  <a:pt x="7720" y="5620"/>
                  <a:pt x="7760" y="5660"/>
                  <a:pt x="7760" y="5720"/>
                </a:cubicBezTo>
                <a:lnTo>
                  <a:pt x="7760" y="9100"/>
                </a:lnTo>
                <a:cubicBezTo>
                  <a:pt x="7760" y="9160"/>
                  <a:pt x="7710" y="9210"/>
                  <a:pt x="7660" y="9210"/>
                </a:cubicBezTo>
                <a:close/>
                <a:moveTo>
                  <a:pt x="6990" y="9010"/>
                </a:moveTo>
                <a:lnTo>
                  <a:pt x="7550" y="9010"/>
                </a:lnTo>
                <a:lnTo>
                  <a:pt x="7550" y="5820"/>
                </a:lnTo>
                <a:lnTo>
                  <a:pt x="6990" y="5820"/>
                </a:lnTo>
                <a:lnTo>
                  <a:pt x="6990" y="7090"/>
                </a:lnTo>
                <a:cubicBezTo>
                  <a:pt x="6990" y="7150"/>
                  <a:pt x="6950" y="7190"/>
                  <a:pt x="6890" y="7190"/>
                </a:cubicBezTo>
                <a:lnTo>
                  <a:pt x="5560" y="7190"/>
                </a:lnTo>
                <a:cubicBezTo>
                  <a:pt x="5500" y="7190"/>
                  <a:pt x="5460" y="7150"/>
                  <a:pt x="5460" y="7090"/>
                </a:cubicBezTo>
                <a:lnTo>
                  <a:pt x="5460" y="5820"/>
                </a:lnTo>
                <a:lnTo>
                  <a:pt x="4900" y="5820"/>
                </a:lnTo>
                <a:lnTo>
                  <a:pt x="4900" y="9000"/>
                </a:lnTo>
                <a:lnTo>
                  <a:pt x="5460" y="9000"/>
                </a:lnTo>
                <a:lnTo>
                  <a:pt x="5460" y="7820"/>
                </a:lnTo>
                <a:cubicBezTo>
                  <a:pt x="5460" y="7760"/>
                  <a:pt x="5500" y="7720"/>
                  <a:pt x="5560" y="7720"/>
                </a:cubicBezTo>
                <a:lnTo>
                  <a:pt x="6900" y="7720"/>
                </a:lnTo>
                <a:cubicBezTo>
                  <a:pt x="6960" y="7720"/>
                  <a:pt x="7000" y="7760"/>
                  <a:pt x="7000" y="7820"/>
                </a:cubicBezTo>
                <a:lnTo>
                  <a:pt x="7000" y="9010"/>
                </a:lnTo>
                <a:lnTo>
                  <a:pt x="6990" y="9010"/>
                </a:lnTo>
                <a:close/>
                <a:moveTo>
                  <a:pt x="9290" y="9210"/>
                </a:moveTo>
                <a:lnTo>
                  <a:pt x="8530" y="9210"/>
                </a:lnTo>
                <a:cubicBezTo>
                  <a:pt x="8470" y="9210"/>
                  <a:pt x="8430" y="9170"/>
                  <a:pt x="8430" y="9110"/>
                </a:cubicBezTo>
                <a:lnTo>
                  <a:pt x="8430" y="5720"/>
                </a:lnTo>
                <a:cubicBezTo>
                  <a:pt x="8430" y="5660"/>
                  <a:pt x="8470" y="5620"/>
                  <a:pt x="8530" y="5620"/>
                </a:cubicBezTo>
                <a:lnTo>
                  <a:pt x="9730" y="5620"/>
                </a:lnTo>
                <a:cubicBezTo>
                  <a:pt x="10260" y="5620"/>
                  <a:pt x="10660" y="5730"/>
                  <a:pt x="10910" y="5950"/>
                </a:cubicBezTo>
                <a:cubicBezTo>
                  <a:pt x="11180" y="6170"/>
                  <a:pt x="11320" y="6520"/>
                  <a:pt x="11320" y="6960"/>
                </a:cubicBezTo>
                <a:cubicBezTo>
                  <a:pt x="11320" y="7410"/>
                  <a:pt x="11180" y="7750"/>
                  <a:pt x="10900" y="7970"/>
                </a:cubicBezTo>
                <a:cubicBezTo>
                  <a:pt x="10640" y="8180"/>
                  <a:pt x="10250" y="8280"/>
                  <a:pt x="9740" y="8280"/>
                </a:cubicBezTo>
                <a:lnTo>
                  <a:pt x="9390" y="8280"/>
                </a:lnTo>
                <a:lnTo>
                  <a:pt x="9390" y="9110"/>
                </a:lnTo>
                <a:cubicBezTo>
                  <a:pt x="9390" y="9160"/>
                  <a:pt x="9350" y="9210"/>
                  <a:pt x="9290" y="9210"/>
                </a:cubicBezTo>
                <a:close/>
                <a:moveTo>
                  <a:pt x="8630" y="9010"/>
                </a:moveTo>
                <a:lnTo>
                  <a:pt x="9190" y="9010"/>
                </a:lnTo>
                <a:lnTo>
                  <a:pt x="9190" y="8180"/>
                </a:lnTo>
                <a:cubicBezTo>
                  <a:pt x="9190" y="8120"/>
                  <a:pt x="9230" y="8080"/>
                  <a:pt x="9290" y="8080"/>
                </a:cubicBezTo>
                <a:lnTo>
                  <a:pt x="9740" y="8080"/>
                </a:lnTo>
                <a:cubicBezTo>
                  <a:pt x="10200" y="8080"/>
                  <a:pt x="10550" y="7990"/>
                  <a:pt x="10780" y="7810"/>
                </a:cubicBezTo>
                <a:cubicBezTo>
                  <a:pt x="11010" y="7630"/>
                  <a:pt x="11120" y="7340"/>
                  <a:pt x="11120" y="6960"/>
                </a:cubicBezTo>
                <a:cubicBezTo>
                  <a:pt x="11120" y="6580"/>
                  <a:pt x="11010" y="6290"/>
                  <a:pt x="10790" y="6100"/>
                </a:cubicBezTo>
                <a:cubicBezTo>
                  <a:pt x="10570" y="5910"/>
                  <a:pt x="10210" y="5820"/>
                  <a:pt x="9730" y="5820"/>
                </a:cubicBezTo>
                <a:lnTo>
                  <a:pt x="8630" y="5820"/>
                </a:lnTo>
                <a:lnTo>
                  <a:pt x="8630" y="9010"/>
                </a:lnTo>
                <a:close/>
                <a:moveTo>
                  <a:pt x="9800" y="7570"/>
                </a:moveTo>
                <a:lnTo>
                  <a:pt x="9300" y="7570"/>
                </a:lnTo>
                <a:cubicBezTo>
                  <a:pt x="9240" y="7570"/>
                  <a:pt x="9200" y="7530"/>
                  <a:pt x="9200" y="7470"/>
                </a:cubicBezTo>
                <a:lnTo>
                  <a:pt x="9200" y="6430"/>
                </a:lnTo>
                <a:cubicBezTo>
                  <a:pt x="9200" y="6370"/>
                  <a:pt x="9240" y="6330"/>
                  <a:pt x="9300" y="6330"/>
                </a:cubicBezTo>
                <a:lnTo>
                  <a:pt x="9730" y="6330"/>
                </a:lnTo>
                <a:cubicBezTo>
                  <a:pt x="10020" y="6330"/>
                  <a:pt x="10220" y="6370"/>
                  <a:pt x="10360" y="6460"/>
                </a:cubicBezTo>
                <a:cubicBezTo>
                  <a:pt x="10490" y="6550"/>
                  <a:pt x="10560" y="6700"/>
                  <a:pt x="10560" y="6910"/>
                </a:cubicBezTo>
                <a:cubicBezTo>
                  <a:pt x="10560" y="7120"/>
                  <a:pt x="10510" y="7290"/>
                  <a:pt x="10400" y="7400"/>
                </a:cubicBezTo>
                <a:cubicBezTo>
                  <a:pt x="10280" y="7510"/>
                  <a:pt x="10080" y="7570"/>
                  <a:pt x="9800" y="7570"/>
                </a:cubicBezTo>
                <a:close/>
                <a:moveTo>
                  <a:pt x="9390" y="7370"/>
                </a:moveTo>
                <a:lnTo>
                  <a:pt x="9790" y="7370"/>
                </a:lnTo>
                <a:cubicBezTo>
                  <a:pt x="10110" y="7370"/>
                  <a:pt x="10210" y="7300"/>
                  <a:pt x="10240" y="7270"/>
                </a:cubicBezTo>
                <a:cubicBezTo>
                  <a:pt x="10310" y="7200"/>
                  <a:pt x="10340" y="7080"/>
                  <a:pt x="10340" y="6920"/>
                </a:cubicBezTo>
                <a:cubicBezTo>
                  <a:pt x="10340" y="6780"/>
                  <a:pt x="10300" y="6680"/>
                  <a:pt x="10230" y="6640"/>
                </a:cubicBezTo>
                <a:cubicBezTo>
                  <a:pt x="10160" y="6590"/>
                  <a:pt x="10020" y="6540"/>
                  <a:pt x="9710" y="6540"/>
                </a:cubicBezTo>
                <a:lnTo>
                  <a:pt x="9380" y="6540"/>
                </a:lnTo>
                <a:lnTo>
                  <a:pt x="9380" y="7370"/>
                </a:lnTo>
                <a:lnTo>
                  <a:pt x="9390" y="7370"/>
                </a:lnTo>
                <a:close/>
                <a:moveTo>
                  <a:pt x="8500" y="1360"/>
                </a:moveTo>
                <a:lnTo>
                  <a:pt x="1180" y="1360"/>
                </a:lnTo>
                <a:cubicBezTo>
                  <a:pt x="1120" y="1360"/>
                  <a:pt x="1080" y="1320"/>
                  <a:pt x="1080" y="1260"/>
                </a:cubicBezTo>
                <a:cubicBezTo>
                  <a:pt x="1080" y="1200"/>
                  <a:pt x="1120" y="1160"/>
                  <a:pt x="1180" y="1160"/>
                </a:cubicBezTo>
                <a:lnTo>
                  <a:pt x="8500" y="1160"/>
                </a:lnTo>
                <a:cubicBezTo>
                  <a:pt x="8560" y="1160"/>
                  <a:pt x="8600" y="1200"/>
                  <a:pt x="8600" y="1260"/>
                </a:cubicBezTo>
                <a:cubicBezTo>
                  <a:pt x="8600" y="1320"/>
                  <a:pt x="8550" y="1360"/>
                  <a:pt x="8500" y="1360"/>
                </a:cubicBezTo>
                <a:close/>
                <a:moveTo>
                  <a:pt x="10000" y="1360"/>
                </a:moveTo>
                <a:lnTo>
                  <a:pt x="9540" y="1360"/>
                </a:lnTo>
                <a:cubicBezTo>
                  <a:pt x="9480" y="1360"/>
                  <a:pt x="9440" y="1320"/>
                  <a:pt x="9440" y="1260"/>
                </a:cubicBezTo>
                <a:cubicBezTo>
                  <a:pt x="9440" y="1200"/>
                  <a:pt x="9480" y="1160"/>
                  <a:pt x="9540" y="1160"/>
                </a:cubicBezTo>
                <a:lnTo>
                  <a:pt x="10000" y="1160"/>
                </a:lnTo>
                <a:cubicBezTo>
                  <a:pt x="10060" y="1160"/>
                  <a:pt x="10100" y="1200"/>
                  <a:pt x="10100" y="1260"/>
                </a:cubicBezTo>
                <a:cubicBezTo>
                  <a:pt x="10100" y="1320"/>
                  <a:pt x="10060" y="1360"/>
                  <a:pt x="10000" y="1360"/>
                </a:cubicBezTo>
                <a:close/>
                <a:moveTo>
                  <a:pt x="11520" y="1360"/>
                </a:moveTo>
                <a:lnTo>
                  <a:pt x="11060" y="1360"/>
                </a:lnTo>
                <a:cubicBezTo>
                  <a:pt x="11000" y="1360"/>
                  <a:pt x="10960" y="1320"/>
                  <a:pt x="10960" y="1260"/>
                </a:cubicBezTo>
                <a:cubicBezTo>
                  <a:pt x="10960" y="1200"/>
                  <a:pt x="11000" y="1160"/>
                  <a:pt x="11060" y="1160"/>
                </a:cubicBezTo>
                <a:lnTo>
                  <a:pt x="11520" y="1160"/>
                </a:lnTo>
                <a:cubicBezTo>
                  <a:pt x="11580" y="1160"/>
                  <a:pt x="11620" y="1200"/>
                  <a:pt x="11620" y="1260"/>
                </a:cubicBezTo>
                <a:cubicBezTo>
                  <a:pt x="11620" y="1320"/>
                  <a:pt x="11580" y="1360"/>
                  <a:pt x="11520" y="13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>
            <p:custDataLst>
              <p:tags r:id="rId20"/>
            </p:custDataLst>
          </p:nvPr>
        </p:nvSpPr>
        <p:spPr>
          <a:xfrm>
            <a:off x="4091940" y="2758440"/>
            <a:ext cx="1242695" cy="6559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rgbClr val="4C94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21"/>
            </p:custDataLst>
          </p:nvPr>
        </p:nvSpPr>
        <p:spPr>
          <a:xfrm>
            <a:off x="6495462" y="233153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22"/>
            </p:custDataLst>
          </p:nvPr>
        </p:nvSpPr>
        <p:spPr>
          <a:xfrm>
            <a:off x="6474575" y="325993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>
            <p:custDataLst>
              <p:tags r:id="rId23"/>
            </p:custDataLst>
          </p:nvPr>
        </p:nvSpPr>
        <p:spPr>
          <a:xfrm>
            <a:off x="3661404" y="2071836"/>
            <a:ext cx="2123640" cy="1682656"/>
          </a:xfrm>
          <a:prstGeom prst="round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4"/>
            </p:custDataLst>
          </p:nvPr>
        </p:nvSpPr>
        <p:spPr>
          <a:xfrm>
            <a:off x="4265222" y="1882646"/>
            <a:ext cx="952115" cy="40869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79"/>
          <p:cNvSpPr/>
          <p:nvPr>
            <p:custDataLst>
              <p:tags r:id="rId25"/>
            </p:custDataLst>
          </p:nvPr>
        </p:nvSpPr>
        <p:spPr>
          <a:xfrm>
            <a:off x="7718037" y="2048357"/>
            <a:ext cx="2130577" cy="1711347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/>
          <p:cNvSpPr/>
          <p:nvPr>
            <p:custDataLst>
              <p:tags r:id="rId26"/>
            </p:custDataLst>
          </p:nvPr>
        </p:nvSpPr>
        <p:spPr>
          <a:xfrm>
            <a:off x="8321855" y="1859168"/>
            <a:ext cx="952115" cy="40869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27"/>
            </p:custDataLst>
          </p:nvPr>
        </p:nvSpPr>
        <p:spPr>
          <a:xfrm>
            <a:off x="0" y="1359435"/>
            <a:ext cx="1005403" cy="40869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1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ï$ḻide"/>
          <p:cNvSpPr/>
          <p:nvPr>
            <p:custDataLst>
              <p:tags r:id="rId28"/>
            </p:custDataLst>
          </p:nvPr>
        </p:nvSpPr>
        <p:spPr>
          <a:xfrm>
            <a:off x="6157281" y="2710936"/>
            <a:ext cx="1440000" cy="244023"/>
          </a:xfrm>
          <a:prstGeom prst="rightArrow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4400"/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: 圆角 82"/>
          <p:cNvSpPr/>
          <p:nvPr>
            <p:custDataLst>
              <p:tags r:id="rId29"/>
            </p:custDataLst>
          </p:nvPr>
        </p:nvSpPr>
        <p:spPr>
          <a:xfrm>
            <a:off x="4230668" y="2821370"/>
            <a:ext cx="1005403" cy="40869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1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5" t="12537" r="17131" b="15023"/>
          <a:stretch>
            <a:fillRect/>
          </a:stretch>
        </p:blipFill>
        <p:spPr>
          <a:xfrm>
            <a:off x="9530274" y="2055196"/>
            <a:ext cx="1674220" cy="1855693"/>
          </a:xfrm>
          <a:prstGeom prst="rect">
            <a:avLst/>
          </a:prstGeom>
        </p:spPr>
      </p:pic>
      <p:pic>
        <p:nvPicPr>
          <p:cNvPr id="14" name="图片 13" descr="图片包含 图标&#10;&#10;描述已自动生成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985" y="2429400"/>
            <a:ext cx="1348974" cy="1123155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>
          <a:xfrm flipV="1">
            <a:off x="5318158" y="3003161"/>
            <a:ext cx="2872743" cy="34059"/>
          </a:xfrm>
          <a:prstGeom prst="straightConnector1">
            <a:avLst/>
          </a:prstGeom>
          <a:ln w="762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 0.00231 L 0.347 0.21319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61" y="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6 L 0.33646 -0.0122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23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bldLvl="0" animBg="1"/>
      <p:bldP spid="83" grpId="0" bldLvl="0" animBg="1"/>
      <p:bldP spid="83" grpId="1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1784350" y="2480945"/>
            <a:ext cx="3430905" cy="698500"/>
            <a:chOff x="2810" y="3907"/>
            <a:chExt cx="5403" cy="1100"/>
          </a:xfrm>
        </p:grpSpPr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2810" y="3907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28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4083" y="4082"/>
              <a:ext cx="4130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-285750" algn="l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SzPct val="100000"/>
                <a:buFont typeface="Wingdings" panose="05000000000000000000" charset="0"/>
                <a:buNone/>
              </a:pPr>
              <a:r>
                <a:rPr lang="zh-CN" altLang="en-US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什么是</a:t>
              </a:r>
              <a:r>
                <a:rPr lang="en-US" altLang="zh-CN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endParaRPr lang="en-US" altLang="zh-CN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6953250" y="2480945"/>
            <a:ext cx="3326765" cy="698500"/>
            <a:chOff x="10950" y="3907"/>
            <a:chExt cx="5239" cy="1100"/>
          </a:xfrm>
        </p:grpSpPr>
        <p:sp>
          <p:nvSpPr>
            <p:cNvPr id="19" name="矩形 18"/>
            <p:cNvSpPr/>
            <p:nvPr>
              <p:custDataLst>
                <p:tags r:id="rId6"/>
              </p:custDataLst>
            </p:nvPr>
          </p:nvSpPr>
          <p:spPr>
            <a:xfrm>
              <a:off x="10950" y="3907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7"/>
              </p:custDataLst>
            </p:nvPr>
          </p:nvSpPr>
          <p:spPr>
            <a:xfrm>
              <a:off x="12223" y="4082"/>
              <a:ext cx="3966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indent="0" algn="l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SzPct val="100000"/>
                <a:buFont typeface="Wingdings" panose="05000000000000000000" charset="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发展历史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8"/>
            </p:custDataLst>
          </p:nvPr>
        </p:nvGrpSpPr>
        <p:grpSpPr>
          <a:xfrm>
            <a:off x="1784350" y="3764280"/>
            <a:ext cx="3020695" cy="698500"/>
            <a:chOff x="2810" y="5928"/>
            <a:chExt cx="4757" cy="1100"/>
          </a:xfrm>
        </p:grpSpPr>
        <p:sp>
          <p:nvSpPr>
            <p:cNvPr id="22" name="矩形 21"/>
            <p:cNvSpPr/>
            <p:nvPr>
              <p:custDataLst>
                <p:tags r:id="rId9"/>
              </p:custDataLst>
            </p:nvPr>
          </p:nvSpPr>
          <p:spPr>
            <a:xfrm>
              <a:off x="2810" y="5928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0"/>
              </p:custDataLst>
            </p:nvPr>
          </p:nvSpPr>
          <p:spPr>
            <a:xfrm>
              <a:off x="4083" y="5928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Node.js 特点及应用场景</a:t>
              </a:r>
              <a:endPara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1"/>
            </p:custDataLst>
          </p:nvPr>
        </p:nvGrpSpPr>
        <p:grpSpPr>
          <a:xfrm>
            <a:off x="6953250" y="3764280"/>
            <a:ext cx="3326765" cy="698500"/>
            <a:chOff x="10950" y="5928"/>
            <a:chExt cx="5239" cy="1100"/>
          </a:xfrm>
        </p:grpSpPr>
        <p:sp>
          <p:nvSpPr>
            <p:cNvPr id="25" name="矩形 24"/>
            <p:cNvSpPr/>
            <p:nvPr>
              <p:custDataLst>
                <p:tags r:id="rId12"/>
              </p:custDataLst>
            </p:nvPr>
          </p:nvSpPr>
          <p:spPr>
            <a:xfrm>
              <a:off x="10950" y="5928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28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04</a:t>
              </a:r>
              <a:endParaRPr lang="en-US" altLang="zh-CN" sz="28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3"/>
              </p:custDataLst>
            </p:nvPr>
          </p:nvSpPr>
          <p:spPr>
            <a:xfrm>
              <a:off x="12223" y="5928"/>
              <a:ext cx="3966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Node.js 与 JavaScript区别</a:t>
              </a:r>
              <a:endPara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圆顶角 4"/>
          <p:cNvSpPr txBox="1"/>
          <p:nvPr>
            <p:custDataLst>
              <p:tags r:id="rId1"/>
            </p:custDataLst>
          </p:nvPr>
        </p:nvSpPr>
        <p:spPr>
          <a:xfrm>
            <a:off x="436245" y="1840230"/>
            <a:ext cx="7122160" cy="3710940"/>
          </a:xfrm>
          <a:prstGeom prst="roundRect">
            <a:avLst>
              <a:gd name="adj" fmla="val 1236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0" vert="horz" wrap="square" lIns="38100" tIns="19050" rIns="38100" bIns="19050" numCol="1" spcCol="1270" anchor="ctr" anchorCtr="0">
            <a:noAutofit/>
          </a:bodyPr>
          <a:p>
            <a:pPr algn="ctr"/>
            <a:endParaRPr lang="zh-CN" altLang="zh-CN" kern="100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28219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</a:t>
            </a: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endParaRPr kumimoji="1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4"/>
            </p:custDataLst>
          </p:nvPr>
        </p:nvSpPr>
        <p:spPr>
          <a:xfrm>
            <a:off x="209006" y="1567002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5"/>
            </p:custDataLst>
          </p:nvPr>
        </p:nvSpPr>
        <p:spPr>
          <a:xfrm>
            <a:off x="591185" y="2026285"/>
            <a:ext cx="6791325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--是一个基于Chrome V8引擎的JavaScript运行环境，是一个为实时Web应用开发而诞生的平台。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让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运行在服务器端的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平台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语言的服务器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运行环境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采用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Google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公司的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V8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引擎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作为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语言解释器，通过自行开发的</a:t>
            </a: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libuv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库来调用操作系统资源。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7485" y="2363470"/>
            <a:ext cx="4208780" cy="29425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Freeform 96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5088890" y="3308350"/>
            <a:ext cx="243205" cy="293370"/>
          </a:xfrm>
          <a:custGeom>
            <a:avLst/>
            <a:gdLst>
              <a:gd name="T0" fmla="*/ 16 w 29"/>
              <a:gd name="T1" fmla="*/ 0 h 35"/>
              <a:gd name="T2" fmla="*/ 15 w 29"/>
              <a:gd name="T3" fmla="*/ 0 h 35"/>
              <a:gd name="T4" fmla="*/ 14 w 29"/>
              <a:gd name="T5" fmla="*/ 1 h 35"/>
              <a:gd name="T6" fmla="*/ 0 w 29"/>
              <a:gd name="T7" fmla="*/ 19 h 35"/>
              <a:gd name="T8" fmla="*/ 0 w 29"/>
              <a:gd name="T9" fmla="*/ 21 h 35"/>
              <a:gd name="T10" fmla="*/ 19 w 29"/>
              <a:gd name="T11" fmla="*/ 35 h 35"/>
              <a:gd name="T12" fmla="*/ 20 w 29"/>
              <a:gd name="T13" fmla="*/ 35 h 35"/>
              <a:gd name="T14" fmla="*/ 21 w 29"/>
              <a:gd name="T15" fmla="*/ 35 h 35"/>
              <a:gd name="T16" fmla="*/ 16 w 29"/>
              <a:gd name="T17" fmla="*/ 0 h 35"/>
              <a:gd name="T18" fmla="*/ 19 w 29"/>
              <a:gd name="T19" fmla="*/ 32 h 35"/>
              <a:gd name="T20" fmla="*/ 4 w 29"/>
              <a:gd name="T21" fmla="*/ 20 h 35"/>
              <a:gd name="T22" fmla="*/ 16 w 29"/>
              <a:gd name="T23" fmla="*/ 4 h 35"/>
              <a:gd name="T24" fmla="*/ 19 w 29"/>
              <a:gd name="T25" fmla="*/ 3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9" h="35">
                <a:moveTo>
                  <a:pt x="16" y="0"/>
                </a:moveTo>
                <a:cubicBezTo>
                  <a:pt x="16" y="0"/>
                  <a:pt x="15" y="0"/>
                  <a:pt x="15" y="0"/>
                </a:cubicBezTo>
                <a:cubicBezTo>
                  <a:pt x="15" y="0"/>
                  <a:pt x="14" y="0"/>
                  <a:pt x="14" y="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0"/>
                  <a:pt x="0" y="21"/>
                  <a:pt x="0" y="21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20" y="35"/>
                  <a:pt x="20" y="35"/>
                </a:cubicBezTo>
                <a:cubicBezTo>
                  <a:pt x="20" y="35"/>
                  <a:pt x="21" y="35"/>
                  <a:pt x="21" y="35"/>
                </a:cubicBezTo>
                <a:cubicBezTo>
                  <a:pt x="29" y="24"/>
                  <a:pt x="27" y="8"/>
                  <a:pt x="16" y="0"/>
                </a:cubicBezTo>
                <a:close/>
                <a:moveTo>
                  <a:pt x="19" y="32"/>
                </a:moveTo>
                <a:cubicBezTo>
                  <a:pt x="4" y="20"/>
                  <a:pt x="4" y="20"/>
                  <a:pt x="4" y="20"/>
                </a:cubicBezTo>
                <a:cubicBezTo>
                  <a:pt x="16" y="4"/>
                  <a:pt x="16" y="4"/>
                  <a:pt x="16" y="4"/>
                </a:cubicBezTo>
                <a:cubicBezTo>
                  <a:pt x="24" y="11"/>
                  <a:pt x="25" y="23"/>
                  <a:pt x="19" y="3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6" name="Freeform 97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004435" y="3216275"/>
            <a:ext cx="167640" cy="226060"/>
          </a:xfrm>
          <a:custGeom>
            <a:avLst/>
            <a:gdLst>
              <a:gd name="T0" fmla="*/ 4 w 20"/>
              <a:gd name="T1" fmla="*/ 27 h 27"/>
              <a:gd name="T2" fmla="*/ 5 w 20"/>
              <a:gd name="T3" fmla="*/ 27 h 27"/>
              <a:gd name="T4" fmla="*/ 6 w 20"/>
              <a:gd name="T5" fmla="*/ 27 h 27"/>
              <a:gd name="T6" fmla="*/ 20 w 20"/>
              <a:gd name="T7" fmla="*/ 8 h 27"/>
              <a:gd name="T8" fmla="*/ 20 w 20"/>
              <a:gd name="T9" fmla="*/ 7 h 27"/>
              <a:gd name="T10" fmla="*/ 19 w 20"/>
              <a:gd name="T11" fmla="*/ 6 h 27"/>
              <a:gd name="T12" fmla="*/ 1 w 20"/>
              <a:gd name="T13" fmla="*/ 1 h 27"/>
              <a:gd name="T14" fmla="*/ 0 w 20"/>
              <a:gd name="T15" fmla="*/ 3 h 27"/>
              <a:gd name="T16" fmla="*/ 3 w 20"/>
              <a:gd name="T17" fmla="*/ 26 h 27"/>
              <a:gd name="T18" fmla="*/ 4 w 20"/>
              <a:gd name="T19" fmla="*/ 27 h 27"/>
              <a:gd name="T20" fmla="*/ 16 w 20"/>
              <a:gd name="T21" fmla="*/ 8 h 27"/>
              <a:gd name="T22" fmla="*/ 5 w 20"/>
              <a:gd name="T23" fmla="*/ 22 h 27"/>
              <a:gd name="T24" fmla="*/ 3 w 20"/>
              <a:gd name="T25" fmla="*/ 4 h 27"/>
              <a:gd name="T26" fmla="*/ 16 w 20"/>
              <a:gd name="T27" fmla="*/ 8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" h="27">
                <a:moveTo>
                  <a:pt x="4" y="27"/>
                </a:moveTo>
                <a:cubicBezTo>
                  <a:pt x="4" y="27"/>
                  <a:pt x="4" y="27"/>
                  <a:pt x="5" y="27"/>
                </a:cubicBezTo>
                <a:cubicBezTo>
                  <a:pt x="5" y="27"/>
                  <a:pt x="5" y="27"/>
                  <a:pt x="6" y="27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8"/>
                  <a:pt x="20" y="7"/>
                  <a:pt x="20" y="7"/>
                </a:cubicBezTo>
                <a:cubicBezTo>
                  <a:pt x="20" y="7"/>
                  <a:pt x="20" y="6"/>
                  <a:pt x="19" y="6"/>
                </a:cubicBezTo>
                <a:cubicBezTo>
                  <a:pt x="14" y="2"/>
                  <a:pt x="7" y="0"/>
                  <a:pt x="1" y="1"/>
                </a:cubicBezTo>
                <a:cubicBezTo>
                  <a:pt x="0" y="2"/>
                  <a:pt x="0" y="2"/>
                  <a:pt x="0" y="3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7"/>
                  <a:pt x="3" y="27"/>
                  <a:pt x="4" y="27"/>
                </a:cubicBezTo>
                <a:close/>
                <a:moveTo>
                  <a:pt x="16" y="8"/>
                </a:moveTo>
                <a:cubicBezTo>
                  <a:pt x="5" y="22"/>
                  <a:pt x="5" y="22"/>
                  <a:pt x="5" y="22"/>
                </a:cubicBezTo>
                <a:cubicBezTo>
                  <a:pt x="3" y="4"/>
                  <a:pt x="3" y="4"/>
                  <a:pt x="3" y="4"/>
                </a:cubicBezTo>
                <a:cubicBezTo>
                  <a:pt x="8" y="4"/>
                  <a:pt x="12" y="5"/>
                  <a:pt x="16" y="8"/>
                </a:cubicBezTo>
                <a:close/>
              </a:path>
            </a:pathLst>
          </a:custGeom>
          <a:solidFill>
            <a:schemeClr val="lt2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6" tIns="45708" rIns="91416" bIns="45708" numCol="1" anchor="t" anchorCtr="0" compatLnSpc="1"/>
          <a:lstStyle/>
          <a:p>
            <a:endParaRPr lang="th-TH" sz="105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07745" y="1854200"/>
            <a:ext cx="5052060" cy="2639695"/>
            <a:chOff x="1587" y="2920"/>
            <a:chExt cx="7956" cy="4157"/>
          </a:xfrm>
        </p:grpSpPr>
        <p:sp>
          <p:nvSpPr>
            <p:cNvPr id="112" name="Freeform 9"/>
            <p:cNvSpPr/>
            <p:nvPr>
              <p:custDataLst>
                <p:tags r:id="rId5"/>
              </p:custDataLst>
            </p:nvPr>
          </p:nvSpPr>
          <p:spPr bwMode="auto">
            <a:xfrm>
              <a:off x="6283" y="3817"/>
              <a:ext cx="3260" cy="3261"/>
            </a:xfrm>
            <a:custGeom>
              <a:avLst/>
              <a:gdLst>
                <a:gd name="T0" fmla="*/ 144 w 287"/>
                <a:gd name="T1" fmla="*/ 0 h 288"/>
                <a:gd name="T2" fmla="*/ 84 w 287"/>
                <a:gd name="T3" fmla="*/ 57 h 288"/>
                <a:gd name="T4" fmla="*/ 64 w 287"/>
                <a:gd name="T5" fmla="*/ 37 h 288"/>
                <a:gd name="T6" fmla="*/ 42 w 287"/>
                <a:gd name="T7" fmla="*/ 42 h 288"/>
                <a:gd name="T8" fmla="*/ 37 w 287"/>
                <a:gd name="T9" fmla="*/ 64 h 288"/>
                <a:gd name="T10" fmla="*/ 57 w 287"/>
                <a:gd name="T11" fmla="*/ 84 h 288"/>
                <a:gd name="T12" fmla="*/ 0 w 287"/>
                <a:gd name="T13" fmla="*/ 144 h 288"/>
                <a:gd name="T14" fmla="*/ 60 w 287"/>
                <a:gd name="T15" fmla="*/ 201 h 288"/>
                <a:gd name="T16" fmla="*/ 80 w 287"/>
                <a:gd name="T17" fmla="*/ 181 h 288"/>
                <a:gd name="T18" fmla="*/ 102 w 287"/>
                <a:gd name="T19" fmla="*/ 185 h 288"/>
                <a:gd name="T20" fmla="*/ 107 w 287"/>
                <a:gd name="T21" fmla="*/ 207 h 288"/>
                <a:gd name="T22" fmla="*/ 87 w 287"/>
                <a:gd name="T23" fmla="*/ 228 h 288"/>
                <a:gd name="T24" fmla="*/ 144 w 287"/>
                <a:gd name="T25" fmla="*/ 288 h 288"/>
                <a:gd name="T26" fmla="*/ 204 w 287"/>
                <a:gd name="T27" fmla="*/ 231 h 288"/>
                <a:gd name="T28" fmla="*/ 224 w 287"/>
                <a:gd name="T29" fmla="*/ 251 h 288"/>
                <a:gd name="T30" fmla="*/ 246 w 287"/>
                <a:gd name="T31" fmla="*/ 246 h 288"/>
                <a:gd name="T32" fmla="*/ 251 w 287"/>
                <a:gd name="T33" fmla="*/ 224 h 288"/>
                <a:gd name="T34" fmla="*/ 231 w 287"/>
                <a:gd name="T35" fmla="*/ 204 h 288"/>
                <a:gd name="T36" fmla="*/ 287 w 287"/>
                <a:gd name="T37" fmla="*/ 144 h 288"/>
                <a:gd name="T38" fmla="*/ 227 w 287"/>
                <a:gd name="T39" fmla="*/ 87 h 288"/>
                <a:gd name="T40" fmla="*/ 207 w 287"/>
                <a:gd name="T41" fmla="*/ 108 h 288"/>
                <a:gd name="T42" fmla="*/ 185 w 287"/>
                <a:gd name="T43" fmla="*/ 103 h 288"/>
                <a:gd name="T44" fmla="*/ 180 w 287"/>
                <a:gd name="T45" fmla="*/ 81 h 288"/>
                <a:gd name="T46" fmla="*/ 200 w 287"/>
                <a:gd name="T47" fmla="*/ 61 h 288"/>
                <a:gd name="T48" fmla="*/ 144 w 287"/>
                <a:gd name="T4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144" y="0"/>
                  </a:moveTo>
                  <a:cubicBezTo>
                    <a:pt x="144" y="0"/>
                    <a:pt x="94" y="60"/>
                    <a:pt x="84" y="57"/>
                  </a:cubicBezTo>
                  <a:cubicBezTo>
                    <a:pt x="73" y="55"/>
                    <a:pt x="69" y="42"/>
                    <a:pt x="64" y="37"/>
                  </a:cubicBezTo>
                  <a:cubicBezTo>
                    <a:pt x="58" y="32"/>
                    <a:pt x="49" y="35"/>
                    <a:pt x="42" y="42"/>
                  </a:cubicBezTo>
                  <a:cubicBezTo>
                    <a:pt x="34" y="49"/>
                    <a:pt x="31" y="59"/>
                    <a:pt x="37" y="64"/>
                  </a:cubicBezTo>
                  <a:cubicBezTo>
                    <a:pt x="42" y="69"/>
                    <a:pt x="54" y="74"/>
                    <a:pt x="57" y="84"/>
                  </a:cubicBezTo>
                  <a:cubicBezTo>
                    <a:pt x="59" y="95"/>
                    <a:pt x="0" y="144"/>
                    <a:pt x="0" y="144"/>
                  </a:cubicBezTo>
                  <a:cubicBezTo>
                    <a:pt x="0" y="144"/>
                    <a:pt x="50" y="203"/>
                    <a:pt x="60" y="201"/>
                  </a:cubicBezTo>
                  <a:cubicBezTo>
                    <a:pt x="71" y="198"/>
                    <a:pt x="75" y="186"/>
                    <a:pt x="80" y="181"/>
                  </a:cubicBezTo>
                  <a:cubicBezTo>
                    <a:pt x="86" y="175"/>
                    <a:pt x="95" y="178"/>
                    <a:pt x="102" y="185"/>
                  </a:cubicBezTo>
                  <a:cubicBezTo>
                    <a:pt x="110" y="193"/>
                    <a:pt x="113" y="202"/>
                    <a:pt x="107" y="207"/>
                  </a:cubicBezTo>
                  <a:cubicBezTo>
                    <a:pt x="102" y="213"/>
                    <a:pt x="90" y="217"/>
                    <a:pt x="87" y="228"/>
                  </a:cubicBezTo>
                  <a:cubicBezTo>
                    <a:pt x="85" y="238"/>
                    <a:pt x="144" y="288"/>
                    <a:pt x="144" y="288"/>
                  </a:cubicBezTo>
                  <a:cubicBezTo>
                    <a:pt x="144" y="288"/>
                    <a:pt x="193" y="228"/>
                    <a:pt x="204" y="231"/>
                  </a:cubicBezTo>
                  <a:cubicBezTo>
                    <a:pt x="214" y="233"/>
                    <a:pt x="219" y="246"/>
                    <a:pt x="224" y="251"/>
                  </a:cubicBezTo>
                  <a:cubicBezTo>
                    <a:pt x="229" y="256"/>
                    <a:pt x="238" y="254"/>
                    <a:pt x="246" y="246"/>
                  </a:cubicBezTo>
                  <a:cubicBezTo>
                    <a:pt x="253" y="239"/>
                    <a:pt x="256" y="230"/>
                    <a:pt x="251" y="224"/>
                  </a:cubicBezTo>
                  <a:cubicBezTo>
                    <a:pt x="245" y="219"/>
                    <a:pt x="233" y="215"/>
                    <a:pt x="231" y="204"/>
                  </a:cubicBezTo>
                  <a:cubicBezTo>
                    <a:pt x="228" y="194"/>
                    <a:pt x="287" y="144"/>
                    <a:pt x="287" y="144"/>
                  </a:cubicBezTo>
                  <a:cubicBezTo>
                    <a:pt x="287" y="144"/>
                    <a:pt x="238" y="85"/>
                    <a:pt x="227" y="87"/>
                  </a:cubicBezTo>
                  <a:cubicBezTo>
                    <a:pt x="217" y="90"/>
                    <a:pt x="212" y="102"/>
                    <a:pt x="207" y="108"/>
                  </a:cubicBezTo>
                  <a:cubicBezTo>
                    <a:pt x="202" y="113"/>
                    <a:pt x="193" y="110"/>
                    <a:pt x="185" y="103"/>
                  </a:cubicBezTo>
                  <a:cubicBezTo>
                    <a:pt x="178" y="95"/>
                    <a:pt x="175" y="86"/>
                    <a:pt x="180" y="81"/>
                  </a:cubicBezTo>
                  <a:cubicBezTo>
                    <a:pt x="186" y="75"/>
                    <a:pt x="198" y="71"/>
                    <a:pt x="200" y="61"/>
                  </a:cubicBezTo>
                  <a:cubicBezTo>
                    <a:pt x="203" y="50"/>
                    <a:pt x="144" y="0"/>
                    <a:pt x="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4" name="Freeform 9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498" y="5171"/>
              <a:ext cx="635" cy="659"/>
            </a:xfrm>
            <a:custGeom>
              <a:avLst/>
              <a:gdLst>
                <a:gd name="T0" fmla="*/ 30 w 48"/>
                <a:gd name="T1" fmla="*/ 24 h 50"/>
                <a:gd name="T2" fmla="*/ 27 w 48"/>
                <a:gd name="T3" fmla="*/ 2 h 50"/>
                <a:gd name="T4" fmla="*/ 25 w 48"/>
                <a:gd name="T5" fmla="*/ 0 h 50"/>
                <a:gd name="T6" fmla="*/ 9 w 48"/>
                <a:gd name="T7" fmla="*/ 10 h 50"/>
                <a:gd name="T8" fmla="*/ 13 w 48"/>
                <a:gd name="T9" fmla="*/ 44 h 50"/>
                <a:gd name="T10" fmla="*/ 32 w 48"/>
                <a:gd name="T11" fmla="*/ 49 h 50"/>
                <a:gd name="T12" fmla="*/ 48 w 48"/>
                <a:gd name="T13" fmla="*/ 39 h 50"/>
                <a:gd name="T14" fmla="*/ 48 w 48"/>
                <a:gd name="T15" fmla="*/ 37 h 50"/>
                <a:gd name="T16" fmla="*/ 30 w 48"/>
                <a:gd name="T17" fmla="*/ 24 h 50"/>
                <a:gd name="T18" fmla="*/ 31 w 48"/>
                <a:gd name="T19" fmla="*/ 46 h 50"/>
                <a:gd name="T20" fmla="*/ 15 w 48"/>
                <a:gd name="T21" fmla="*/ 42 h 50"/>
                <a:gd name="T22" fmla="*/ 11 w 48"/>
                <a:gd name="T23" fmla="*/ 12 h 50"/>
                <a:gd name="T24" fmla="*/ 24 w 48"/>
                <a:gd name="T25" fmla="*/ 4 h 50"/>
                <a:gd name="T26" fmla="*/ 27 w 48"/>
                <a:gd name="T27" fmla="*/ 25 h 50"/>
                <a:gd name="T28" fmla="*/ 27 w 48"/>
                <a:gd name="T29" fmla="*/ 26 h 50"/>
                <a:gd name="T30" fmla="*/ 44 w 48"/>
                <a:gd name="T31" fmla="*/ 39 h 50"/>
                <a:gd name="T32" fmla="*/ 31 w 48"/>
                <a:gd name="T33" fmla="*/ 4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50">
                  <a:moveTo>
                    <a:pt x="30" y="24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6" y="1"/>
                    <a:pt x="26" y="0"/>
                    <a:pt x="25" y="0"/>
                  </a:cubicBezTo>
                  <a:cubicBezTo>
                    <a:pt x="18" y="1"/>
                    <a:pt x="13" y="5"/>
                    <a:pt x="9" y="10"/>
                  </a:cubicBezTo>
                  <a:cubicBezTo>
                    <a:pt x="0" y="21"/>
                    <a:pt x="3" y="36"/>
                    <a:pt x="13" y="44"/>
                  </a:cubicBezTo>
                  <a:cubicBezTo>
                    <a:pt x="19" y="48"/>
                    <a:pt x="25" y="50"/>
                    <a:pt x="32" y="49"/>
                  </a:cubicBezTo>
                  <a:cubicBezTo>
                    <a:pt x="38" y="48"/>
                    <a:pt x="44" y="45"/>
                    <a:pt x="48" y="39"/>
                  </a:cubicBezTo>
                  <a:cubicBezTo>
                    <a:pt x="48" y="39"/>
                    <a:pt x="48" y="38"/>
                    <a:pt x="48" y="37"/>
                  </a:cubicBezTo>
                  <a:lnTo>
                    <a:pt x="30" y="24"/>
                  </a:lnTo>
                  <a:close/>
                  <a:moveTo>
                    <a:pt x="31" y="46"/>
                  </a:moveTo>
                  <a:cubicBezTo>
                    <a:pt x="26" y="47"/>
                    <a:pt x="20" y="45"/>
                    <a:pt x="15" y="42"/>
                  </a:cubicBezTo>
                  <a:cubicBezTo>
                    <a:pt x="6" y="35"/>
                    <a:pt x="4" y="21"/>
                    <a:pt x="11" y="12"/>
                  </a:cubicBezTo>
                  <a:cubicBezTo>
                    <a:pt x="14" y="8"/>
                    <a:pt x="19" y="5"/>
                    <a:pt x="24" y="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6"/>
                    <a:pt x="27" y="26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1" y="43"/>
                    <a:pt x="36" y="45"/>
                    <a:pt x="31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4" name="TextBox 3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587" y="2920"/>
              <a:ext cx="4548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实时 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Web 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应用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开发平台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5" name="TextBox 3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848" y="4350"/>
              <a:ext cx="3903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微软雅黑" panose="020B0503020204020204" pitchFamily="34" charset="-122"/>
                </a:rPr>
                <a:t>用于方便地搭建响应速度快、易于扩展的网络应用</a:t>
              </a:r>
              <a:endPara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301365" y="1395730"/>
            <a:ext cx="5589270" cy="4306570"/>
            <a:chOff x="5199" y="2198"/>
            <a:chExt cx="8802" cy="6782"/>
          </a:xfrm>
        </p:grpSpPr>
        <p:sp>
          <p:nvSpPr>
            <p:cNvPr id="121" name="Freeform 8"/>
            <p:cNvSpPr/>
            <p:nvPr>
              <p:custDataLst>
                <p:tags r:id="rId9"/>
              </p:custDataLst>
            </p:nvPr>
          </p:nvSpPr>
          <p:spPr bwMode="auto">
            <a:xfrm>
              <a:off x="7908" y="2198"/>
              <a:ext cx="3271" cy="3250"/>
            </a:xfrm>
            <a:custGeom>
              <a:avLst/>
              <a:gdLst>
                <a:gd name="T0" fmla="*/ 246 w 288"/>
                <a:gd name="T1" fmla="*/ 246 h 287"/>
                <a:gd name="T2" fmla="*/ 224 w 288"/>
                <a:gd name="T3" fmla="*/ 251 h 287"/>
                <a:gd name="T4" fmla="*/ 204 w 288"/>
                <a:gd name="T5" fmla="*/ 231 h 287"/>
                <a:gd name="T6" fmla="*/ 144 w 288"/>
                <a:gd name="T7" fmla="*/ 287 h 287"/>
                <a:gd name="T8" fmla="*/ 84 w 288"/>
                <a:gd name="T9" fmla="*/ 231 h 287"/>
                <a:gd name="T10" fmla="*/ 64 w 288"/>
                <a:gd name="T11" fmla="*/ 251 h 287"/>
                <a:gd name="T12" fmla="*/ 42 w 288"/>
                <a:gd name="T13" fmla="*/ 246 h 287"/>
                <a:gd name="T14" fmla="*/ 37 w 288"/>
                <a:gd name="T15" fmla="*/ 224 h 287"/>
                <a:gd name="T16" fmla="*/ 57 w 288"/>
                <a:gd name="T17" fmla="*/ 204 h 287"/>
                <a:gd name="T18" fmla="*/ 0 w 288"/>
                <a:gd name="T19" fmla="*/ 144 h 287"/>
                <a:gd name="T20" fmla="*/ 57 w 288"/>
                <a:gd name="T21" fmla="*/ 84 h 287"/>
                <a:gd name="T22" fmla="*/ 37 w 288"/>
                <a:gd name="T23" fmla="*/ 64 h 287"/>
                <a:gd name="T24" fmla="*/ 42 w 288"/>
                <a:gd name="T25" fmla="*/ 42 h 287"/>
                <a:gd name="T26" fmla="*/ 64 w 288"/>
                <a:gd name="T27" fmla="*/ 37 h 287"/>
                <a:gd name="T28" fmla="*/ 84 w 288"/>
                <a:gd name="T29" fmla="*/ 57 h 287"/>
                <a:gd name="T30" fmla="*/ 144 w 288"/>
                <a:gd name="T31" fmla="*/ 0 h 287"/>
                <a:gd name="T32" fmla="*/ 204 w 288"/>
                <a:gd name="T33" fmla="*/ 57 h 287"/>
                <a:gd name="T34" fmla="*/ 224 w 288"/>
                <a:gd name="T35" fmla="*/ 37 h 287"/>
                <a:gd name="T36" fmla="*/ 246 w 288"/>
                <a:gd name="T37" fmla="*/ 42 h 287"/>
                <a:gd name="T38" fmla="*/ 251 w 288"/>
                <a:gd name="T39" fmla="*/ 64 h 287"/>
                <a:gd name="T40" fmla="*/ 231 w 288"/>
                <a:gd name="T41" fmla="*/ 84 h 287"/>
                <a:gd name="T42" fmla="*/ 288 w 288"/>
                <a:gd name="T43" fmla="*/ 144 h 287"/>
                <a:gd name="T44" fmla="*/ 231 w 288"/>
                <a:gd name="T45" fmla="*/ 204 h 287"/>
                <a:gd name="T46" fmla="*/ 251 w 288"/>
                <a:gd name="T47" fmla="*/ 224 h 287"/>
                <a:gd name="T48" fmla="*/ 246 w 288"/>
                <a:gd name="T49" fmla="*/ 24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8" h="287">
                  <a:moveTo>
                    <a:pt x="246" y="246"/>
                  </a:moveTo>
                  <a:cubicBezTo>
                    <a:pt x="239" y="253"/>
                    <a:pt x="230" y="256"/>
                    <a:pt x="224" y="251"/>
                  </a:cubicBezTo>
                  <a:cubicBezTo>
                    <a:pt x="219" y="245"/>
                    <a:pt x="215" y="233"/>
                    <a:pt x="204" y="231"/>
                  </a:cubicBezTo>
                  <a:cubicBezTo>
                    <a:pt x="193" y="228"/>
                    <a:pt x="144" y="287"/>
                    <a:pt x="144" y="287"/>
                  </a:cubicBezTo>
                  <a:cubicBezTo>
                    <a:pt x="144" y="287"/>
                    <a:pt x="95" y="228"/>
                    <a:pt x="84" y="231"/>
                  </a:cubicBezTo>
                  <a:cubicBezTo>
                    <a:pt x="73" y="233"/>
                    <a:pt x="69" y="245"/>
                    <a:pt x="64" y="251"/>
                  </a:cubicBezTo>
                  <a:cubicBezTo>
                    <a:pt x="59" y="256"/>
                    <a:pt x="49" y="253"/>
                    <a:pt x="42" y="246"/>
                  </a:cubicBezTo>
                  <a:cubicBezTo>
                    <a:pt x="35" y="238"/>
                    <a:pt x="32" y="229"/>
                    <a:pt x="37" y="224"/>
                  </a:cubicBezTo>
                  <a:cubicBezTo>
                    <a:pt x="42" y="219"/>
                    <a:pt x="55" y="214"/>
                    <a:pt x="57" y="204"/>
                  </a:cubicBezTo>
                  <a:cubicBezTo>
                    <a:pt x="60" y="193"/>
                    <a:pt x="0" y="144"/>
                    <a:pt x="0" y="144"/>
                  </a:cubicBezTo>
                  <a:cubicBezTo>
                    <a:pt x="0" y="144"/>
                    <a:pt x="60" y="94"/>
                    <a:pt x="57" y="84"/>
                  </a:cubicBezTo>
                  <a:cubicBezTo>
                    <a:pt x="55" y="73"/>
                    <a:pt x="42" y="69"/>
                    <a:pt x="37" y="64"/>
                  </a:cubicBezTo>
                  <a:cubicBezTo>
                    <a:pt x="32" y="58"/>
                    <a:pt x="35" y="49"/>
                    <a:pt x="42" y="42"/>
                  </a:cubicBezTo>
                  <a:cubicBezTo>
                    <a:pt x="49" y="34"/>
                    <a:pt x="59" y="31"/>
                    <a:pt x="64" y="37"/>
                  </a:cubicBezTo>
                  <a:cubicBezTo>
                    <a:pt x="69" y="42"/>
                    <a:pt x="74" y="54"/>
                    <a:pt x="84" y="57"/>
                  </a:cubicBezTo>
                  <a:cubicBezTo>
                    <a:pt x="95" y="59"/>
                    <a:pt x="144" y="0"/>
                    <a:pt x="144" y="0"/>
                  </a:cubicBezTo>
                  <a:cubicBezTo>
                    <a:pt x="144" y="0"/>
                    <a:pt x="193" y="59"/>
                    <a:pt x="204" y="57"/>
                  </a:cubicBezTo>
                  <a:cubicBezTo>
                    <a:pt x="215" y="54"/>
                    <a:pt x="219" y="42"/>
                    <a:pt x="224" y="37"/>
                  </a:cubicBezTo>
                  <a:cubicBezTo>
                    <a:pt x="230" y="31"/>
                    <a:pt x="239" y="34"/>
                    <a:pt x="246" y="42"/>
                  </a:cubicBezTo>
                  <a:cubicBezTo>
                    <a:pt x="253" y="49"/>
                    <a:pt x="256" y="58"/>
                    <a:pt x="251" y="64"/>
                  </a:cubicBezTo>
                  <a:cubicBezTo>
                    <a:pt x="246" y="69"/>
                    <a:pt x="233" y="73"/>
                    <a:pt x="231" y="84"/>
                  </a:cubicBezTo>
                  <a:cubicBezTo>
                    <a:pt x="228" y="94"/>
                    <a:pt x="288" y="144"/>
                    <a:pt x="288" y="144"/>
                  </a:cubicBezTo>
                  <a:cubicBezTo>
                    <a:pt x="288" y="144"/>
                    <a:pt x="228" y="193"/>
                    <a:pt x="231" y="204"/>
                  </a:cubicBezTo>
                  <a:cubicBezTo>
                    <a:pt x="233" y="214"/>
                    <a:pt x="246" y="219"/>
                    <a:pt x="251" y="224"/>
                  </a:cubicBezTo>
                  <a:cubicBezTo>
                    <a:pt x="256" y="229"/>
                    <a:pt x="253" y="238"/>
                    <a:pt x="246" y="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2" name="Freeform 20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9074" y="3321"/>
              <a:ext cx="913" cy="846"/>
            </a:xfrm>
            <a:custGeom>
              <a:avLst/>
              <a:gdLst>
                <a:gd name="T0" fmla="*/ 57 w 69"/>
                <a:gd name="T1" fmla="*/ 6 h 64"/>
                <a:gd name="T2" fmla="*/ 56 w 69"/>
                <a:gd name="T3" fmla="*/ 0 h 64"/>
                <a:gd name="T4" fmla="*/ 38 w 69"/>
                <a:gd name="T5" fmla="*/ 0 h 64"/>
                <a:gd name="T6" fmla="*/ 13 w 69"/>
                <a:gd name="T7" fmla="*/ 0 h 64"/>
                <a:gd name="T8" fmla="*/ 12 w 69"/>
                <a:gd name="T9" fmla="*/ 6 h 64"/>
                <a:gd name="T10" fmla="*/ 0 w 69"/>
                <a:gd name="T11" fmla="*/ 9 h 64"/>
                <a:gd name="T12" fmla="*/ 20 w 69"/>
                <a:gd name="T13" fmla="*/ 35 h 64"/>
                <a:gd name="T14" fmla="*/ 21 w 69"/>
                <a:gd name="T15" fmla="*/ 35 h 64"/>
                <a:gd name="T16" fmla="*/ 15 w 69"/>
                <a:gd name="T17" fmla="*/ 57 h 64"/>
                <a:gd name="T18" fmla="*/ 14 w 69"/>
                <a:gd name="T19" fmla="*/ 63 h 64"/>
                <a:gd name="T20" fmla="*/ 37 w 69"/>
                <a:gd name="T21" fmla="*/ 64 h 64"/>
                <a:gd name="T22" fmla="*/ 54 w 69"/>
                <a:gd name="T23" fmla="*/ 64 h 64"/>
                <a:gd name="T24" fmla="*/ 55 w 69"/>
                <a:gd name="T25" fmla="*/ 59 h 64"/>
                <a:gd name="T26" fmla="*/ 45 w 69"/>
                <a:gd name="T27" fmla="*/ 49 h 64"/>
                <a:gd name="T28" fmla="*/ 49 w 69"/>
                <a:gd name="T29" fmla="*/ 35 h 64"/>
                <a:gd name="T30" fmla="*/ 66 w 69"/>
                <a:gd name="T31" fmla="*/ 22 h 64"/>
                <a:gd name="T32" fmla="*/ 65 w 69"/>
                <a:gd name="T33" fmla="*/ 6 h 64"/>
                <a:gd name="T34" fmla="*/ 4 w 69"/>
                <a:gd name="T35" fmla="*/ 9 h 64"/>
                <a:gd name="T36" fmla="*/ 12 w 69"/>
                <a:gd name="T37" fmla="*/ 9 h 64"/>
                <a:gd name="T38" fmla="*/ 14 w 69"/>
                <a:gd name="T39" fmla="*/ 17 h 64"/>
                <a:gd name="T40" fmla="*/ 14 w 69"/>
                <a:gd name="T41" fmla="*/ 18 h 64"/>
                <a:gd name="T42" fmla="*/ 6 w 69"/>
                <a:gd name="T43" fmla="*/ 20 h 64"/>
                <a:gd name="T44" fmla="*/ 42 w 69"/>
                <a:gd name="T45" fmla="*/ 51 h 64"/>
                <a:gd name="T46" fmla="*/ 52 w 69"/>
                <a:gd name="T47" fmla="*/ 61 h 64"/>
                <a:gd name="T48" fmla="*/ 37 w 69"/>
                <a:gd name="T49" fmla="*/ 61 h 64"/>
                <a:gd name="T50" fmla="*/ 17 w 69"/>
                <a:gd name="T51" fmla="*/ 60 h 64"/>
                <a:gd name="T52" fmla="*/ 37 w 69"/>
                <a:gd name="T53" fmla="*/ 51 h 64"/>
                <a:gd name="T54" fmla="*/ 37 w 69"/>
                <a:gd name="T55" fmla="*/ 48 h 64"/>
                <a:gd name="T56" fmla="*/ 24 w 69"/>
                <a:gd name="T57" fmla="*/ 33 h 64"/>
                <a:gd name="T58" fmla="*/ 31 w 69"/>
                <a:gd name="T59" fmla="*/ 26 h 64"/>
                <a:gd name="T60" fmla="*/ 31 w 69"/>
                <a:gd name="T61" fmla="*/ 23 h 64"/>
                <a:gd name="T62" fmla="*/ 18 w 69"/>
                <a:gd name="T63" fmla="*/ 19 h 64"/>
                <a:gd name="T64" fmla="*/ 41 w 69"/>
                <a:gd name="T65" fmla="*/ 17 h 64"/>
                <a:gd name="T66" fmla="*/ 17 w 69"/>
                <a:gd name="T67" fmla="*/ 16 h 64"/>
                <a:gd name="T68" fmla="*/ 48 w 69"/>
                <a:gd name="T69" fmla="*/ 11 h 64"/>
                <a:gd name="T70" fmla="*/ 48 w 69"/>
                <a:gd name="T71" fmla="*/ 8 h 64"/>
                <a:gd name="T72" fmla="*/ 15 w 69"/>
                <a:gd name="T73" fmla="*/ 3 h 64"/>
                <a:gd name="T74" fmla="*/ 38 w 69"/>
                <a:gd name="T75" fmla="*/ 3 h 64"/>
                <a:gd name="T76" fmla="*/ 54 w 69"/>
                <a:gd name="T77" fmla="*/ 3 h 64"/>
                <a:gd name="T78" fmla="*/ 63 w 69"/>
                <a:gd name="T79" fmla="*/ 20 h 64"/>
                <a:gd name="T80" fmla="*/ 57 w 69"/>
                <a:gd name="T81" fmla="*/ 9 h 64"/>
                <a:gd name="T82" fmla="*/ 65 w 69"/>
                <a:gd name="T83" fmla="*/ 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9" h="64">
                  <a:moveTo>
                    <a:pt x="65" y="6"/>
                  </a:moveTo>
                  <a:cubicBezTo>
                    <a:pt x="57" y="6"/>
                    <a:pt x="57" y="6"/>
                    <a:pt x="57" y="6"/>
                  </a:cubicBezTo>
                  <a:cubicBezTo>
                    <a:pt x="58" y="3"/>
                    <a:pt x="58" y="1"/>
                    <a:pt x="58" y="1"/>
                  </a:cubicBezTo>
                  <a:cubicBezTo>
                    <a:pt x="58" y="0"/>
                    <a:pt x="57" y="0"/>
                    <a:pt x="5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1"/>
                  </a:cubicBezTo>
                  <a:cubicBezTo>
                    <a:pt x="12" y="1"/>
                    <a:pt x="12" y="3"/>
                    <a:pt x="12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6"/>
                    <a:pt x="0" y="7"/>
                    <a:pt x="0" y="9"/>
                  </a:cubicBezTo>
                  <a:cubicBezTo>
                    <a:pt x="0" y="10"/>
                    <a:pt x="0" y="16"/>
                    <a:pt x="3" y="22"/>
                  </a:cubicBezTo>
                  <a:cubicBezTo>
                    <a:pt x="6" y="30"/>
                    <a:pt x="12" y="34"/>
                    <a:pt x="20" y="35"/>
                  </a:cubicBezTo>
                  <a:cubicBezTo>
                    <a:pt x="20" y="35"/>
                    <a:pt x="20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5" y="41"/>
                    <a:pt x="26" y="46"/>
                    <a:pt x="24" y="49"/>
                  </a:cubicBezTo>
                  <a:cubicBezTo>
                    <a:pt x="23" y="53"/>
                    <a:pt x="18" y="57"/>
                    <a:pt x="15" y="57"/>
                  </a:cubicBezTo>
                  <a:cubicBezTo>
                    <a:pt x="14" y="58"/>
                    <a:pt x="14" y="58"/>
                    <a:pt x="14" y="59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4"/>
                    <a:pt x="15" y="64"/>
                    <a:pt x="16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5" y="64"/>
                    <a:pt x="55" y="64"/>
                    <a:pt x="55" y="63"/>
                  </a:cubicBezTo>
                  <a:cubicBezTo>
                    <a:pt x="55" y="59"/>
                    <a:pt x="55" y="59"/>
                    <a:pt x="55" y="59"/>
                  </a:cubicBezTo>
                  <a:cubicBezTo>
                    <a:pt x="55" y="58"/>
                    <a:pt x="55" y="58"/>
                    <a:pt x="54" y="57"/>
                  </a:cubicBezTo>
                  <a:cubicBezTo>
                    <a:pt x="51" y="57"/>
                    <a:pt x="47" y="53"/>
                    <a:pt x="45" y="49"/>
                  </a:cubicBezTo>
                  <a:cubicBezTo>
                    <a:pt x="44" y="46"/>
                    <a:pt x="45" y="41"/>
                    <a:pt x="48" y="35"/>
                  </a:cubicBezTo>
                  <a:cubicBezTo>
                    <a:pt x="48" y="35"/>
                    <a:pt x="48" y="35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57" y="34"/>
                    <a:pt x="63" y="30"/>
                    <a:pt x="66" y="22"/>
                  </a:cubicBezTo>
                  <a:cubicBezTo>
                    <a:pt x="69" y="16"/>
                    <a:pt x="69" y="10"/>
                    <a:pt x="69" y="9"/>
                  </a:cubicBezTo>
                  <a:cubicBezTo>
                    <a:pt x="69" y="7"/>
                    <a:pt x="67" y="6"/>
                    <a:pt x="65" y="6"/>
                  </a:cubicBezTo>
                  <a:close/>
                  <a:moveTo>
                    <a:pt x="6" y="20"/>
                  </a:moveTo>
                  <a:cubicBezTo>
                    <a:pt x="4" y="15"/>
                    <a:pt x="4" y="10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3" y="10"/>
                  </a:cubicBezTo>
                  <a:cubicBezTo>
                    <a:pt x="13" y="12"/>
                    <a:pt x="13" y="14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22"/>
                    <a:pt x="17" y="27"/>
                    <a:pt x="19" y="31"/>
                  </a:cubicBezTo>
                  <a:cubicBezTo>
                    <a:pt x="13" y="30"/>
                    <a:pt x="9" y="27"/>
                    <a:pt x="6" y="20"/>
                  </a:cubicBezTo>
                  <a:close/>
                  <a:moveTo>
                    <a:pt x="45" y="33"/>
                  </a:moveTo>
                  <a:cubicBezTo>
                    <a:pt x="41" y="41"/>
                    <a:pt x="40" y="46"/>
                    <a:pt x="42" y="51"/>
                  </a:cubicBezTo>
                  <a:cubicBezTo>
                    <a:pt x="44" y="55"/>
                    <a:pt x="48" y="59"/>
                    <a:pt x="52" y="60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1" y="59"/>
                    <a:pt x="25" y="55"/>
                    <a:pt x="2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8" y="51"/>
                    <a:pt x="39" y="50"/>
                    <a:pt x="39" y="49"/>
                  </a:cubicBezTo>
                  <a:cubicBezTo>
                    <a:pt x="39" y="49"/>
                    <a:pt x="38" y="48"/>
                    <a:pt x="37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4"/>
                    <a:pt x="27" y="39"/>
                    <a:pt x="24" y="33"/>
                  </a:cubicBezTo>
                  <a:cubicBezTo>
                    <a:pt x="23" y="31"/>
                    <a:pt x="22" y="28"/>
                    <a:pt x="2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2" y="25"/>
                    <a:pt x="32" y="25"/>
                  </a:cubicBezTo>
                  <a:cubicBezTo>
                    <a:pt x="32" y="24"/>
                    <a:pt x="32" y="23"/>
                    <a:pt x="3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2"/>
                    <a:pt x="18" y="20"/>
                    <a:pt x="1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1" y="18"/>
                    <a:pt x="41" y="17"/>
                  </a:cubicBezTo>
                  <a:cubicBezTo>
                    <a:pt x="41" y="16"/>
                    <a:pt x="40" y="16"/>
                    <a:pt x="39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4"/>
                    <a:pt x="16" y="12"/>
                    <a:pt x="16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0"/>
                    <a:pt x="49" y="9"/>
                  </a:cubicBezTo>
                  <a:cubicBezTo>
                    <a:pt x="49" y="8"/>
                    <a:pt x="49" y="8"/>
                    <a:pt x="48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6"/>
                    <a:pt x="15" y="4"/>
                    <a:pt x="15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7"/>
                    <a:pt x="53" y="19"/>
                    <a:pt x="45" y="33"/>
                  </a:cubicBezTo>
                  <a:close/>
                  <a:moveTo>
                    <a:pt x="63" y="20"/>
                  </a:moveTo>
                  <a:cubicBezTo>
                    <a:pt x="60" y="27"/>
                    <a:pt x="56" y="30"/>
                    <a:pt x="50" y="31"/>
                  </a:cubicBezTo>
                  <a:cubicBezTo>
                    <a:pt x="54" y="23"/>
                    <a:pt x="56" y="15"/>
                    <a:pt x="57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10"/>
                    <a:pt x="65" y="15"/>
                    <a:pt x="63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498" y="7426"/>
              <a:ext cx="4550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架构可扩展性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128" name="TextBox 3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199" y="8406"/>
              <a:ext cx="8802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微软雅黑" panose="020B0503020204020204" pitchFamily="34" charset="-122"/>
                </a:rPr>
                <a:t>实时响应、超大规模数据要求</a:t>
              </a:r>
              <a:endPara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059805" y="2069465"/>
            <a:ext cx="5410200" cy="2424430"/>
            <a:chOff x="9543" y="3259"/>
            <a:chExt cx="8520" cy="3818"/>
          </a:xfrm>
        </p:grpSpPr>
        <p:sp>
          <p:nvSpPr>
            <p:cNvPr id="118" name="Freeform 7"/>
            <p:cNvSpPr/>
            <p:nvPr>
              <p:custDataLst>
                <p:tags r:id="rId13"/>
              </p:custDataLst>
            </p:nvPr>
          </p:nvSpPr>
          <p:spPr bwMode="auto">
            <a:xfrm>
              <a:off x="9543" y="3817"/>
              <a:ext cx="3260" cy="3261"/>
            </a:xfrm>
            <a:custGeom>
              <a:avLst/>
              <a:gdLst>
                <a:gd name="T0" fmla="*/ 0 w 287"/>
                <a:gd name="T1" fmla="*/ 144 h 288"/>
                <a:gd name="T2" fmla="*/ 56 w 287"/>
                <a:gd name="T3" fmla="*/ 204 h 288"/>
                <a:gd name="T4" fmla="*/ 36 w 287"/>
                <a:gd name="T5" fmla="*/ 224 h 288"/>
                <a:gd name="T6" fmla="*/ 41 w 287"/>
                <a:gd name="T7" fmla="*/ 246 h 288"/>
                <a:gd name="T8" fmla="*/ 63 w 287"/>
                <a:gd name="T9" fmla="*/ 251 h 288"/>
                <a:gd name="T10" fmla="*/ 83 w 287"/>
                <a:gd name="T11" fmla="*/ 231 h 288"/>
                <a:gd name="T12" fmla="*/ 143 w 287"/>
                <a:gd name="T13" fmla="*/ 288 h 288"/>
                <a:gd name="T14" fmla="*/ 200 w 287"/>
                <a:gd name="T15" fmla="*/ 228 h 288"/>
                <a:gd name="T16" fmla="*/ 180 w 287"/>
                <a:gd name="T17" fmla="*/ 207 h 288"/>
                <a:gd name="T18" fmla="*/ 185 w 287"/>
                <a:gd name="T19" fmla="*/ 185 h 288"/>
                <a:gd name="T20" fmla="*/ 207 w 287"/>
                <a:gd name="T21" fmla="*/ 181 h 288"/>
                <a:gd name="T22" fmla="*/ 227 w 287"/>
                <a:gd name="T23" fmla="*/ 201 h 288"/>
                <a:gd name="T24" fmla="*/ 287 w 287"/>
                <a:gd name="T25" fmla="*/ 144 h 288"/>
                <a:gd name="T26" fmla="*/ 230 w 287"/>
                <a:gd name="T27" fmla="*/ 84 h 288"/>
                <a:gd name="T28" fmla="*/ 250 w 287"/>
                <a:gd name="T29" fmla="*/ 64 h 288"/>
                <a:gd name="T30" fmla="*/ 245 w 287"/>
                <a:gd name="T31" fmla="*/ 42 h 288"/>
                <a:gd name="T32" fmla="*/ 223 w 287"/>
                <a:gd name="T33" fmla="*/ 37 h 288"/>
                <a:gd name="T34" fmla="*/ 203 w 287"/>
                <a:gd name="T35" fmla="*/ 57 h 288"/>
                <a:gd name="T36" fmla="*/ 143 w 287"/>
                <a:gd name="T37" fmla="*/ 0 h 288"/>
                <a:gd name="T38" fmla="*/ 87 w 287"/>
                <a:gd name="T39" fmla="*/ 61 h 288"/>
                <a:gd name="T40" fmla="*/ 107 w 287"/>
                <a:gd name="T41" fmla="*/ 81 h 288"/>
                <a:gd name="T42" fmla="*/ 102 w 287"/>
                <a:gd name="T43" fmla="*/ 103 h 288"/>
                <a:gd name="T44" fmla="*/ 80 w 287"/>
                <a:gd name="T45" fmla="*/ 108 h 288"/>
                <a:gd name="T46" fmla="*/ 60 w 287"/>
                <a:gd name="T47" fmla="*/ 87 h 288"/>
                <a:gd name="T48" fmla="*/ 0 w 287"/>
                <a:gd name="T49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7" h="288">
                  <a:moveTo>
                    <a:pt x="0" y="144"/>
                  </a:moveTo>
                  <a:cubicBezTo>
                    <a:pt x="0" y="144"/>
                    <a:pt x="59" y="194"/>
                    <a:pt x="56" y="204"/>
                  </a:cubicBezTo>
                  <a:cubicBezTo>
                    <a:pt x="54" y="215"/>
                    <a:pt x="42" y="219"/>
                    <a:pt x="36" y="224"/>
                  </a:cubicBezTo>
                  <a:cubicBezTo>
                    <a:pt x="31" y="230"/>
                    <a:pt x="34" y="239"/>
                    <a:pt x="41" y="246"/>
                  </a:cubicBezTo>
                  <a:cubicBezTo>
                    <a:pt x="49" y="254"/>
                    <a:pt x="58" y="256"/>
                    <a:pt x="63" y="251"/>
                  </a:cubicBezTo>
                  <a:cubicBezTo>
                    <a:pt x="69" y="246"/>
                    <a:pt x="73" y="233"/>
                    <a:pt x="83" y="231"/>
                  </a:cubicBezTo>
                  <a:cubicBezTo>
                    <a:pt x="94" y="228"/>
                    <a:pt x="143" y="288"/>
                    <a:pt x="143" y="288"/>
                  </a:cubicBezTo>
                  <a:cubicBezTo>
                    <a:pt x="143" y="288"/>
                    <a:pt x="202" y="238"/>
                    <a:pt x="200" y="228"/>
                  </a:cubicBezTo>
                  <a:cubicBezTo>
                    <a:pt x="197" y="217"/>
                    <a:pt x="185" y="213"/>
                    <a:pt x="180" y="207"/>
                  </a:cubicBezTo>
                  <a:cubicBezTo>
                    <a:pt x="174" y="202"/>
                    <a:pt x="177" y="193"/>
                    <a:pt x="185" y="185"/>
                  </a:cubicBezTo>
                  <a:cubicBezTo>
                    <a:pt x="192" y="178"/>
                    <a:pt x="201" y="175"/>
                    <a:pt x="207" y="181"/>
                  </a:cubicBezTo>
                  <a:cubicBezTo>
                    <a:pt x="212" y="186"/>
                    <a:pt x="216" y="198"/>
                    <a:pt x="227" y="201"/>
                  </a:cubicBezTo>
                  <a:cubicBezTo>
                    <a:pt x="237" y="203"/>
                    <a:pt x="287" y="144"/>
                    <a:pt x="287" y="144"/>
                  </a:cubicBezTo>
                  <a:cubicBezTo>
                    <a:pt x="287" y="144"/>
                    <a:pt x="228" y="95"/>
                    <a:pt x="230" y="84"/>
                  </a:cubicBezTo>
                  <a:cubicBezTo>
                    <a:pt x="233" y="74"/>
                    <a:pt x="245" y="69"/>
                    <a:pt x="250" y="64"/>
                  </a:cubicBezTo>
                  <a:cubicBezTo>
                    <a:pt x="256" y="59"/>
                    <a:pt x="253" y="49"/>
                    <a:pt x="245" y="42"/>
                  </a:cubicBezTo>
                  <a:cubicBezTo>
                    <a:pt x="238" y="35"/>
                    <a:pt x="229" y="32"/>
                    <a:pt x="223" y="37"/>
                  </a:cubicBezTo>
                  <a:cubicBezTo>
                    <a:pt x="218" y="42"/>
                    <a:pt x="214" y="55"/>
                    <a:pt x="203" y="57"/>
                  </a:cubicBezTo>
                  <a:cubicBezTo>
                    <a:pt x="193" y="60"/>
                    <a:pt x="143" y="0"/>
                    <a:pt x="143" y="0"/>
                  </a:cubicBezTo>
                  <a:cubicBezTo>
                    <a:pt x="143" y="0"/>
                    <a:pt x="84" y="50"/>
                    <a:pt x="87" y="61"/>
                  </a:cubicBezTo>
                  <a:cubicBezTo>
                    <a:pt x="89" y="71"/>
                    <a:pt x="101" y="75"/>
                    <a:pt x="107" y="81"/>
                  </a:cubicBezTo>
                  <a:cubicBezTo>
                    <a:pt x="112" y="86"/>
                    <a:pt x="109" y="95"/>
                    <a:pt x="102" y="103"/>
                  </a:cubicBezTo>
                  <a:cubicBezTo>
                    <a:pt x="94" y="110"/>
                    <a:pt x="85" y="113"/>
                    <a:pt x="80" y="108"/>
                  </a:cubicBezTo>
                  <a:cubicBezTo>
                    <a:pt x="75" y="102"/>
                    <a:pt x="70" y="90"/>
                    <a:pt x="60" y="87"/>
                  </a:cubicBezTo>
                  <a:cubicBezTo>
                    <a:pt x="49" y="85"/>
                    <a:pt x="0" y="144"/>
                    <a:pt x="0" y="1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9" name="Freeform 19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801" y="5032"/>
              <a:ext cx="754" cy="817"/>
            </a:xfrm>
            <a:custGeom>
              <a:avLst/>
              <a:gdLst>
                <a:gd name="T0" fmla="*/ 34 w 57"/>
                <a:gd name="T1" fmla="*/ 0 h 62"/>
                <a:gd name="T2" fmla="*/ 32 w 57"/>
                <a:gd name="T3" fmla="*/ 10 h 62"/>
                <a:gd name="T4" fmla="*/ 30 w 57"/>
                <a:gd name="T5" fmla="*/ 25 h 62"/>
                <a:gd name="T6" fmla="*/ 28 w 57"/>
                <a:gd name="T7" fmla="*/ 25 h 62"/>
                <a:gd name="T8" fmla="*/ 24 w 57"/>
                <a:gd name="T9" fmla="*/ 25 h 62"/>
                <a:gd name="T10" fmla="*/ 24 w 57"/>
                <a:gd name="T11" fmla="*/ 2 h 62"/>
                <a:gd name="T12" fmla="*/ 1 w 57"/>
                <a:gd name="T13" fmla="*/ 0 h 62"/>
                <a:gd name="T14" fmla="*/ 0 w 57"/>
                <a:gd name="T15" fmla="*/ 10 h 62"/>
                <a:gd name="T16" fmla="*/ 0 w 57"/>
                <a:gd name="T17" fmla="*/ 28 h 62"/>
                <a:gd name="T18" fmla="*/ 8 w 57"/>
                <a:gd name="T19" fmla="*/ 60 h 62"/>
                <a:gd name="T20" fmla="*/ 27 w 57"/>
                <a:gd name="T21" fmla="*/ 62 h 62"/>
                <a:gd name="T22" fmla="*/ 30 w 57"/>
                <a:gd name="T23" fmla="*/ 62 h 62"/>
                <a:gd name="T24" fmla="*/ 48 w 57"/>
                <a:gd name="T25" fmla="*/ 60 h 62"/>
                <a:gd name="T26" fmla="*/ 56 w 57"/>
                <a:gd name="T27" fmla="*/ 28 h 62"/>
                <a:gd name="T28" fmla="*/ 57 w 57"/>
                <a:gd name="T29" fmla="*/ 10 h 62"/>
                <a:gd name="T30" fmla="*/ 55 w 57"/>
                <a:gd name="T31" fmla="*/ 0 h 62"/>
                <a:gd name="T32" fmla="*/ 21 w 57"/>
                <a:gd name="T33" fmla="*/ 4 h 62"/>
                <a:gd name="T34" fmla="*/ 3 w 57"/>
                <a:gd name="T35" fmla="*/ 9 h 62"/>
                <a:gd name="T36" fmla="*/ 10 w 57"/>
                <a:gd name="T37" fmla="*/ 48 h 62"/>
                <a:gd name="T38" fmla="*/ 3 w 57"/>
                <a:gd name="T39" fmla="*/ 12 h 62"/>
                <a:gd name="T40" fmla="*/ 10 w 57"/>
                <a:gd name="T41" fmla="*/ 48 h 62"/>
                <a:gd name="T42" fmla="*/ 12 w 57"/>
                <a:gd name="T43" fmla="*/ 59 h 62"/>
                <a:gd name="T44" fmla="*/ 25 w 57"/>
                <a:gd name="T45" fmla="*/ 54 h 62"/>
                <a:gd name="T46" fmla="*/ 25 w 57"/>
                <a:gd name="T47" fmla="*/ 43 h 62"/>
                <a:gd name="T48" fmla="*/ 13 w 57"/>
                <a:gd name="T49" fmla="*/ 50 h 62"/>
                <a:gd name="T50" fmla="*/ 21 w 57"/>
                <a:gd name="T51" fmla="*/ 12 h 62"/>
                <a:gd name="T52" fmla="*/ 22 w 57"/>
                <a:gd name="T53" fmla="*/ 29 h 62"/>
                <a:gd name="T54" fmla="*/ 25 w 57"/>
                <a:gd name="T55" fmla="*/ 36 h 62"/>
                <a:gd name="T56" fmla="*/ 31 w 57"/>
                <a:gd name="T57" fmla="*/ 29 h 62"/>
                <a:gd name="T58" fmla="*/ 36 w 57"/>
                <a:gd name="T59" fmla="*/ 27 h 62"/>
                <a:gd name="T60" fmla="*/ 43 w 57"/>
                <a:gd name="T61" fmla="*/ 12 h 62"/>
                <a:gd name="T62" fmla="*/ 31 w 57"/>
                <a:gd name="T63" fmla="*/ 50 h 62"/>
                <a:gd name="T64" fmla="*/ 25 w 57"/>
                <a:gd name="T65" fmla="*/ 43 h 62"/>
                <a:gd name="T66" fmla="*/ 31 w 57"/>
                <a:gd name="T67" fmla="*/ 59 h 62"/>
                <a:gd name="T68" fmla="*/ 45 w 57"/>
                <a:gd name="T69" fmla="*/ 54 h 62"/>
                <a:gd name="T70" fmla="*/ 53 w 57"/>
                <a:gd name="T71" fmla="*/ 27 h 62"/>
                <a:gd name="T72" fmla="*/ 46 w 57"/>
                <a:gd name="T73" fmla="*/ 12 h 62"/>
                <a:gd name="T74" fmla="*/ 53 w 57"/>
                <a:gd name="T75" fmla="*/ 27 h 62"/>
                <a:gd name="T76" fmla="*/ 36 w 57"/>
                <a:gd name="T77" fmla="*/ 9 h 62"/>
                <a:gd name="T78" fmla="*/ 53 w 57"/>
                <a:gd name="T79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7" h="62">
                  <a:moveTo>
                    <a:pt x="5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0"/>
                    <a:pt x="32" y="1"/>
                    <a:pt x="32" y="2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8" y="61"/>
                    <a:pt x="9" y="62"/>
                    <a:pt x="10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62"/>
                    <a:pt x="28" y="62"/>
                    <a:pt x="28" y="61"/>
                  </a:cubicBezTo>
                  <a:cubicBezTo>
                    <a:pt x="28" y="62"/>
                    <a:pt x="29" y="62"/>
                    <a:pt x="30" y="62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7"/>
                    <a:pt x="57" y="27"/>
                    <a:pt x="57" y="27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7" y="2"/>
                    <a:pt x="57" y="2"/>
                    <a:pt x="57" y="2"/>
                  </a:cubicBezTo>
                  <a:cubicBezTo>
                    <a:pt x="57" y="1"/>
                    <a:pt x="56" y="0"/>
                    <a:pt x="55" y="0"/>
                  </a:cubicBezTo>
                  <a:close/>
                  <a:moveTo>
                    <a:pt x="3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4"/>
                  </a:lnTo>
                  <a:close/>
                  <a:moveTo>
                    <a:pt x="10" y="48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0" y="12"/>
                    <a:pt x="10" y="12"/>
                    <a:pt x="10" y="12"/>
                  </a:cubicBezTo>
                  <a:lnTo>
                    <a:pt x="10" y="48"/>
                  </a:lnTo>
                  <a:close/>
                  <a:moveTo>
                    <a:pt x="25" y="59"/>
                  </a:moveTo>
                  <a:cubicBezTo>
                    <a:pt x="12" y="59"/>
                    <a:pt x="12" y="59"/>
                    <a:pt x="12" y="59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25" y="54"/>
                    <a:pt x="25" y="54"/>
                    <a:pt x="25" y="54"/>
                  </a:cubicBezTo>
                  <a:lnTo>
                    <a:pt x="25" y="59"/>
                  </a:lnTo>
                  <a:close/>
                  <a:moveTo>
                    <a:pt x="25" y="43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8"/>
                    <a:pt x="21" y="29"/>
                    <a:pt x="22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9"/>
                    <a:pt x="36" y="28"/>
                    <a:pt x="36" y="27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25" y="43"/>
                  </a:lnTo>
                  <a:close/>
                  <a:moveTo>
                    <a:pt x="45" y="59"/>
                  </a:moveTo>
                  <a:cubicBezTo>
                    <a:pt x="31" y="59"/>
                    <a:pt x="31" y="59"/>
                    <a:pt x="31" y="59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45" y="54"/>
                    <a:pt x="45" y="54"/>
                    <a:pt x="45" y="54"/>
                  </a:cubicBezTo>
                  <a:lnTo>
                    <a:pt x="45" y="59"/>
                  </a:lnTo>
                  <a:close/>
                  <a:moveTo>
                    <a:pt x="53" y="27"/>
                  </a:moveTo>
                  <a:cubicBezTo>
                    <a:pt x="46" y="48"/>
                    <a:pt x="46" y="48"/>
                    <a:pt x="46" y="48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53" y="12"/>
                    <a:pt x="53" y="12"/>
                    <a:pt x="53" y="12"/>
                  </a:cubicBezTo>
                  <a:lnTo>
                    <a:pt x="53" y="27"/>
                  </a:lnTo>
                  <a:close/>
                  <a:moveTo>
                    <a:pt x="53" y="9"/>
                  </a:moveTo>
                  <a:cubicBezTo>
                    <a:pt x="36" y="9"/>
                    <a:pt x="36" y="9"/>
                    <a:pt x="36" y="9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53" y="4"/>
                    <a:pt x="53" y="4"/>
                    <a:pt x="53" y="4"/>
                  </a:cubicBezTo>
                  <a:lnTo>
                    <a:pt x="53" y="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th-TH" sz="105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TextBox 3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3690" y="3259"/>
              <a:ext cx="354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rPr>
                <a:t>程序设计模式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131" name="TextBox 3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3273" y="4341"/>
              <a:ext cx="4791" cy="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摒弃了传统平台依靠多线程来实现高并发的设计思路</a:t>
              </a:r>
              <a:endPara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采用了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单线程、异步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I/O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、事件驱动式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28652" y="227393"/>
            <a:ext cx="28219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什么是</a:t>
            </a: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endParaRPr kumimoji="1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连接符 67"/>
          <p:cNvCxnSpPr>
            <a:endCxn id="62" idx="2"/>
          </p:cNvCxnSpPr>
          <p:nvPr>
            <p:custDataLst>
              <p:tags r:id="rId3"/>
            </p:custDataLst>
          </p:nvPr>
        </p:nvCxnSpPr>
        <p:spPr>
          <a:xfrm>
            <a:off x="3627239" y="3176768"/>
            <a:ext cx="2829414" cy="0"/>
          </a:xfrm>
          <a:prstGeom prst="line">
            <a:avLst/>
          </a:prstGeom>
          <a:ln>
            <a:solidFill>
              <a:schemeClr val="l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8" idx="6"/>
          </p:cNvCxnSpPr>
          <p:nvPr>
            <p:custDataLst>
              <p:tags r:id="rId4"/>
            </p:custDataLst>
          </p:nvPr>
        </p:nvCxnSpPr>
        <p:spPr>
          <a:xfrm>
            <a:off x="11229172" y="3177191"/>
            <a:ext cx="914068" cy="0"/>
          </a:xfrm>
          <a:prstGeom prst="line">
            <a:avLst/>
          </a:prstGeom>
          <a:ln>
            <a:solidFill>
              <a:schemeClr val="lt1">
                <a:lumMod val="75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1755" y="1607820"/>
            <a:ext cx="4717415" cy="1950085"/>
            <a:chOff x="113" y="2532"/>
            <a:chExt cx="7429" cy="3071"/>
          </a:xfrm>
        </p:grpSpPr>
        <p:sp>
          <p:nvSpPr>
            <p:cNvPr id="5" name="椭圆 4"/>
            <p:cNvSpPr/>
            <p:nvPr>
              <p:custDataLst>
                <p:tags r:id="rId5"/>
              </p:custDataLst>
            </p:nvPr>
          </p:nvSpPr>
          <p:spPr>
            <a:xfrm>
              <a:off x="1552" y="4401"/>
              <a:ext cx="1203" cy="120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9" name="直接连接符 8"/>
            <p:cNvCxnSpPr>
              <a:endCxn id="5" idx="2"/>
            </p:cNvCxnSpPr>
            <p:nvPr>
              <p:custDataLst>
                <p:tags r:id="rId6"/>
              </p:custDataLst>
            </p:nvPr>
          </p:nvCxnSpPr>
          <p:spPr>
            <a:xfrm>
              <a:off x="113" y="5003"/>
              <a:ext cx="1439" cy="0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任意多边形 24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888" y="4665"/>
              <a:ext cx="530" cy="680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>
              <a:stCxn id="5" idx="0"/>
            </p:cNvCxnSpPr>
            <p:nvPr>
              <p:custDataLst>
                <p:tags r:id="rId8"/>
              </p:custDataLst>
            </p:nvPr>
          </p:nvCxnSpPr>
          <p:spPr>
            <a:xfrm flipV="1">
              <a:off x="2152" y="3218"/>
              <a:ext cx="0" cy="1183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9"/>
              </p:custDataLst>
            </p:nvPr>
          </p:nvCxnSpPr>
          <p:spPr>
            <a:xfrm>
              <a:off x="2149" y="3198"/>
              <a:ext cx="603" cy="0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3008" y="2532"/>
              <a:ext cx="4535" cy="529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诞生自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2009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年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1"/>
              </p:custDataLst>
            </p:nvPr>
          </p:nvSpPr>
          <p:spPr>
            <a:xfrm>
              <a:off x="3008" y="3115"/>
              <a:ext cx="4535" cy="116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lt1">
                  <a:lumMod val="75000"/>
                </a:schemeClr>
              </a:solidFill>
            </a:ln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瑞安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·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达尔在 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GitHub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上发布 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的最初版本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cxnSp>
        <p:nvCxnSpPr>
          <p:cNvPr id="12" name="直接连接符 11"/>
          <p:cNvCxnSpPr>
            <a:stCxn id="62" idx="6"/>
            <a:endCxn id="7" idx="2"/>
          </p:cNvCxnSpPr>
          <p:nvPr>
            <p:custDataLst>
              <p:tags r:id="rId12"/>
            </p:custDataLst>
          </p:nvPr>
        </p:nvCxnSpPr>
        <p:spPr>
          <a:xfrm>
            <a:off x="7220585" y="3176905"/>
            <a:ext cx="1155065" cy="0"/>
          </a:xfrm>
          <a:prstGeom prst="line">
            <a:avLst/>
          </a:prstGeom>
          <a:ln>
            <a:solidFill>
              <a:schemeClr val="l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/>
          <p:cNvGrpSpPr/>
          <p:nvPr/>
        </p:nvGrpSpPr>
        <p:grpSpPr>
          <a:xfrm>
            <a:off x="8375650" y="1607820"/>
            <a:ext cx="3806825" cy="1950720"/>
            <a:chOff x="13190" y="2532"/>
            <a:chExt cx="5995" cy="3072"/>
          </a:xfrm>
        </p:grpSpPr>
        <p:cxnSp>
          <p:nvCxnSpPr>
            <p:cNvPr id="16" name="直接连接符 15"/>
            <p:cNvCxnSpPr>
              <a:stCxn id="7" idx="0"/>
            </p:cNvCxnSpPr>
            <p:nvPr>
              <p:custDataLst>
                <p:tags r:id="rId13"/>
              </p:custDataLst>
            </p:nvPr>
          </p:nvCxnSpPr>
          <p:spPr>
            <a:xfrm flipV="1">
              <a:off x="13791" y="3218"/>
              <a:ext cx="0" cy="1183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/>
            <p:cNvGrpSpPr/>
            <p:nvPr/>
          </p:nvGrpSpPr>
          <p:grpSpPr>
            <a:xfrm>
              <a:off x="13190" y="2532"/>
              <a:ext cx="5995" cy="3072"/>
              <a:chOff x="13190" y="2532"/>
              <a:chExt cx="5995" cy="3072"/>
            </a:xfrm>
          </p:grpSpPr>
          <p:sp>
            <p:nvSpPr>
              <p:cNvPr id="7" name="椭圆 6"/>
              <p:cNvSpPr/>
              <p:nvPr>
                <p:custDataLst>
                  <p:tags r:id="rId14"/>
                </p:custDataLst>
              </p:nvPr>
            </p:nvSpPr>
            <p:spPr>
              <a:xfrm>
                <a:off x="13190" y="4401"/>
                <a:ext cx="1203" cy="12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lstStyle/>
              <a:p>
                <a:pPr algn="ctr" eaLnBrk="1" hangingPunct="1"/>
                <a:endParaRPr lang="zh-CN" altLang="en-US" sz="1705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cxnSp>
            <p:nvCxnSpPr>
              <p:cNvPr id="17" name="直接连接符 16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13793" y="3198"/>
                <a:ext cx="600" cy="0"/>
              </a:xfrm>
              <a:prstGeom prst="line">
                <a:avLst/>
              </a:prstGeom>
              <a:ln>
                <a:solidFill>
                  <a:schemeClr val="lt1">
                    <a:lumMod val="7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任意多边形 21"/>
              <p:cNvSpPr>
                <a:spLocks noChangeAspec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13584" y="4664"/>
                <a:ext cx="417" cy="680"/>
              </a:xfrm>
              <a:custGeom>
                <a:avLst/>
                <a:gdLst>
                  <a:gd name="connsiteX0" fmla="*/ 3411 w 2415654"/>
                  <a:gd name="connsiteY0" fmla="*/ 1160060 h 3957849"/>
                  <a:gd name="connsiteX1" fmla="*/ 392373 w 2415654"/>
                  <a:gd name="connsiteY1" fmla="*/ 1160060 h 3957849"/>
                  <a:gd name="connsiteX2" fmla="*/ 392373 w 2415654"/>
                  <a:gd name="connsiteY2" fmla="*/ 2123285 h 3957849"/>
                  <a:gd name="connsiteX3" fmla="*/ 396449 w 2415654"/>
                  <a:gd name="connsiteY3" fmla="*/ 2204161 h 3957849"/>
                  <a:gd name="connsiteX4" fmla="*/ 791679 w 2415654"/>
                  <a:gd name="connsiteY4" fmla="*/ 2811618 h 3957849"/>
                  <a:gd name="connsiteX5" fmla="*/ 1612465 w 2415654"/>
                  <a:gd name="connsiteY5" fmla="*/ 2818304 h 3957849"/>
                  <a:gd name="connsiteX6" fmla="*/ 2024800 w 2415654"/>
                  <a:gd name="connsiteY6" fmla="*/ 2108576 h 3957849"/>
                  <a:gd name="connsiteX7" fmla="*/ 2026692 w 2415654"/>
                  <a:gd name="connsiteY7" fmla="*/ 2108576 h 3957849"/>
                  <a:gd name="connsiteX8" fmla="*/ 2026692 w 2415654"/>
                  <a:gd name="connsiteY8" fmla="*/ 1160060 h 3957849"/>
                  <a:gd name="connsiteX9" fmla="*/ 2415654 w 2415654"/>
                  <a:gd name="connsiteY9" fmla="*/ 1160060 h 3957849"/>
                  <a:gd name="connsiteX10" fmla="*/ 2415654 w 2415654"/>
                  <a:gd name="connsiteY10" fmla="*/ 2108577 h 3957849"/>
                  <a:gd name="connsiteX11" fmla="*/ 2415654 w 2415654"/>
                  <a:gd name="connsiteY11" fmla="*/ 2135873 h 3957849"/>
                  <a:gd name="connsiteX12" fmla="*/ 2413832 w 2415654"/>
                  <a:gd name="connsiteY12" fmla="*/ 2135873 h 3957849"/>
                  <a:gd name="connsiteX13" fmla="*/ 2404919 w 2415654"/>
                  <a:gd name="connsiteY13" fmla="*/ 2269414 h 3957849"/>
                  <a:gd name="connsiteX14" fmla="*/ 1806051 w 2415654"/>
                  <a:gd name="connsiteY14" fmla="*/ 3157850 h 3957849"/>
                  <a:gd name="connsiteX15" fmla="*/ 1509944 w 2415654"/>
                  <a:gd name="connsiteY15" fmla="*/ 3278039 h 3957849"/>
                  <a:gd name="connsiteX16" fmla="*/ 1433014 w 2415654"/>
                  <a:gd name="connsiteY16" fmla="*/ 3292621 h 3957849"/>
                  <a:gd name="connsiteX17" fmla="*/ 1433014 w 2415654"/>
                  <a:gd name="connsiteY17" fmla="*/ 3718944 h 3957849"/>
                  <a:gd name="connsiteX18" fmla="*/ 1194109 w 2415654"/>
                  <a:gd name="connsiteY18" fmla="*/ 3957849 h 3957849"/>
                  <a:gd name="connsiteX19" fmla="*/ 955204 w 2415654"/>
                  <a:gd name="connsiteY19" fmla="*/ 3718944 h 3957849"/>
                  <a:gd name="connsiteX20" fmla="*/ 955204 w 2415654"/>
                  <a:gd name="connsiteY20" fmla="*/ 3287107 h 3957849"/>
                  <a:gd name="connsiteX21" fmla="*/ 886698 w 2415654"/>
                  <a:gd name="connsiteY21" fmla="*/ 3272962 h 3957849"/>
                  <a:gd name="connsiteX22" fmla="*/ 592588 w 2415654"/>
                  <a:gd name="connsiteY22" fmla="*/ 3147965 h 3957849"/>
                  <a:gd name="connsiteX23" fmla="*/ 160 w 2415654"/>
                  <a:gd name="connsiteY23" fmla="*/ 2088900 h 3957849"/>
                  <a:gd name="connsiteX24" fmla="*/ 3411 w 2415654"/>
                  <a:gd name="connsiteY24" fmla="*/ 2088953 h 3957849"/>
                  <a:gd name="connsiteX25" fmla="*/ 1207827 w 2415654"/>
                  <a:gd name="connsiteY25" fmla="*/ 0 h 3957849"/>
                  <a:gd name="connsiteX26" fmla="*/ 1849272 w 2415654"/>
                  <a:gd name="connsiteY26" fmla="*/ 641445 h 3957849"/>
                  <a:gd name="connsiteX27" fmla="*/ 1849272 w 2415654"/>
                  <a:gd name="connsiteY27" fmla="*/ 2033516 h 3957849"/>
                  <a:gd name="connsiteX28" fmla="*/ 1207827 w 2415654"/>
                  <a:gd name="connsiteY28" fmla="*/ 2674961 h 3957849"/>
                  <a:gd name="connsiteX29" fmla="*/ 566382 w 2415654"/>
                  <a:gd name="connsiteY29" fmla="*/ 2033516 h 3957849"/>
                  <a:gd name="connsiteX30" fmla="*/ 566382 w 2415654"/>
                  <a:gd name="connsiteY30" fmla="*/ 641445 h 3957849"/>
                  <a:gd name="connsiteX31" fmla="*/ 1207827 w 2415654"/>
                  <a:gd name="connsiteY31" fmla="*/ 0 h 3957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15654" h="3957849">
                    <a:moveTo>
                      <a:pt x="3411" y="1160060"/>
                    </a:moveTo>
                    <a:lnTo>
                      <a:pt x="392373" y="1160060"/>
                    </a:lnTo>
                    <a:lnTo>
                      <a:pt x="392373" y="2123285"/>
                    </a:lnTo>
                    <a:lnTo>
                      <a:pt x="396449" y="2204161"/>
                    </a:lnTo>
                    <a:cubicBezTo>
                      <a:pt x="425976" y="2455114"/>
                      <a:pt x="570709" y="2680821"/>
                      <a:pt x="791679" y="2811618"/>
                    </a:cubicBezTo>
                    <a:cubicBezTo>
                      <a:pt x="1044216" y="2961101"/>
                      <a:pt x="1357526" y="2963653"/>
                      <a:pt x="1612465" y="2818304"/>
                    </a:cubicBezTo>
                    <a:cubicBezTo>
                      <a:pt x="1867404" y="2672955"/>
                      <a:pt x="2024800" y="2402038"/>
                      <a:pt x="2024800" y="2108576"/>
                    </a:cubicBezTo>
                    <a:lnTo>
                      <a:pt x="2026692" y="2108576"/>
                    </a:lnTo>
                    <a:lnTo>
                      <a:pt x="2026692" y="1160060"/>
                    </a:lnTo>
                    <a:lnTo>
                      <a:pt x="2415654" y="1160060"/>
                    </a:lnTo>
                    <a:lnTo>
                      <a:pt x="2415654" y="2108577"/>
                    </a:lnTo>
                    <a:lnTo>
                      <a:pt x="2415654" y="2135873"/>
                    </a:lnTo>
                    <a:lnTo>
                      <a:pt x="2413832" y="2135873"/>
                    </a:lnTo>
                    <a:lnTo>
                      <a:pt x="2404919" y="2269414"/>
                    </a:lnTo>
                    <a:cubicBezTo>
                      <a:pt x="2355227" y="2639667"/>
                      <a:pt x="2135844" y="2969825"/>
                      <a:pt x="1806051" y="3157850"/>
                    </a:cubicBezTo>
                    <a:cubicBezTo>
                      <a:pt x="1711825" y="3211572"/>
                      <a:pt x="1612205" y="3251627"/>
                      <a:pt x="1509944" y="3278039"/>
                    </a:cubicBezTo>
                    <a:lnTo>
                      <a:pt x="1433014" y="3292621"/>
                    </a:lnTo>
                    <a:lnTo>
                      <a:pt x="1433014" y="3718944"/>
                    </a:lnTo>
                    <a:cubicBezTo>
                      <a:pt x="1433014" y="3850888"/>
                      <a:pt x="1326053" y="3957849"/>
                      <a:pt x="1194109" y="3957849"/>
                    </a:cubicBezTo>
                    <a:cubicBezTo>
                      <a:pt x="1062165" y="3957849"/>
                      <a:pt x="955204" y="3850888"/>
                      <a:pt x="955204" y="3718944"/>
                    </a:cubicBezTo>
                    <a:lnTo>
                      <a:pt x="955204" y="3287107"/>
                    </a:lnTo>
                    <a:lnTo>
                      <a:pt x="886698" y="3272962"/>
                    </a:lnTo>
                    <a:cubicBezTo>
                      <a:pt x="784881" y="3244888"/>
                      <a:pt x="685927" y="3203215"/>
                      <a:pt x="592588" y="3147965"/>
                    </a:cubicBezTo>
                    <a:cubicBezTo>
                      <a:pt x="219233" y="2926967"/>
                      <a:pt x="-6908" y="2522702"/>
                      <a:pt x="160" y="2088900"/>
                    </a:cubicBezTo>
                    <a:lnTo>
                      <a:pt x="3411" y="2088953"/>
                    </a:lnTo>
                    <a:close/>
                    <a:moveTo>
                      <a:pt x="1207827" y="0"/>
                    </a:moveTo>
                    <a:cubicBezTo>
                      <a:pt x="1562087" y="0"/>
                      <a:pt x="1849272" y="287185"/>
                      <a:pt x="1849272" y="641445"/>
                    </a:cubicBezTo>
                    <a:lnTo>
                      <a:pt x="1849272" y="2033516"/>
                    </a:lnTo>
                    <a:cubicBezTo>
                      <a:pt x="1849272" y="2387776"/>
                      <a:pt x="1562087" y="2674961"/>
                      <a:pt x="1207827" y="2674961"/>
                    </a:cubicBezTo>
                    <a:cubicBezTo>
                      <a:pt x="853567" y="2674961"/>
                      <a:pt x="566382" y="2387776"/>
                      <a:pt x="566382" y="2033516"/>
                    </a:cubicBezTo>
                    <a:lnTo>
                      <a:pt x="566382" y="641445"/>
                    </a:lnTo>
                    <a:cubicBezTo>
                      <a:pt x="566382" y="287185"/>
                      <a:pt x="853567" y="0"/>
                      <a:pt x="12078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lstStyle/>
              <a:p>
                <a:pPr algn="ctr" eaLnBrk="1" hangingPunct="1"/>
                <a:endParaRPr lang="zh-CN" altLang="en-US" sz="1705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4653" y="2532"/>
                <a:ext cx="4532" cy="529"/>
              </a:xfrm>
              <a:prstGeom prst="rect">
                <a:avLst/>
              </a:prstGeom>
              <a:noFill/>
            </p:spPr>
            <p:txBody>
              <a:bodyPr lIns="91419" tIns="45711" rIns="91419" bIns="45711">
                <a:spAutoFit/>
              </a:bodyPr>
              <a:lstStyle/>
              <a:p>
                <a:pPr algn="ctr" eaLnBrk="1" hangingPunct="1"/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2022 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年 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4 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月</a:t>
                </a:r>
                <a:endPara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4653" y="3115"/>
                <a:ext cx="4532" cy="1285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lt1">
                    <a:lumMod val="75000"/>
                  </a:schemeClr>
                </a:solidFill>
              </a:ln>
            </p:spPr>
            <p:txBody>
              <a:bodyPr lIns="91419" tIns="45711" rIns="91419" bIns="45711">
                <a:noAutofit/>
              </a:bodyPr>
              <a:lstStyle/>
              <a:p>
                <a:pPr algn="ctr" eaLnBrk="1" hangingPunct="1"/>
                <a:r>
                  <a:rPr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Node.js 18.0.0 发布</a:t>
                </a:r>
                <a:endParaRPr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  <a:p>
                <a:pPr algn="ctr" eaLnBrk="1" hangingPunct="1"/>
                <a:r>
                  <a:rPr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rPr>
                  <a:t>将 V8 JavaScript 引擎更新到 10.1 版本</a:t>
                </a:r>
                <a:endPara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11430" y="2794635"/>
            <a:ext cx="3509010" cy="2250440"/>
            <a:chOff x="18" y="4401"/>
            <a:chExt cx="5526" cy="3544"/>
          </a:xfrm>
        </p:grpSpPr>
        <p:cxnSp>
          <p:nvCxnSpPr>
            <p:cNvPr id="19" name="直接连接符 18"/>
            <p:cNvCxnSpPr/>
            <p:nvPr>
              <p:custDataLst>
                <p:tags r:id="rId19"/>
              </p:custDataLst>
            </p:nvPr>
          </p:nvCxnSpPr>
          <p:spPr>
            <a:xfrm rot="10800000">
              <a:off x="4354" y="6810"/>
              <a:ext cx="600" cy="0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/>
            <p:cNvGrpSpPr/>
            <p:nvPr/>
          </p:nvGrpSpPr>
          <p:grpSpPr>
            <a:xfrm>
              <a:off x="18" y="4401"/>
              <a:ext cx="5526" cy="3545"/>
              <a:chOff x="18" y="4401"/>
              <a:chExt cx="5526" cy="3545"/>
            </a:xfrm>
          </p:grpSpPr>
          <p:sp>
            <p:nvSpPr>
              <p:cNvPr id="6" name="椭圆 5"/>
              <p:cNvSpPr/>
              <p:nvPr>
                <p:custDataLst>
                  <p:tags r:id="rId20"/>
                </p:custDataLst>
              </p:nvPr>
            </p:nvSpPr>
            <p:spPr>
              <a:xfrm>
                <a:off x="4342" y="4401"/>
                <a:ext cx="1203" cy="12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9" tIns="45711" rIns="91419" bIns="45711" anchor="ctr"/>
              <a:lstStyle/>
              <a:p>
                <a:pPr algn="ctr" eaLnBrk="1" hangingPunct="1"/>
                <a:endParaRPr lang="zh-CN" altLang="en-US" sz="1705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8" y="4664"/>
                <a:ext cx="5266" cy="3283"/>
                <a:chOff x="18" y="4664"/>
                <a:chExt cx="5266" cy="3283"/>
              </a:xfrm>
            </p:grpSpPr>
            <p:cxnSp>
              <p:nvCxnSpPr>
                <p:cNvPr id="11" name="直接连接符 10"/>
                <p:cNvCxnSpPr>
                  <a:stCxn id="5" idx="6"/>
                  <a:endCxn id="6" idx="2"/>
                </p:cNvCxnSpPr>
                <p:nvPr>
                  <p:custDataLst>
                    <p:tags r:id="rId21"/>
                  </p:custDataLst>
                </p:nvPr>
              </p:nvCxnSpPr>
              <p:spPr>
                <a:xfrm>
                  <a:off x="2756" y="5003"/>
                  <a:ext cx="1586" cy="0"/>
                </a:xfrm>
                <a:prstGeom prst="line">
                  <a:avLst/>
                </a:prstGeom>
                <a:ln>
                  <a:solidFill>
                    <a:schemeClr val="lt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任意多边形 23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>
                <a:xfrm>
                  <a:off x="4604" y="4664"/>
                  <a:ext cx="680" cy="680"/>
                </a:xfrm>
                <a:custGeom>
                  <a:avLst/>
                  <a:gdLst>
                    <a:gd name="connsiteX0" fmla="*/ 2822419 w 5595582"/>
                    <a:gd name="connsiteY0" fmla="*/ 2670465 h 5595582"/>
                    <a:gd name="connsiteX1" fmla="*/ 2924632 w 5595582"/>
                    <a:gd name="connsiteY1" fmla="*/ 2770939 h 5595582"/>
                    <a:gd name="connsiteX2" fmla="*/ 2824643 w 5595582"/>
                    <a:gd name="connsiteY2" fmla="*/ 2924635 h 5595582"/>
                    <a:gd name="connsiteX3" fmla="*/ 2670947 w 5595582"/>
                    <a:gd name="connsiteY3" fmla="*/ 2824646 h 5595582"/>
                    <a:gd name="connsiteX4" fmla="*/ 2770935 w 5595582"/>
                    <a:gd name="connsiteY4" fmla="*/ 2670950 h 5595582"/>
                    <a:gd name="connsiteX5" fmla="*/ 2822419 w 5595582"/>
                    <a:gd name="connsiteY5" fmla="*/ 2670465 h 5595582"/>
                    <a:gd name="connsiteX6" fmla="*/ 2796143 w 5595582"/>
                    <a:gd name="connsiteY6" fmla="*/ 2511137 h 5595582"/>
                    <a:gd name="connsiteX7" fmla="*/ 2738429 w 5595582"/>
                    <a:gd name="connsiteY7" fmla="*/ 2517404 h 5595582"/>
                    <a:gd name="connsiteX8" fmla="*/ 2517400 w 5595582"/>
                    <a:gd name="connsiteY8" fmla="*/ 2857153 h 5595582"/>
                    <a:gd name="connsiteX9" fmla="*/ 2857150 w 5595582"/>
                    <a:gd name="connsiteY9" fmla="*/ 3078182 h 5595582"/>
                    <a:gd name="connsiteX10" fmla="*/ 3078179 w 5595582"/>
                    <a:gd name="connsiteY10" fmla="*/ 2738431 h 5595582"/>
                    <a:gd name="connsiteX11" fmla="*/ 2796143 w 5595582"/>
                    <a:gd name="connsiteY11" fmla="*/ 2511137 h 5595582"/>
                    <a:gd name="connsiteX12" fmla="*/ 4374868 w 5595582"/>
                    <a:gd name="connsiteY12" fmla="*/ 1380099 h 5595582"/>
                    <a:gd name="connsiteX13" fmla="*/ 3091830 w 5595582"/>
                    <a:gd name="connsiteY13" fmla="*/ 3124889 h 5595582"/>
                    <a:gd name="connsiteX14" fmla="*/ 1220710 w 5595582"/>
                    <a:gd name="connsiteY14" fmla="*/ 4215483 h 5595582"/>
                    <a:gd name="connsiteX15" fmla="*/ 2503749 w 5595582"/>
                    <a:gd name="connsiteY15" fmla="*/ 2470693 h 5595582"/>
                    <a:gd name="connsiteX16" fmla="*/ 2797791 w 5595582"/>
                    <a:gd name="connsiteY16" fmla="*/ 424257 h 5595582"/>
                    <a:gd name="connsiteX17" fmla="*/ 424257 w 5595582"/>
                    <a:gd name="connsiteY17" fmla="*/ 2797791 h 5595582"/>
                    <a:gd name="connsiteX18" fmla="*/ 2797791 w 5595582"/>
                    <a:gd name="connsiteY18" fmla="*/ 5171325 h 5595582"/>
                    <a:gd name="connsiteX19" fmla="*/ 5171325 w 5595582"/>
                    <a:gd name="connsiteY19" fmla="*/ 2797791 h 5595582"/>
                    <a:gd name="connsiteX20" fmla="*/ 2797791 w 5595582"/>
                    <a:gd name="connsiteY20" fmla="*/ 424257 h 5595582"/>
                    <a:gd name="connsiteX21" fmla="*/ 2797791 w 5595582"/>
                    <a:gd name="connsiteY21" fmla="*/ 0 h 5595582"/>
                    <a:gd name="connsiteX22" fmla="*/ 5595582 w 5595582"/>
                    <a:gd name="connsiteY22" fmla="*/ 2797791 h 5595582"/>
                    <a:gd name="connsiteX23" fmla="*/ 2797791 w 5595582"/>
                    <a:gd name="connsiteY23" fmla="*/ 5595582 h 5595582"/>
                    <a:gd name="connsiteX24" fmla="*/ 0 w 5595582"/>
                    <a:gd name="connsiteY24" fmla="*/ 2797791 h 5595582"/>
                    <a:gd name="connsiteX25" fmla="*/ 2797791 w 5595582"/>
                    <a:gd name="connsiteY25" fmla="*/ 0 h 5595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595582" h="5595582">
                      <a:moveTo>
                        <a:pt x="2822419" y="2670465"/>
                      </a:moveTo>
                      <a:cubicBezTo>
                        <a:pt x="2872021" y="2680082"/>
                        <a:pt x="2913509" y="2718399"/>
                        <a:pt x="2924632" y="2770939"/>
                      </a:cubicBezTo>
                      <a:cubicBezTo>
                        <a:pt x="2939463" y="2840992"/>
                        <a:pt x="2894697" y="2909804"/>
                        <a:pt x="2824643" y="2924635"/>
                      </a:cubicBezTo>
                      <a:cubicBezTo>
                        <a:pt x="2754590" y="2939466"/>
                        <a:pt x="2685778" y="2894699"/>
                        <a:pt x="2670947" y="2824646"/>
                      </a:cubicBezTo>
                      <a:cubicBezTo>
                        <a:pt x="2656116" y="2754592"/>
                        <a:pt x="2700882" y="2685780"/>
                        <a:pt x="2770935" y="2670950"/>
                      </a:cubicBezTo>
                      <a:cubicBezTo>
                        <a:pt x="2788449" y="2667242"/>
                        <a:pt x="2805884" y="2667259"/>
                        <a:pt x="2822419" y="2670465"/>
                      </a:cubicBezTo>
                      <a:close/>
                      <a:moveTo>
                        <a:pt x="2796143" y="2511137"/>
                      </a:moveTo>
                      <a:cubicBezTo>
                        <a:pt x="2777100" y="2511266"/>
                        <a:pt x="2757786" y="2513306"/>
                        <a:pt x="2738429" y="2517404"/>
                      </a:cubicBezTo>
                      <a:cubicBezTo>
                        <a:pt x="2583574" y="2550187"/>
                        <a:pt x="2484616" y="2702298"/>
                        <a:pt x="2517400" y="2857153"/>
                      </a:cubicBezTo>
                      <a:cubicBezTo>
                        <a:pt x="2550184" y="3012007"/>
                        <a:pt x="2702296" y="3110966"/>
                        <a:pt x="2857150" y="3078182"/>
                      </a:cubicBezTo>
                      <a:cubicBezTo>
                        <a:pt x="3012005" y="3045398"/>
                        <a:pt x="3110962" y="2893286"/>
                        <a:pt x="3078179" y="2738431"/>
                      </a:cubicBezTo>
                      <a:cubicBezTo>
                        <a:pt x="3049492" y="2602933"/>
                        <a:pt x="2929447" y="2510232"/>
                        <a:pt x="2796143" y="2511137"/>
                      </a:cubicBezTo>
                      <a:close/>
                      <a:moveTo>
                        <a:pt x="4374868" y="1380099"/>
                      </a:moveTo>
                      <a:lnTo>
                        <a:pt x="3091830" y="3124889"/>
                      </a:lnTo>
                      <a:lnTo>
                        <a:pt x="1220710" y="4215483"/>
                      </a:lnTo>
                      <a:lnTo>
                        <a:pt x="2503749" y="2470693"/>
                      </a:lnTo>
                      <a:close/>
                      <a:moveTo>
                        <a:pt x="2797791" y="424257"/>
                      </a:moveTo>
                      <a:cubicBezTo>
                        <a:pt x="1486924" y="424257"/>
                        <a:pt x="424257" y="1486924"/>
                        <a:pt x="424257" y="2797791"/>
                      </a:cubicBezTo>
                      <a:cubicBezTo>
                        <a:pt x="424257" y="4108658"/>
                        <a:pt x="1486924" y="5171325"/>
                        <a:pt x="2797791" y="5171325"/>
                      </a:cubicBezTo>
                      <a:cubicBezTo>
                        <a:pt x="4108658" y="5171325"/>
                        <a:pt x="5171325" y="4108658"/>
                        <a:pt x="5171325" y="2797791"/>
                      </a:cubicBezTo>
                      <a:cubicBezTo>
                        <a:pt x="5171325" y="1486924"/>
                        <a:pt x="4108658" y="424257"/>
                        <a:pt x="2797791" y="424257"/>
                      </a:cubicBezTo>
                      <a:close/>
                      <a:moveTo>
                        <a:pt x="2797791" y="0"/>
                      </a:moveTo>
                      <a:cubicBezTo>
                        <a:pt x="4342968" y="0"/>
                        <a:pt x="5595582" y="1252614"/>
                        <a:pt x="5595582" y="2797791"/>
                      </a:cubicBezTo>
                      <a:cubicBezTo>
                        <a:pt x="5595582" y="4342968"/>
                        <a:pt x="4342968" y="5595582"/>
                        <a:pt x="2797791" y="5595582"/>
                      </a:cubicBezTo>
                      <a:cubicBezTo>
                        <a:pt x="1252614" y="5595582"/>
                        <a:pt x="0" y="4342968"/>
                        <a:pt x="0" y="2797791"/>
                      </a:cubicBezTo>
                      <a:cubicBezTo>
                        <a:pt x="0" y="1252614"/>
                        <a:pt x="1252614" y="0"/>
                        <a:pt x="279779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19" tIns="45711" rIns="91419" bIns="45711" anchor="ctr"/>
                <a:lstStyle/>
                <a:p>
                  <a:pPr algn="ctr" eaLnBrk="1" hangingPunct="1"/>
                  <a:endParaRPr lang="zh-CN" altLang="en-US" sz="1705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cxnSp>
              <p:nvCxnSpPr>
                <p:cNvPr id="18" name="直接连接符 17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4944" y="5604"/>
                  <a:ext cx="0" cy="1183"/>
                </a:xfrm>
                <a:prstGeom prst="line">
                  <a:avLst/>
                </a:prstGeom>
                <a:ln>
                  <a:solidFill>
                    <a:schemeClr val="lt1">
                      <a:lumMod val="75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文本框 29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18" y="6207"/>
                  <a:ext cx="4535" cy="529"/>
                </a:xfrm>
                <a:prstGeom prst="rect">
                  <a:avLst/>
                </a:prstGeom>
                <a:noFill/>
              </p:spPr>
              <p:txBody>
                <a:bodyPr lIns="91419" tIns="45711" rIns="91419" bIns="45711">
                  <a:spAutoFit/>
                </a:bodyPr>
                <a:lstStyle/>
                <a:p>
                  <a:pPr algn="ctr" eaLnBrk="1" hangingPunct="1"/>
                  <a:r>
                    <a:rPr lang="en-US" altLang="zh-CN" sz="1600" b="1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2010 </a:t>
                  </a:r>
                  <a:r>
                    <a:rPr lang="zh-CN" altLang="en-US" sz="1600" b="1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年</a:t>
                  </a:r>
                  <a:endPara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1" name="文本框 30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18" y="6787"/>
                  <a:ext cx="4926" cy="1160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solidFill>
                    <a:schemeClr val="lt1">
                      <a:lumMod val="75000"/>
                    </a:schemeClr>
                  </a:solidFill>
                </a:ln>
              </p:spPr>
              <p:txBody>
                <a:bodyPr wrap="square" lIns="91419" tIns="45711" rIns="91419" bIns="45711">
                  <a:spAutoFit/>
                </a:bodyPr>
                <a:lstStyle/>
                <a:p>
                  <a:pPr algn="ctr" eaLnBrk="1" hangingPunct="1"/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1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月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Node.js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包管理器 </a:t>
                  </a:r>
                  <a:r>
                    <a:rPr lang="en-US" altLang="zh-CN" sz="1400" dirty="0" err="1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npm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诞生</a:t>
                  </a:r>
                  <a:endPara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endParaRPr>
                </a:p>
                <a:p>
                  <a:pPr algn="ctr" eaLnBrk="1" hangingPunct="1"/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3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月 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Express.js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rPr>
                    <a:t>问世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endParaRPr>
                </a:p>
              </p:txBody>
            </p:sp>
          </p:grpSp>
        </p:grpSp>
      </p:grpSp>
      <p:cxnSp>
        <p:nvCxnSpPr>
          <p:cNvPr id="13" name="直接连接符 12"/>
          <p:cNvCxnSpPr>
            <a:stCxn id="7" idx="6"/>
            <a:endCxn id="8" idx="2"/>
          </p:cNvCxnSpPr>
          <p:nvPr>
            <p:custDataLst>
              <p:tags r:id="rId26"/>
            </p:custDataLst>
          </p:nvPr>
        </p:nvCxnSpPr>
        <p:spPr>
          <a:xfrm>
            <a:off x="9139555" y="3176905"/>
            <a:ext cx="1325880" cy="0"/>
          </a:xfrm>
          <a:prstGeom prst="line">
            <a:avLst/>
          </a:prstGeom>
          <a:ln>
            <a:solidFill>
              <a:schemeClr val="l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7626350" y="2794635"/>
            <a:ext cx="3602990" cy="2511425"/>
            <a:chOff x="12010" y="4401"/>
            <a:chExt cx="5674" cy="3955"/>
          </a:xfrm>
        </p:grpSpPr>
        <p:sp>
          <p:nvSpPr>
            <p:cNvPr id="8" name="椭圆 7"/>
            <p:cNvSpPr/>
            <p:nvPr>
              <p:custDataLst>
                <p:tags r:id="rId27"/>
              </p:custDataLst>
            </p:nvPr>
          </p:nvSpPr>
          <p:spPr>
            <a:xfrm>
              <a:off x="16481" y="4401"/>
              <a:ext cx="1203" cy="120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20" name="直接连接符 19"/>
            <p:cNvCxnSpPr>
              <a:stCxn id="8" idx="4"/>
            </p:cNvCxnSpPr>
            <p:nvPr>
              <p:custDataLst>
                <p:tags r:id="rId28"/>
              </p:custDataLst>
            </p:nvPr>
          </p:nvCxnSpPr>
          <p:spPr>
            <a:xfrm>
              <a:off x="17083" y="5604"/>
              <a:ext cx="0" cy="1183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29"/>
              </p:custDataLst>
            </p:nvPr>
          </p:nvCxnSpPr>
          <p:spPr>
            <a:xfrm rot="10800000">
              <a:off x="16481" y="6810"/>
              <a:ext cx="603" cy="0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任意多边形 22"/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16801" y="4665"/>
              <a:ext cx="566" cy="680"/>
            </a:xfrm>
            <a:custGeom>
              <a:avLst/>
              <a:gdLst>
                <a:gd name="connsiteX0" fmla="*/ 2088797 w 4696209"/>
                <a:gd name="connsiteY0" fmla="*/ 2028780 h 5645436"/>
                <a:gd name="connsiteX1" fmla="*/ 2539173 w 4696209"/>
                <a:gd name="connsiteY1" fmla="*/ 2028780 h 5645436"/>
                <a:gd name="connsiteX2" fmla="*/ 2539173 w 4696209"/>
                <a:gd name="connsiteY2" fmla="*/ 3205719 h 5645436"/>
                <a:gd name="connsiteX3" fmla="*/ 3543193 w 4696209"/>
                <a:gd name="connsiteY3" fmla="*/ 3785390 h 5645436"/>
                <a:gd name="connsiteX4" fmla="*/ 3318005 w 4696209"/>
                <a:gd name="connsiteY4" fmla="*/ 4175427 h 5645436"/>
                <a:gd name="connsiteX5" fmla="*/ 2088797 w 4696209"/>
                <a:gd name="connsiteY5" fmla="*/ 3465743 h 5645436"/>
                <a:gd name="connsiteX6" fmla="*/ 2098957 w 4696209"/>
                <a:gd name="connsiteY6" fmla="*/ 3448147 h 5645436"/>
                <a:gd name="connsiteX7" fmla="*/ 2088797 w 4696209"/>
                <a:gd name="connsiteY7" fmla="*/ 3448147 h 5645436"/>
                <a:gd name="connsiteX8" fmla="*/ 2348105 w 4696209"/>
                <a:gd name="connsiteY8" fmla="*/ 1488857 h 5645436"/>
                <a:gd name="connsiteX9" fmla="*/ 525293 w 4696209"/>
                <a:gd name="connsiteY9" fmla="*/ 3311669 h 5645436"/>
                <a:gd name="connsiteX10" fmla="*/ 2348105 w 4696209"/>
                <a:gd name="connsiteY10" fmla="*/ 5134481 h 5645436"/>
                <a:gd name="connsiteX11" fmla="*/ 4170917 w 4696209"/>
                <a:gd name="connsiteY11" fmla="*/ 3311669 h 5645436"/>
                <a:gd name="connsiteX12" fmla="*/ 2348105 w 4696209"/>
                <a:gd name="connsiteY12" fmla="*/ 1488857 h 5645436"/>
                <a:gd name="connsiteX13" fmla="*/ 2348105 w 4696209"/>
                <a:gd name="connsiteY13" fmla="*/ 977902 h 5645436"/>
                <a:gd name="connsiteX14" fmla="*/ 4681872 w 4696209"/>
                <a:gd name="connsiteY14" fmla="*/ 3311669 h 5645436"/>
                <a:gd name="connsiteX15" fmla="*/ 2348105 w 4696209"/>
                <a:gd name="connsiteY15" fmla="*/ 5645436 h 5645436"/>
                <a:gd name="connsiteX16" fmla="*/ 14338 w 4696209"/>
                <a:gd name="connsiteY16" fmla="*/ 3311669 h 5645436"/>
                <a:gd name="connsiteX17" fmla="*/ 2348105 w 4696209"/>
                <a:gd name="connsiteY17" fmla="*/ 977902 h 5645436"/>
                <a:gd name="connsiteX18" fmla="*/ 3210794 w 4696209"/>
                <a:gd name="connsiteY18" fmla="*/ 1525 h 5645436"/>
                <a:gd name="connsiteX19" fmla="*/ 3559690 w 4696209"/>
                <a:gd name="connsiteY19" fmla="*/ 82166 h 5645436"/>
                <a:gd name="connsiteX20" fmla="*/ 4389841 w 4696209"/>
                <a:gd name="connsiteY20" fmla="*/ 561454 h 5645436"/>
                <a:gd name="connsiteX21" fmla="*/ 4664989 w 4696209"/>
                <a:gd name="connsiteY21" fmla="*/ 1285059 h 5645436"/>
                <a:gd name="connsiteX22" fmla="*/ 4652365 w 4696209"/>
                <a:gd name="connsiteY22" fmla="*/ 1313093 h 5645436"/>
                <a:gd name="connsiteX23" fmla="*/ 4548130 w 4696209"/>
                <a:gd name="connsiteY23" fmla="*/ 1493633 h 5645436"/>
                <a:gd name="connsiteX24" fmla="*/ 4361174 w 4696209"/>
                <a:gd name="connsiteY24" fmla="*/ 1610458 h 5645436"/>
                <a:gd name="connsiteX25" fmla="*/ 4227467 w 4696209"/>
                <a:gd name="connsiteY25" fmla="*/ 1579554 h 5645436"/>
                <a:gd name="connsiteX26" fmla="*/ 2742962 w 4696209"/>
                <a:gd name="connsiteY26" fmla="*/ 722476 h 5645436"/>
                <a:gd name="connsiteX27" fmla="*/ 2627331 w 4696209"/>
                <a:gd name="connsiteY27" fmla="*/ 490166 h 5645436"/>
                <a:gd name="connsiteX28" fmla="*/ 2634097 w 4696209"/>
                <a:gd name="connsiteY28" fmla="*/ 460273 h 5645436"/>
                <a:gd name="connsiteX29" fmla="*/ 2722954 w 4696209"/>
                <a:gd name="connsiteY29" fmla="*/ 306368 h 5645436"/>
                <a:gd name="connsiteX30" fmla="*/ 3210794 w 4696209"/>
                <a:gd name="connsiteY30" fmla="*/ 1525 h 5645436"/>
                <a:gd name="connsiteX31" fmla="*/ 1485416 w 4696209"/>
                <a:gd name="connsiteY31" fmla="*/ 1525 h 5645436"/>
                <a:gd name="connsiteX32" fmla="*/ 1973255 w 4696209"/>
                <a:gd name="connsiteY32" fmla="*/ 306368 h 5645436"/>
                <a:gd name="connsiteX33" fmla="*/ 2062112 w 4696209"/>
                <a:gd name="connsiteY33" fmla="*/ 460273 h 5645436"/>
                <a:gd name="connsiteX34" fmla="*/ 2068878 w 4696209"/>
                <a:gd name="connsiteY34" fmla="*/ 490166 h 5645436"/>
                <a:gd name="connsiteX35" fmla="*/ 1953247 w 4696209"/>
                <a:gd name="connsiteY35" fmla="*/ 722476 h 5645436"/>
                <a:gd name="connsiteX36" fmla="*/ 468743 w 4696209"/>
                <a:gd name="connsiteY36" fmla="*/ 1579554 h 5645436"/>
                <a:gd name="connsiteX37" fmla="*/ 335035 w 4696209"/>
                <a:gd name="connsiteY37" fmla="*/ 1610458 h 5645436"/>
                <a:gd name="connsiteX38" fmla="*/ 148079 w 4696209"/>
                <a:gd name="connsiteY38" fmla="*/ 1493633 h 5645436"/>
                <a:gd name="connsiteX39" fmla="*/ 43845 w 4696209"/>
                <a:gd name="connsiteY39" fmla="*/ 1313093 h 5645436"/>
                <a:gd name="connsiteX40" fmla="*/ 31220 w 4696209"/>
                <a:gd name="connsiteY40" fmla="*/ 1285059 h 5645436"/>
                <a:gd name="connsiteX41" fmla="*/ 306368 w 4696209"/>
                <a:gd name="connsiteY41" fmla="*/ 561454 h 5645436"/>
                <a:gd name="connsiteX42" fmla="*/ 1136520 w 4696209"/>
                <a:gd name="connsiteY42" fmla="*/ 82166 h 5645436"/>
                <a:gd name="connsiteX43" fmla="*/ 1485416 w 4696209"/>
                <a:gd name="connsiteY43" fmla="*/ 1525 h 564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696209" h="5645436">
                  <a:moveTo>
                    <a:pt x="2088797" y="2028780"/>
                  </a:moveTo>
                  <a:lnTo>
                    <a:pt x="2539173" y="2028780"/>
                  </a:lnTo>
                  <a:lnTo>
                    <a:pt x="2539173" y="3205719"/>
                  </a:lnTo>
                  <a:lnTo>
                    <a:pt x="3543193" y="3785390"/>
                  </a:lnTo>
                  <a:lnTo>
                    <a:pt x="3318005" y="4175427"/>
                  </a:lnTo>
                  <a:lnTo>
                    <a:pt x="2088797" y="3465743"/>
                  </a:lnTo>
                  <a:lnTo>
                    <a:pt x="2098957" y="3448147"/>
                  </a:lnTo>
                  <a:lnTo>
                    <a:pt x="2088797" y="3448147"/>
                  </a:lnTo>
                  <a:close/>
                  <a:moveTo>
                    <a:pt x="2348105" y="1488857"/>
                  </a:moveTo>
                  <a:cubicBezTo>
                    <a:pt x="1341394" y="1488857"/>
                    <a:pt x="525293" y="2304958"/>
                    <a:pt x="525293" y="3311669"/>
                  </a:cubicBezTo>
                  <a:cubicBezTo>
                    <a:pt x="525293" y="4318380"/>
                    <a:pt x="1341394" y="5134481"/>
                    <a:pt x="2348105" y="5134481"/>
                  </a:cubicBezTo>
                  <a:cubicBezTo>
                    <a:pt x="3354816" y="5134481"/>
                    <a:pt x="4170917" y="4318380"/>
                    <a:pt x="4170917" y="3311669"/>
                  </a:cubicBezTo>
                  <a:cubicBezTo>
                    <a:pt x="4170917" y="2304958"/>
                    <a:pt x="3354816" y="1488857"/>
                    <a:pt x="2348105" y="1488857"/>
                  </a:cubicBezTo>
                  <a:close/>
                  <a:moveTo>
                    <a:pt x="2348105" y="977902"/>
                  </a:moveTo>
                  <a:cubicBezTo>
                    <a:pt x="3637009" y="977902"/>
                    <a:pt x="4681872" y="2022765"/>
                    <a:pt x="4681872" y="3311669"/>
                  </a:cubicBezTo>
                  <a:cubicBezTo>
                    <a:pt x="4681872" y="4600573"/>
                    <a:pt x="3637009" y="5645436"/>
                    <a:pt x="2348105" y="5645436"/>
                  </a:cubicBezTo>
                  <a:cubicBezTo>
                    <a:pt x="1059201" y="5645436"/>
                    <a:pt x="14338" y="4600573"/>
                    <a:pt x="14338" y="3311669"/>
                  </a:cubicBezTo>
                  <a:cubicBezTo>
                    <a:pt x="14338" y="2022765"/>
                    <a:pt x="1059201" y="977902"/>
                    <a:pt x="2348105" y="977902"/>
                  </a:cubicBezTo>
                  <a:close/>
                  <a:moveTo>
                    <a:pt x="3210794" y="1525"/>
                  </a:moveTo>
                  <a:cubicBezTo>
                    <a:pt x="3328480" y="-6792"/>
                    <a:pt x="3449826" y="18736"/>
                    <a:pt x="3559690" y="82166"/>
                  </a:cubicBezTo>
                  <a:lnTo>
                    <a:pt x="4389841" y="561454"/>
                  </a:lnTo>
                  <a:cubicBezTo>
                    <a:pt x="4646190" y="709457"/>
                    <a:pt x="4755086" y="1014775"/>
                    <a:pt x="4664989" y="1285059"/>
                  </a:cubicBezTo>
                  <a:lnTo>
                    <a:pt x="4652365" y="1313093"/>
                  </a:lnTo>
                  <a:lnTo>
                    <a:pt x="4548130" y="1493633"/>
                  </a:lnTo>
                  <a:cubicBezTo>
                    <a:pt x="4507616" y="1563805"/>
                    <a:pt x="4436343" y="1605146"/>
                    <a:pt x="4361174" y="1610458"/>
                  </a:cubicBezTo>
                  <a:cubicBezTo>
                    <a:pt x="4316074" y="1613646"/>
                    <a:pt x="4269570" y="1603863"/>
                    <a:pt x="4227467" y="1579554"/>
                  </a:cubicBezTo>
                  <a:lnTo>
                    <a:pt x="2742962" y="722476"/>
                  </a:lnTo>
                  <a:cubicBezTo>
                    <a:pt x="2658756" y="673860"/>
                    <a:pt x="2616066" y="580949"/>
                    <a:pt x="2627331" y="490166"/>
                  </a:cubicBezTo>
                  <a:lnTo>
                    <a:pt x="2634097" y="460273"/>
                  </a:lnTo>
                  <a:lnTo>
                    <a:pt x="2722954" y="306368"/>
                  </a:lnTo>
                  <a:cubicBezTo>
                    <a:pt x="2828671" y="123262"/>
                    <a:pt x="3014650" y="15387"/>
                    <a:pt x="3210794" y="1525"/>
                  </a:cubicBezTo>
                  <a:close/>
                  <a:moveTo>
                    <a:pt x="1485416" y="1525"/>
                  </a:moveTo>
                  <a:cubicBezTo>
                    <a:pt x="1681559" y="15386"/>
                    <a:pt x="1867539" y="123262"/>
                    <a:pt x="1973255" y="306368"/>
                  </a:cubicBezTo>
                  <a:lnTo>
                    <a:pt x="2062112" y="460273"/>
                  </a:lnTo>
                  <a:lnTo>
                    <a:pt x="2068878" y="490166"/>
                  </a:lnTo>
                  <a:cubicBezTo>
                    <a:pt x="2080144" y="580949"/>
                    <a:pt x="2037454" y="673859"/>
                    <a:pt x="1953247" y="722476"/>
                  </a:cubicBezTo>
                  <a:lnTo>
                    <a:pt x="468743" y="1579554"/>
                  </a:lnTo>
                  <a:cubicBezTo>
                    <a:pt x="426639" y="1603863"/>
                    <a:pt x="380136" y="1613646"/>
                    <a:pt x="335035" y="1610458"/>
                  </a:cubicBezTo>
                  <a:cubicBezTo>
                    <a:pt x="259866" y="1605146"/>
                    <a:pt x="188593" y="1563805"/>
                    <a:pt x="148079" y="1493633"/>
                  </a:cubicBezTo>
                  <a:lnTo>
                    <a:pt x="43845" y="1313093"/>
                  </a:lnTo>
                  <a:lnTo>
                    <a:pt x="31220" y="1285059"/>
                  </a:lnTo>
                  <a:cubicBezTo>
                    <a:pt x="-58877" y="1014775"/>
                    <a:pt x="50020" y="709457"/>
                    <a:pt x="306368" y="561454"/>
                  </a:cubicBezTo>
                  <a:lnTo>
                    <a:pt x="1136520" y="82166"/>
                  </a:lnTo>
                  <a:cubicBezTo>
                    <a:pt x="1246384" y="18736"/>
                    <a:pt x="1367729" y="-6792"/>
                    <a:pt x="1485416" y="15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31"/>
              </p:custDataLst>
            </p:nvPr>
          </p:nvSpPr>
          <p:spPr>
            <a:xfrm>
              <a:off x="12010" y="6207"/>
              <a:ext cx="4535" cy="917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2023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12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 eaLnBrk="1" hangingPunct="1"/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2"/>
              </p:custDataLst>
            </p:nvPr>
          </p:nvSpPr>
          <p:spPr>
            <a:xfrm>
              <a:off x="12010" y="6787"/>
              <a:ext cx="4535" cy="156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lt1">
                  <a:lumMod val="75000"/>
                </a:schemeClr>
              </a:solidFill>
            </a:ln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 21.0.0</a:t>
              </a:r>
              <a:r>
                <a:rPr 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正式发布</a:t>
              </a:r>
              <a:endParaRPr lang="zh-CN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 eaLnBrk="1" hangingPunct="1"/>
              <a:r>
                <a:rPr 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长期支持版本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 eaLnBrk="1" hangingPunct="1"/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 4.0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发布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828652" y="200499"/>
            <a:ext cx="32283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发展历史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604895" y="2794635"/>
            <a:ext cx="3615690" cy="2393315"/>
            <a:chOff x="5677" y="4401"/>
            <a:chExt cx="5694" cy="3769"/>
          </a:xfrm>
        </p:grpSpPr>
        <p:sp>
          <p:nvSpPr>
            <p:cNvPr id="62" name="椭圆 61"/>
            <p:cNvSpPr/>
            <p:nvPr>
              <p:custDataLst>
                <p:tags r:id="rId33"/>
              </p:custDataLst>
            </p:nvPr>
          </p:nvSpPr>
          <p:spPr>
            <a:xfrm>
              <a:off x="10168" y="4401"/>
              <a:ext cx="1203" cy="120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64" name="任意多边形 23"/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10430" y="4664"/>
              <a:ext cx="680" cy="680"/>
            </a:xfrm>
            <a:custGeom>
              <a:avLst/>
              <a:gdLst>
                <a:gd name="connsiteX0" fmla="*/ 2822419 w 5595582"/>
                <a:gd name="connsiteY0" fmla="*/ 2670465 h 5595582"/>
                <a:gd name="connsiteX1" fmla="*/ 2924632 w 5595582"/>
                <a:gd name="connsiteY1" fmla="*/ 2770939 h 5595582"/>
                <a:gd name="connsiteX2" fmla="*/ 2824643 w 5595582"/>
                <a:gd name="connsiteY2" fmla="*/ 2924635 h 5595582"/>
                <a:gd name="connsiteX3" fmla="*/ 2670947 w 5595582"/>
                <a:gd name="connsiteY3" fmla="*/ 2824646 h 5595582"/>
                <a:gd name="connsiteX4" fmla="*/ 2770935 w 5595582"/>
                <a:gd name="connsiteY4" fmla="*/ 2670950 h 5595582"/>
                <a:gd name="connsiteX5" fmla="*/ 2822419 w 5595582"/>
                <a:gd name="connsiteY5" fmla="*/ 2670465 h 5595582"/>
                <a:gd name="connsiteX6" fmla="*/ 2796143 w 5595582"/>
                <a:gd name="connsiteY6" fmla="*/ 2511137 h 5595582"/>
                <a:gd name="connsiteX7" fmla="*/ 2738429 w 5595582"/>
                <a:gd name="connsiteY7" fmla="*/ 2517404 h 5595582"/>
                <a:gd name="connsiteX8" fmla="*/ 2517400 w 5595582"/>
                <a:gd name="connsiteY8" fmla="*/ 2857153 h 5595582"/>
                <a:gd name="connsiteX9" fmla="*/ 2857150 w 5595582"/>
                <a:gd name="connsiteY9" fmla="*/ 3078182 h 5595582"/>
                <a:gd name="connsiteX10" fmla="*/ 3078179 w 5595582"/>
                <a:gd name="connsiteY10" fmla="*/ 2738431 h 5595582"/>
                <a:gd name="connsiteX11" fmla="*/ 2796143 w 5595582"/>
                <a:gd name="connsiteY11" fmla="*/ 2511137 h 5595582"/>
                <a:gd name="connsiteX12" fmla="*/ 4374868 w 5595582"/>
                <a:gd name="connsiteY12" fmla="*/ 1380099 h 5595582"/>
                <a:gd name="connsiteX13" fmla="*/ 3091830 w 5595582"/>
                <a:gd name="connsiteY13" fmla="*/ 3124889 h 5595582"/>
                <a:gd name="connsiteX14" fmla="*/ 1220710 w 5595582"/>
                <a:gd name="connsiteY14" fmla="*/ 4215483 h 5595582"/>
                <a:gd name="connsiteX15" fmla="*/ 2503749 w 5595582"/>
                <a:gd name="connsiteY15" fmla="*/ 2470693 h 5595582"/>
                <a:gd name="connsiteX16" fmla="*/ 2797791 w 5595582"/>
                <a:gd name="connsiteY16" fmla="*/ 424257 h 5595582"/>
                <a:gd name="connsiteX17" fmla="*/ 424257 w 5595582"/>
                <a:gd name="connsiteY17" fmla="*/ 2797791 h 5595582"/>
                <a:gd name="connsiteX18" fmla="*/ 2797791 w 5595582"/>
                <a:gd name="connsiteY18" fmla="*/ 5171325 h 5595582"/>
                <a:gd name="connsiteX19" fmla="*/ 5171325 w 5595582"/>
                <a:gd name="connsiteY19" fmla="*/ 2797791 h 5595582"/>
                <a:gd name="connsiteX20" fmla="*/ 2797791 w 5595582"/>
                <a:gd name="connsiteY20" fmla="*/ 424257 h 5595582"/>
                <a:gd name="connsiteX21" fmla="*/ 2797791 w 5595582"/>
                <a:gd name="connsiteY21" fmla="*/ 0 h 5595582"/>
                <a:gd name="connsiteX22" fmla="*/ 5595582 w 5595582"/>
                <a:gd name="connsiteY22" fmla="*/ 2797791 h 5595582"/>
                <a:gd name="connsiteX23" fmla="*/ 2797791 w 5595582"/>
                <a:gd name="connsiteY23" fmla="*/ 5595582 h 5595582"/>
                <a:gd name="connsiteX24" fmla="*/ 0 w 5595582"/>
                <a:gd name="connsiteY24" fmla="*/ 2797791 h 5595582"/>
                <a:gd name="connsiteX25" fmla="*/ 2797791 w 5595582"/>
                <a:gd name="connsiteY25" fmla="*/ 0 h 559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595582" h="5595582">
                  <a:moveTo>
                    <a:pt x="2822419" y="2670465"/>
                  </a:moveTo>
                  <a:cubicBezTo>
                    <a:pt x="2872021" y="2680082"/>
                    <a:pt x="2913509" y="2718399"/>
                    <a:pt x="2924632" y="2770939"/>
                  </a:cubicBezTo>
                  <a:cubicBezTo>
                    <a:pt x="2939463" y="2840992"/>
                    <a:pt x="2894697" y="2909804"/>
                    <a:pt x="2824643" y="2924635"/>
                  </a:cubicBezTo>
                  <a:cubicBezTo>
                    <a:pt x="2754590" y="2939466"/>
                    <a:pt x="2685778" y="2894699"/>
                    <a:pt x="2670947" y="2824646"/>
                  </a:cubicBezTo>
                  <a:cubicBezTo>
                    <a:pt x="2656116" y="2754592"/>
                    <a:pt x="2700882" y="2685780"/>
                    <a:pt x="2770935" y="2670950"/>
                  </a:cubicBezTo>
                  <a:cubicBezTo>
                    <a:pt x="2788449" y="2667242"/>
                    <a:pt x="2805884" y="2667259"/>
                    <a:pt x="2822419" y="2670465"/>
                  </a:cubicBezTo>
                  <a:close/>
                  <a:moveTo>
                    <a:pt x="2796143" y="2511137"/>
                  </a:moveTo>
                  <a:cubicBezTo>
                    <a:pt x="2777100" y="2511266"/>
                    <a:pt x="2757786" y="2513306"/>
                    <a:pt x="2738429" y="2517404"/>
                  </a:cubicBezTo>
                  <a:cubicBezTo>
                    <a:pt x="2583574" y="2550187"/>
                    <a:pt x="2484616" y="2702298"/>
                    <a:pt x="2517400" y="2857153"/>
                  </a:cubicBezTo>
                  <a:cubicBezTo>
                    <a:pt x="2550184" y="3012007"/>
                    <a:pt x="2702296" y="3110966"/>
                    <a:pt x="2857150" y="3078182"/>
                  </a:cubicBezTo>
                  <a:cubicBezTo>
                    <a:pt x="3012005" y="3045398"/>
                    <a:pt x="3110962" y="2893286"/>
                    <a:pt x="3078179" y="2738431"/>
                  </a:cubicBezTo>
                  <a:cubicBezTo>
                    <a:pt x="3049492" y="2602933"/>
                    <a:pt x="2929447" y="2510232"/>
                    <a:pt x="2796143" y="2511137"/>
                  </a:cubicBezTo>
                  <a:close/>
                  <a:moveTo>
                    <a:pt x="4374868" y="1380099"/>
                  </a:moveTo>
                  <a:lnTo>
                    <a:pt x="3091830" y="3124889"/>
                  </a:lnTo>
                  <a:lnTo>
                    <a:pt x="1220710" y="4215483"/>
                  </a:lnTo>
                  <a:lnTo>
                    <a:pt x="2503749" y="2470693"/>
                  </a:lnTo>
                  <a:close/>
                  <a:moveTo>
                    <a:pt x="2797791" y="424257"/>
                  </a:moveTo>
                  <a:cubicBezTo>
                    <a:pt x="1486924" y="424257"/>
                    <a:pt x="424257" y="1486924"/>
                    <a:pt x="424257" y="2797791"/>
                  </a:cubicBezTo>
                  <a:cubicBezTo>
                    <a:pt x="424257" y="4108658"/>
                    <a:pt x="1486924" y="5171325"/>
                    <a:pt x="2797791" y="5171325"/>
                  </a:cubicBezTo>
                  <a:cubicBezTo>
                    <a:pt x="4108658" y="5171325"/>
                    <a:pt x="5171325" y="4108658"/>
                    <a:pt x="5171325" y="2797791"/>
                  </a:cubicBezTo>
                  <a:cubicBezTo>
                    <a:pt x="5171325" y="1486924"/>
                    <a:pt x="4108658" y="424257"/>
                    <a:pt x="2797791" y="424257"/>
                  </a:cubicBezTo>
                  <a:close/>
                  <a:moveTo>
                    <a:pt x="2797791" y="0"/>
                  </a:moveTo>
                  <a:cubicBezTo>
                    <a:pt x="4342968" y="0"/>
                    <a:pt x="5595582" y="1252614"/>
                    <a:pt x="5595582" y="2797791"/>
                  </a:cubicBezTo>
                  <a:cubicBezTo>
                    <a:pt x="5595582" y="4342968"/>
                    <a:pt x="4342968" y="5595582"/>
                    <a:pt x="2797791" y="5595582"/>
                  </a:cubicBezTo>
                  <a:cubicBezTo>
                    <a:pt x="1252614" y="5595582"/>
                    <a:pt x="0" y="4342968"/>
                    <a:pt x="0" y="2797791"/>
                  </a:cubicBezTo>
                  <a:cubicBezTo>
                    <a:pt x="0" y="1252614"/>
                    <a:pt x="1252614" y="0"/>
                    <a:pt x="27977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cxnSp>
          <p:nvCxnSpPr>
            <p:cNvPr id="58" name="直接连接符 57"/>
            <p:cNvCxnSpPr>
              <a:stCxn id="62" idx="4"/>
            </p:cNvCxnSpPr>
            <p:nvPr>
              <p:custDataLst>
                <p:tags r:id="rId35"/>
              </p:custDataLst>
            </p:nvPr>
          </p:nvCxnSpPr>
          <p:spPr>
            <a:xfrm>
              <a:off x="10770" y="5604"/>
              <a:ext cx="0" cy="1183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>
              <p:custDataLst>
                <p:tags r:id="rId36"/>
              </p:custDataLst>
            </p:nvPr>
          </p:nvCxnSpPr>
          <p:spPr>
            <a:xfrm rot="10800000">
              <a:off x="10180" y="6810"/>
              <a:ext cx="600" cy="0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>
              <p:custDataLst>
                <p:tags r:id="rId37"/>
              </p:custDataLst>
            </p:nvPr>
          </p:nvSpPr>
          <p:spPr>
            <a:xfrm>
              <a:off x="5677" y="6207"/>
              <a:ext cx="4535" cy="529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2020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年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38"/>
              </p:custDataLst>
            </p:nvPr>
          </p:nvSpPr>
          <p:spPr>
            <a:xfrm>
              <a:off x="5677" y="6787"/>
              <a:ext cx="4535" cy="138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lt1">
                  <a:lumMod val="75000"/>
                </a:schemeClr>
              </a:solidFill>
            </a:ln>
          </p:spPr>
          <p:txBody>
            <a:bodyPr lIns="91419" tIns="45711" rIns="91419" bIns="45711">
              <a:noAutofit/>
            </a:bodyPr>
            <a:lstStyle/>
            <a:p>
              <a:pPr algn="ctr" eaLnBrk="1" hangingPunct="1"/>
              <a:r>
                <a:rPr sz="140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用户从 NodeSource下载 Node.js 的次数接近 1 亿次</a:t>
              </a:r>
              <a:endParaRPr sz="14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ctr" eaLnBrk="1" hangingPunct="1"/>
              <a:r>
                <a:rPr lang="en-US" sz="140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--</a:t>
              </a:r>
              <a:r>
                <a:rPr sz="140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里程碑</a:t>
              </a:r>
              <a:endParaRPr lang="en-US" altLang="zh-CN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579620" y="1607820"/>
            <a:ext cx="3803015" cy="1950085"/>
            <a:chOff x="7212" y="2532"/>
            <a:chExt cx="5989" cy="3071"/>
          </a:xfrm>
        </p:grpSpPr>
        <p:cxnSp>
          <p:nvCxnSpPr>
            <p:cNvPr id="52" name="直接连接符 51"/>
            <p:cNvCxnSpPr/>
            <p:nvPr>
              <p:custDataLst>
                <p:tags r:id="rId39"/>
              </p:custDataLst>
            </p:nvPr>
          </p:nvCxnSpPr>
          <p:spPr>
            <a:xfrm>
              <a:off x="7807" y="3199"/>
              <a:ext cx="603" cy="0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>
              <p:custDataLst>
                <p:tags r:id="rId40"/>
              </p:custDataLst>
            </p:nvPr>
          </p:nvSpPr>
          <p:spPr>
            <a:xfrm>
              <a:off x="7212" y="4401"/>
              <a:ext cx="1203" cy="120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47" name="任意多边形 24"/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7548" y="4664"/>
              <a:ext cx="530" cy="680"/>
            </a:xfrm>
            <a:custGeom>
              <a:avLst/>
              <a:gdLst>
                <a:gd name="connsiteX0" fmla="*/ 2053988 w 4790420"/>
                <a:gd name="connsiteY0" fmla="*/ 847831 h 6158425"/>
                <a:gd name="connsiteX1" fmla="*/ 330076 w 4790420"/>
                <a:gd name="connsiteY1" fmla="*/ 2571743 h 6158425"/>
                <a:gd name="connsiteX2" fmla="*/ 2053988 w 4790420"/>
                <a:gd name="connsiteY2" fmla="*/ 4295655 h 6158425"/>
                <a:gd name="connsiteX3" fmla="*/ 3777900 w 4790420"/>
                <a:gd name="connsiteY3" fmla="*/ 2571743 h 6158425"/>
                <a:gd name="connsiteX4" fmla="*/ 2053988 w 4790420"/>
                <a:gd name="connsiteY4" fmla="*/ 847831 h 6158425"/>
                <a:gd name="connsiteX5" fmla="*/ 2053988 w 4790420"/>
                <a:gd name="connsiteY5" fmla="*/ 517755 h 6158425"/>
                <a:gd name="connsiteX6" fmla="*/ 4107976 w 4790420"/>
                <a:gd name="connsiteY6" fmla="*/ 2571743 h 6158425"/>
                <a:gd name="connsiteX7" fmla="*/ 2053988 w 4790420"/>
                <a:gd name="connsiteY7" fmla="*/ 4625731 h 6158425"/>
                <a:gd name="connsiteX8" fmla="*/ 0 w 4790420"/>
                <a:gd name="connsiteY8" fmla="*/ 2571743 h 6158425"/>
                <a:gd name="connsiteX9" fmla="*/ 2053988 w 4790420"/>
                <a:gd name="connsiteY9" fmla="*/ 517755 h 6158425"/>
                <a:gd name="connsiteX10" fmla="*/ 2988811 w 4790420"/>
                <a:gd name="connsiteY10" fmla="*/ 0 h 6158425"/>
                <a:gd name="connsiteX11" fmla="*/ 4768061 w 4790420"/>
                <a:gd name="connsiteY11" fmla="*/ 2223084 h 6158425"/>
                <a:gd name="connsiteX12" fmla="*/ 3608480 w 4790420"/>
                <a:gd name="connsiteY12" fmla="*/ 4823700 h 6158425"/>
                <a:gd name="connsiteX13" fmla="*/ 2394040 w 4790420"/>
                <a:gd name="connsiteY13" fmla="*/ 5286916 h 6158425"/>
                <a:gd name="connsiteX14" fmla="*/ 2333767 w 4790420"/>
                <a:gd name="connsiteY14" fmla="*/ 5292401 h 6158425"/>
                <a:gd name="connsiteX15" fmla="*/ 2333767 w 4790420"/>
                <a:gd name="connsiteY15" fmla="*/ 5858175 h 6158425"/>
                <a:gd name="connsiteX16" fmla="*/ 3057098 w 4790420"/>
                <a:gd name="connsiteY16" fmla="*/ 5858175 h 6158425"/>
                <a:gd name="connsiteX17" fmla="*/ 3057098 w 4790420"/>
                <a:gd name="connsiteY17" fmla="*/ 6158425 h 6158425"/>
                <a:gd name="connsiteX18" fmla="*/ 1310186 w 4790420"/>
                <a:gd name="connsiteY18" fmla="*/ 6158425 h 6158425"/>
                <a:gd name="connsiteX19" fmla="*/ 1310186 w 4790420"/>
                <a:gd name="connsiteY19" fmla="*/ 5858175 h 6158425"/>
                <a:gd name="connsiteX20" fmla="*/ 2033517 w 4790420"/>
                <a:gd name="connsiteY20" fmla="*/ 5858175 h 6158425"/>
                <a:gd name="connsiteX21" fmla="*/ 2033517 w 4790420"/>
                <a:gd name="connsiteY21" fmla="*/ 5307773 h 6158425"/>
                <a:gd name="connsiteX22" fmla="*/ 2024915 w 4790420"/>
                <a:gd name="connsiteY22" fmla="*/ 5307973 h 6158425"/>
                <a:gd name="connsiteX23" fmla="*/ 765677 w 4790420"/>
                <a:gd name="connsiteY23" fmla="*/ 4985869 h 6158425"/>
                <a:gd name="connsiteX24" fmla="*/ 928493 w 4790420"/>
                <a:gd name="connsiteY24" fmla="*/ 4680772 h 6158425"/>
                <a:gd name="connsiteX25" fmla="*/ 3412023 w 4790420"/>
                <a:gd name="connsiteY25" fmla="*/ 4539098 h 6158425"/>
                <a:gd name="connsiteX26" fmla="*/ 4425057 w 4790420"/>
                <a:gd name="connsiteY26" fmla="*/ 2267148 h 6158425"/>
                <a:gd name="connsiteX27" fmla="*/ 2870669 w 4790420"/>
                <a:gd name="connsiteY27" fmla="*/ 325018 h 615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90420" h="6158425">
                  <a:moveTo>
                    <a:pt x="2053988" y="847831"/>
                  </a:moveTo>
                  <a:cubicBezTo>
                    <a:pt x="1101898" y="847831"/>
                    <a:pt x="330076" y="1619653"/>
                    <a:pt x="330076" y="2571743"/>
                  </a:cubicBezTo>
                  <a:cubicBezTo>
                    <a:pt x="330076" y="3523833"/>
                    <a:pt x="1101898" y="4295655"/>
                    <a:pt x="2053988" y="4295655"/>
                  </a:cubicBezTo>
                  <a:cubicBezTo>
                    <a:pt x="3006078" y="4295655"/>
                    <a:pt x="3777900" y="3523833"/>
                    <a:pt x="3777900" y="2571743"/>
                  </a:cubicBezTo>
                  <a:cubicBezTo>
                    <a:pt x="3777900" y="1619653"/>
                    <a:pt x="3006078" y="847831"/>
                    <a:pt x="2053988" y="847831"/>
                  </a:cubicBezTo>
                  <a:close/>
                  <a:moveTo>
                    <a:pt x="2053988" y="517755"/>
                  </a:moveTo>
                  <a:cubicBezTo>
                    <a:pt x="3188374" y="517755"/>
                    <a:pt x="4107976" y="1437357"/>
                    <a:pt x="4107976" y="2571743"/>
                  </a:cubicBezTo>
                  <a:cubicBezTo>
                    <a:pt x="4107976" y="3706129"/>
                    <a:pt x="3188374" y="4625731"/>
                    <a:pt x="2053988" y="4625731"/>
                  </a:cubicBezTo>
                  <a:cubicBezTo>
                    <a:pt x="919602" y="4625731"/>
                    <a:pt x="0" y="3706129"/>
                    <a:pt x="0" y="2571743"/>
                  </a:cubicBezTo>
                  <a:cubicBezTo>
                    <a:pt x="0" y="1437357"/>
                    <a:pt x="919602" y="517755"/>
                    <a:pt x="2053988" y="517755"/>
                  </a:cubicBezTo>
                  <a:close/>
                  <a:moveTo>
                    <a:pt x="2988811" y="0"/>
                  </a:moveTo>
                  <a:cubicBezTo>
                    <a:pt x="3951100" y="349790"/>
                    <a:pt x="4637600" y="1207537"/>
                    <a:pt x="4768061" y="2223084"/>
                  </a:cubicBezTo>
                  <a:cubicBezTo>
                    <a:pt x="4898521" y="3238630"/>
                    <a:pt x="4451113" y="4242043"/>
                    <a:pt x="3608480" y="4823700"/>
                  </a:cubicBezTo>
                  <a:cubicBezTo>
                    <a:pt x="3239828" y="5078175"/>
                    <a:pt x="2822516" y="5233293"/>
                    <a:pt x="2394040" y="5286916"/>
                  </a:cubicBezTo>
                  <a:lnTo>
                    <a:pt x="2333767" y="5292401"/>
                  </a:lnTo>
                  <a:lnTo>
                    <a:pt x="2333767" y="5858175"/>
                  </a:lnTo>
                  <a:lnTo>
                    <a:pt x="3057098" y="5858175"/>
                  </a:lnTo>
                  <a:lnTo>
                    <a:pt x="3057098" y="6158425"/>
                  </a:lnTo>
                  <a:lnTo>
                    <a:pt x="1310186" y="6158425"/>
                  </a:lnTo>
                  <a:lnTo>
                    <a:pt x="1310186" y="5858175"/>
                  </a:lnTo>
                  <a:lnTo>
                    <a:pt x="2033517" y="5858175"/>
                  </a:lnTo>
                  <a:lnTo>
                    <a:pt x="2033517" y="5307773"/>
                  </a:lnTo>
                  <a:lnTo>
                    <a:pt x="2024915" y="5307973"/>
                  </a:lnTo>
                  <a:cubicBezTo>
                    <a:pt x="1593121" y="5303425"/>
                    <a:pt x="1160876" y="5196770"/>
                    <a:pt x="765677" y="4985869"/>
                  </a:cubicBezTo>
                  <a:lnTo>
                    <a:pt x="928493" y="4680772"/>
                  </a:lnTo>
                  <a:cubicBezTo>
                    <a:pt x="1717645" y="5101908"/>
                    <a:pt x="2675882" y="5047244"/>
                    <a:pt x="3412023" y="4539098"/>
                  </a:cubicBezTo>
                  <a:cubicBezTo>
                    <a:pt x="4148164" y="4030951"/>
                    <a:pt x="4539029" y="3154350"/>
                    <a:pt x="4425057" y="2267148"/>
                  </a:cubicBezTo>
                  <a:cubicBezTo>
                    <a:pt x="4311084" y="1379947"/>
                    <a:pt x="3711344" y="630601"/>
                    <a:pt x="2870669" y="3250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9" tIns="45711" rIns="91419" bIns="45711" anchor="ctr"/>
            <a:lstStyle/>
            <a:p>
              <a:pPr algn="ctr" eaLnBrk="1" hangingPunct="1"/>
              <a:endParaRPr lang="zh-CN" altLang="en-US" sz="170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42"/>
              </p:custDataLst>
            </p:nvPr>
          </p:nvSpPr>
          <p:spPr>
            <a:xfrm>
              <a:off x="8667" y="2532"/>
              <a:ext cx="4535" cy="529"/>
            </a:xfrm>
            <a:prstGeom prst="rect">
              <a:avLst/>
            </a:prstGeom>
            <a:noFill/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2011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年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7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43"/>
              </p:custDataLst>
            </p:nvPr>
          </p:nvSpPr>
          <p:spPr>
            <a:xfrm>
              <a:off x="8667" y="3115"/>
              <a:ext cx="4535" cy="116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lt1">
                  <a:lumMod val="75000"/>
                </a:schemeClr>
              </a:solidFill>
            </a:ln>
          </p:spPr>
          <p:txBody>
            <a:bodyPr lIns="91419" tIns="45711" rIns="91419" bIns="45711">
              <a:spAutoFit/>
            </a:bodyPr>
            <a:lstStyle/>
            <a:p>
              <a:pPr algn="ctr" eaLnBrk="1" hangingPunct="1"/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在微软的赞助下发布了 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Windows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版本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65" name="直接连接符 64"/>
            <p:cNvCxnSpPr/>
            <p:nvPr>
              <p:custDataLst>
                <p:tags r:id="rId44"/>
              </p:custDataLst>
            </p:nvPr>
          </p:nvCxnSpPr>
          <p:spPr>
            <a:xfrm flipV="1">
              <a:off x="7787" y="3198"/>
              <a:ext cx="0" cy="1183"/>
            </a:xfrm>
            <a:prstGeom prst="line">
              <a:avLst/>
            </a:prstGeom>
            <a:ln>
              <a:solidFill>
                <a:schemeClr val="lt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4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圆顶角 4"/>
          <p:cNvSpPr txBox="1"/>
          <p:nvPr>
            <p:custDataLst>
              <p:tags r:id="rId1"/>
            </p:custDataLst>
          </p:nvPr>
        </p:nvSpPr>
        <p:spPr>
          <a:xfrm>
            <a:off x="3432175" y="2070735"/>
            <a:ext cx="5278755" cy="3710940"/>
          </a:xfrm>
          <a:prstGeom prst="roundRect">
            <a:avLst>
              <a:gd name="adj" fmla="val 1236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spcFirstLastPara="0" vert="horz" wrap="square" lIns="38100" tIns="19050" rIns="38100" bIns="19050" numCol="1" spcCol="1270" anchor="ctr" anchorCtr="0">
            <a:noAutofit/>
          </a:bodyPr>
          <a:p>
            <a:pPr algn="ctr"/>
            <a:endParaRPr lang="zh-CN" altLang="zh-CN" kern="100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68630" y="2070735"/>
            <a:ext cx="2834640" cy="1791335"/>
            <a:chOff x="551" y="3261"/>
            <a:chExt cx="4464" cy="2821"/>
          </a:xfrm>
        </p:grpSpPr>
        <p:sp>
          <p:nvSpPr>
            <p:cNvPr id="18" name="TextBox 24"/>
            <p:cNvSpPr txBox="1"/>
            <p:nvPr>
              <p:custDataLst>
                <p:tags r:id="rId4"/>
              </p:custDataLst>
            </p:nvPr>
          </p:nvSpPr>
          <p:spPr>
            <a:xfrm>
              <a:off x="552" y="4194"/>
              <a:ext cx="446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单线程模型，在执行过程中只启动一个线程来运行代码</a:t>
              </a:r>
              <a:endParaRPr lang="en-US" altLang="zh-CN" sz="1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CPU 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和内存在同一时间集中处理一件事，同时尽可能让耗时的 </a:t>
              </a: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I/O 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操作并行执行</a:t>
              </a:r>
              <a:endParaRPr kumimoji="0" lang="zh-CN" altLang="en-US" sz="1200" kern="1200" cap="none" spc="0" normalizeH="0" baseline="0" noProof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1"/>
            <p:cNvSpPr txBox="1"/>
            <p:nvPr>
              <p:custDataLst>
                <p:tags r:id="rId5"/>
              </p:custDataLst>
            </p:nvPr>
          </p:nvSpPr>
          <p:spPr>
            <a:xfrm>
              <a:off x="551" y="3261"/>
              <a:ext cx="404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1216660"/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采用异步式 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I/O 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与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dist" defTabSz="1216660"/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事件驱动架构设计 </a:t>
              </a:r>
              <a:endPara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893175" y="2458085"/>
            <a:ext cx="2230755" cy="1291590"/>
            <a:chOff x="14431" y="3871"/>
            <a:chExt cx="3513" cy="2034"/>
          </a:xfrm>
        </p:grpSpPr>
        <p:sp>
          <p:nvSpPr>
            <p:cNvPr id="12" name="TextBox 24"/>
            <p:cNvSpPr txBox="1"/>
            <p:nvPr>
              <p:custDataLst>
                <p:tags r:id="rId6"/>
              </p:custDataLst>
            </p:nvPr>
          </p:nvSpPr>
          <p:spPr>
            <a:xfrm>
              <a:off x="14431" y="4453"/>
              <a:ext cx="3513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 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类库，快速构建 </a:t>
              </a: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 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客户端和服务器</a:t>
              </a:r>
              <a:endParaRPr lang="zh-CN" altLang="en-US" sz="1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作为服务器向用户提供服务</a:t>
              </a:r>
              <a:endParaRPr kumimoji="0" lang="zh-CN" altLang="en-US" sz="1200" kern="1200" cap="none" spc="0" normalizeH="0" baseline="0" noProof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1"/>
            <p:cNvSpPr txBox="1"/>
            <p:nvPr>
              <p:custDataLst>
                <p:tags r:id="rId7"/>
              </p:custDataLst>
            </p:nvPr>
          </p:nvSpPr>
          <p:spPr>
            <a:xfrm>
              <a:off x="14431" y="3871"/>
              <a:ext cx="35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1216660"/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内置 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HTTP 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服务器</a:t>
              </a:r>
              <a:endPara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35305" y="4218305"/>
            <a:ext cx="2529205" cy="1559560"/>
            <a:chOff x="656" y="6643"/>
            <a:chExt cx="3983" cy="2456"/>
          </a:xfrm>
        </p:grpSpPr>
        <p:sp>
          <p:nvSpPr>
            <p:cNvPr id="16" name="TextBox 24"/>
            <p:cNvSpPr txBox="1"/>
            <p:nvPr>
              <p:custDataLst>
                <p:tags r:id="rId8"/>
              </p:custDataLst>
            </p:nvPr>
          </p:nvSpPr>
          <p:spPr>
            <a:xfrm>
              <a:off x="656" y="7211"/>
              <a:ext cx="3983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有上万个第三方模块</a:t>
              </a:r>
              <a:endParaRPr lang="en-US" altLang="zh-CN" sz="1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网站开发框架、数据库接口，模板语言解析、</a:t>
              </a: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CSS 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生成工具、图形用户界面和操作系统 </a:t>
              </a: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API 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工具等</a:t>
              </a:r>
              <a:endParaRPr kumimoji="0" lang="zh-CN" altLang="en-US" sz="1200" kern="1200" cap="none" spc="0" normalizeH="0" baseline="0" noProof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1"/>
            <p:cNvSpPr txBox="1"/>
            <p:nvPr>
              <p:custDataLst>
                <p:tags r:id="rId9"/>
              </p:custDataLst>
            </p:nvPr>
          </p:nvSpPr>
          <p:spPr>
            <a:xfrm>
              <a:off x="657" y="6643"/>
              <a:ext cx="398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1216660"/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拥有强大的包管理器</a:t>
              </a:r>
              <a:endPara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28652" y="200499"/>
            <a:ext cx="45453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特点及应用场景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839200" y="4286885"/>
            <a:ext cx="2639695" cy="1820545"/>
            <a:chOff x="13530" y="6751"/>
            <a:chExt cx="4157" cy="2867"/>
          </a:xfrm>
        </p:grpSpPr>
        <p:sp>
          <p:nvSpPr>
            <p:cNvPr id="14" name="TextBox 24"/>
            <p:cNvSpPr txBox="1"/>
            <p:nvPr>
              <p:custDataLst>
                <p:tags r:id="rId10"/>
              </p:custDataLst>
            </p:nvPr>
          </p:nvSpPr>
          <p:spPr>
            <a:xfrm>
              <a:off x="13530" y="7293"/>
              <a:ext cx="4157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二进制类库、核心模块</a:t>
              </a:r>
              <a:endParaRPr lang="en-US" altLang="zh-CN" sz="1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二进制类库包括 </a:t>
              </a:r>
              <a:r>
                <a:rPr lang="en-US" altLang="zh-CN" sz="1200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libuv</a:t>
              </a:r>
              <a:r>
                <a: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，为网络以及文件系统提供了快速的时间轮循以及非阻塞 </a:t>
              </a:r>
              <a:r>
                <a:rPr lang="en-US" altLang="zh-CN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I/O</a:t>
              </a:r>
              <a:endParaRPr lang="en-US" altLang="zh-CN" sz="1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altLang="zh-CN" sz="1200" kern="1200" cap="none" spc="0" normalizeH="0" baseline="0" noProof="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1"/>
            <p:cNvSpPr txBox="1"/>
            <p:nvPr>
              <p:custDataLst>
                <p:tags r:id="rId11"/>
              </p:custDataLst>
            </p:nvPr>
          </p:nvSpPr>
          <p:spPr>
            <a:xfrm>
              <a:off x="13530" y="6751"/>
              <a:ext cx="399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1216660"/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具有强大的标准类库</a:t>
              </a:r>
              <a:endPara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5715" y="2168525"/>
            <a:ext cx="4478655" cy="1505585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9" name="图片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5685" y="3829685"/>
            <a:ext cx="4957445" cy="171958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64080" y="1438910"/>
            <a:ext cx="3931920" cy="1210310"/>
            <a:chOff x="3408" y="2266"/>
            <a:chExt cx="6192" cy="1906"/>
          </a:xfrm>
        </p:grpSpPr>
        <p:sp>
          <p:nvSpPr>
            <p:cNvPr id="44" name="Shape 25178"/>
            <p:cNvSpPr/>
            <p:nvPr>
              <p:custDataLst>
                <p:tags r:id="rId3"/>
              </p:custDataLst>
            </p:nvPr>
          </p:nvSpPr>
          <p:spPr>
            <a:xfrm>
              <a:off x="7694" y="2266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2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TextBox 62"/>
            <p:cNvSpPr txBox="1"/>
            <p:nvPr>
              <p:custDataLst>
                <p:tags r:id="rId4"/>
              </p:custDataLst>
            </p:nvPr>
          </p:nvSpPr>
          <p:spPr>
            <a:xfrm>
              <a:off x="3408" y="2804"/>
              <a:ext cx="356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RESTful API</a:t>
              </a:r>
              <a:endParaRPr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TextBox 71"/>
            <p:cNvSpPr txBox="1"/>
            <p:nvPr>
              <p:custDataLst>
                <p:tags r:id="rId5"/>
              </p:custDataLst>
            </p:nvPr>
          </p:nvSpPr>
          <p:spPr>
            <a:xfrm>
              <a:off x="8017" y="2717"/>
              <a:ext cx="1260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id-ID" sz="36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01</a:t>
              </a:r>
              <a:endParaRPr lang="id-ID" sz="3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0" name="Oval 8"/>
          <p:cNvSpPr/>
          <p:nvPr>
            <p:custDataLst>
              <p:tags r:id="rId6"/>
            </p:custDataLst>
          </p:nvPr>
        </p:nvSpPr>
        <p:spPr>
          <a:xfrm>
            <a:off x="6214745" y="2612390"/>
            <a:ext cx="687070" cy="68707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d-ID" sz="1350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53125" y="2350770"/>
            <a:ext cx="3761105" cy="1210310"/>
            <a:chOff x="9375" y="3702"/>
            <a:chExt cx="5923" cy="1906"/>
          </a:xfrm>
        </p:grpSpPr>
        <p:sp>
          <p:nvSpPr>
            <p:cNvPr id="79" name="Shape 25178"/>
            <p:cNvSpPr/>
            <p:nvPr>
              <p:custDataLst>
                <p:tags r:id="rId7"/>
              </p:custDataLst>
            </p:nvPr>
          </p:nvSpPr>
          <p:spPr>
            <a:xfrm>
              <a:off x="9375" y="3702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1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TextBox 68"/>
            <p:cNvSpPr txBox="1"/>
            <p:nvPr>
              <p:custDataLst>
                <p:tags r:id="rId8"/>
              </p:custDataLst>
            </p:nvPr>
          </p:nvSpPr>
          <p:spPr>
            <a:xfrm>
              <a:off x="11650" y="3865"/>
              <a:ext cx="364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实时多人游戏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780" y="4222"/>
              <a:ext cx="1098" cy="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id-ID" sz="3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02</a:t>
              </a:r>
              <a:endParaRPr lang="id-ID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093595" y="3188335"/>
            <a:ext cx="4002405" cy="1210310"/>
            <a:chOff x="3297" y="5021"/>
            <a:chExt cx="6303" cy="1906"/>
          </a:xfrm>
        </p:grpSpPr>
        <p:sp>
          <p:nvSpPr>
            <p:cNvPr id="59" name="Shape 25178"/>
            <p:cNvSpPr/>
            <p:nvPr>
              <p:custDataLst>
                <p:tags r:id="rId9"/>
              </p:custDataLst>
            </p:nvPr>
          </p:nvSpPr>
          <p:spPr>
            <a:xfrm rot="2485357">
              <a:off x="7694" y="5021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2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TextBox 64"/>
            <p:cNvSpPr txBox="1"/>
            <p:nvPr>
              <p:custDataLst>
                <p:tags r:id="rId10"/>
              </p:custDataLst>
            </p:nvPr>
          </p:nvSpPr>
          <p:spPr>
            <a:xfrm>
              <a:off x="3297" y="5441"/>
              <a:ext cx="430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后端 </a:t>
              </a:r>
              <a:r>
                <a:rPr 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Web 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服务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TextBox 73"/>
            <p:cNvSpPr txBox="1"/>
            <p:nvPr>
              <p:custDataLst>
                <p:tags r:id="rId11"/>
              </p:custDataLst>
            </p:nvPr>
          </p:nvSpPr>
          <p:spPr>
            <a:xfrm>
              <a:off x="8017" y="5487"/>
              <a:ext cx="1260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id-ID" sz="36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03</a:t>
              </a:r>
              <a:endParaRPr lang="id-ID" sz="3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8" name="Oval 13"/>
          <p:cNvSpPr/>
          <p:nvPr>
            <p:custDataLst>
              <p:tags r:id="rId12"/>
            </p:custDataLst>
          </p:nvPr>
        </p:nvSpPr>
        <p:spPr>
          <a:xfrm rot="666045">
            <a:off x="6200775" y="4260215"/>
            <a:ext cx="687070" cy="68707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id-ID" sz="1350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939155" y="3998595"/>
            <a:ext cx="4544695" cy="1210310"/>
            <a:chOff x="9353" y="6297"/>
            <a:chExt cx="7157" cy="1906"/>
          </a:xfrm>
        </p:grpSpPr>
        <p:sp>
          <p:nvSpPr>
            <p:cNvPr id="77" name="Shape 25178"/>
            <p:cNvSpPr/>
            <p:nvPr>
              <p:custDataLst>
                <p:tags r:id="rId13"/>
              </p:custDataLst>
            </p:nvPr>
          </p:nvSpPr>
          <p:spPr>
            <a:xfrm rot="666045">
              <a:off x="9353" y="6297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1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TextBox 70"/>
            <p:cNvSpPr txBox="1"/>
            <p:nvPr>
              <p:custDataLst>
                <p:tags r:id="rId14"/>
              </p:custDataLst>
            </p:nvPr>
          </p:nvSpPr>
          <p:spPr>
            <a:xfrm>
              <a:off x="11650" y="6368"/>
              <a:ext cx="486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基于 </a:t>
              </a:r>
              <a:r>
                <a:rPr 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Web 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的应用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759" y="6834"/>
              <a:ext cx="1098" cy="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id-ID" sz="3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04</a:t>
              </a:r>
              <a:endParaRPr lang="id-ID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022475" y="4806315"/>
            <a:ext cx="4111625" cy="1210310"/>
            <a:chOff x="3185" y="7569"/>
            <a:chExt cx="6475" cy="1906"/>
          </a:xfrm>
        </p:grpSpPr>
        <p:sp>
          <p:nvSpPr>
            <p:cNvPr id="61" name="Shape 25178"/>
            <p:cNvSpPr/>
            <p:nvPr>
              <p:custDataLst>
                <p:tags r:id="rId15"/>
              </p:custDataLst>
            </p:nvPr>
          </p:nvSpPr>
          <p:spPr>
            <a:xfrm rot="2485357">
              <a:off x="7754" y="7569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2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TextBox 66"/>
            <p:cNvSpPr txBox="1"/>
            <p:nvPr>
              <p:custDataLst>
                <p:tags r:id="rId16"/>
              </p:custDataLst>
            </p:nvPr>
          </p:nvSpPr>
          <p:spPr>
            <a:xfrm>
              <a:off x="3185" y="7832"/>
              <a:ext cx="420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多客户端的通信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6" name="TextBox 75"/>
            <p:cNvSpPr txBox="1"/>
            <p:nvPr>
              <p:custDataLst>
                <p:tags r:id="rId17"/>
              </p:custDataLst>
            </p:nvPr>
          </p:nvSpPr>
          <p:spPr>
            <a:xfrm>
              <a:off x="8077" y="8045"/>
              <a:ext cx="1260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id-ID" sz="36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05</a:t>
              </a:r>
              <a:endParaRPr lang="id-ID" sz="3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828652" y="200499"/>
            <a:ext cx="45453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特点及应用场景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380865" y="1996440"/>
            <a:ext cx="3404870" cy="3404870"/>
            <a:chOff x="6899" y="3144"/>
            <a:chExt cx="5362" cy="5362"/>
          </a:xfrm>
        </p:grpSpPr>
        <p:sp>
          <p:nvSpPr>
            <p:cNvPr id="3" name="任意多边形 2"/>
            <p:cNvSpPr/>
            <p:nvPr>
              <p:custDataLst>
                <p:tags r:id="rId1"/>
              </p:custDataLst>
            </p:nvPr>
          </p:nvSpPr>
          <p:spPr>
            <a:xfrm>
              <a:off x="6899" y="3144"/>
              <a:ext cx="5363" cy="5363"/>
            </a:xfrm>
            <a:custGeom>
              <a:avLst/>
              <a:gdLst>
                <a:gd name="connsiteX0" fmla="*/ 0 w 2554358"/>
                <a:gd name="connsiteY0" fmla="*/ 1912699 h 2554358"/>
                <a:gd name="connsiteX1" fmla="*/ 114698 w 2554358"/>
                <a:gd name="connsiteY1" fmla="*/ 1912699 h 2554358"/>
                <a:gd name="connsiteX2" fmla="*/ 178611 w 2554358"/>
                <a:gd name="connsiteY2" fmla="*/ 2017903 h 2554358"/>
                <a:gd name="connsiteX3" fmla="*/ 883216 w 2554358"/>
                <a:gd name="connsiteY3" fmla="*/ 2542445 h 2554358"/>
                <a:gd name="connsiteX4" fmla="*/ 929546 w 2554358"/>
                <a:gd name="connsiteY4" fmla="*/ 2554358 h 2554358"/>
                <a:gd name="connsiteX5" fmla="*/ 0 w 2554358"/>
                <a:gd name="connsiteY5" fmla="*/ 2554358 h 2554358"/>
                <a:gd name="connsiteX6" fmla="*/ 1277179 w 2554358"/>
                <a:gd name="connsiteY6" fmla="*/ 0 h 2554358"/>
                <a:gd name="connsiteX7" fmla="*/ 2554358 w 2554358"/>
                <a:gd name="connsiteY7" fmla="*/ 1277179 h 2554358"/>
                <a:gd name="connsiteX8" fmla="*/ 2453991 w 2554358"/>
                <a:gd name="connsiteY8" fmla="*/ 1774315 h 2554358"/>
                <a:gd name="connsiteX9" fmla="*/ 2401861 w 2554358"/>
                <a:gd name="connsiteY9" fmla="*/ 1870357 h 2554358"/>
                <a:gd name="connsiteX10" fmla="*/ 1510371 w 2554358"/>
                <a:gd name="connsiteY10" fmla="*/ 1870357 h 2554358"/>
                <a:gd name="connsiteX11" fmla="*/ 1525746 w 2554358"/>
                <a:gd name="connsiteY11" fmla="*/ 1865585 h 2554358"/>
                <a:gd name="connsiteX12" fmla="*/ 1915767 w 2554358"/>
                <a:gd name="connsiteY12" fmla="*/ 1277179 h 2554358"/>
                <a:gd name="connsiteX13" fmla="*/ 1277178 w 2554358"/>
                <a:gd name="connsiteY13" fmla="*/ 638590 h 2554358"/>
                <a:gd name="connsiteX14" fmla="*/ 638589 w 2554358"/>
                <a:gd name="connsiteY14" fmla="*/ 1277179 h 2554358"/>
                <a:gd name="connsiteX15" fmla="*/ 1277178 w 2554358"/>
                <a:gd name="connsiteY15" fmla="*/ 1915768 h 2554358"/>
                <a:gd name="connsiteX16" fmla="*/ 1277178 w 2554358"/>
                <a:gd name="connsiteY16" fmla="*/ 2554357 h 2554358"/>
                <a:gd name="connsiteX17" fmla="*/ 1277179 w 2554358"/>
                <a:gd name="connsiteY17" fmla="*/ 2554357 h 2554358"/>
                <a:gd name="connsiteX18" fmla="*/ 1277179 w 2554358"/>
                <a:gd name="connsiteY18" fmla="*/ 1912699 h 2554358"/>
                <a:gd name="connsiteX19" fmla="*/ 2554358 w 2554358"/>
                <a:gd name="connsiteY19" fmla="*/ 1912699 h 2554358"/>
                <a:gd name="connsiteX20" fmla="*/ 2554358 w 2554358"/>
                <a:gd name="connsiteY20" fmla="*/ 2554358 h 2554358"/>
                <a:gd name="connsiteX21" fmla="*/ 1277179 w 2554358"/>
                <a:gd name="connsiteY21" fmla="*/ 2554358 h 2554358"/>
                <a:gd name="connsiteX22" fmla="*/ 0 w 2554358"/>
                <a:gd name="connsiteY22" fmla="*/ 1277179 h 2554358"/>
                <a:gd name="connsiteX23" fmla="*/ 1277179 w 2554358"/>
                <a:gd name="connsiteY23" fmla="*/ 0 h 255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54358" h="2554358">
                  <a:moveTo>
                    <a:pt x="0" y="1912699"/>
                  </a:moveTo>
                  <a:lnTo>
                    <a:pt x="114698" y="1912699"/>
                  </a:lnTo>
                  <a:lnTo>
                    <a:pt x="178611" y="2017903"/>
                  </a:lnTo>
                  <a:cubicBezTo>
                    <a:pt x="345268" y="2264588"/>
                    <a:pt x="592826" y="2452125"/>
                    <a:pt x="883216" y="2542445"/>
                  </a:cubicBezTo>
                  <a:lnTo>
                    <a:pt x="929546" y="2554358"/>
                  </a:lnTo>
                  <a:lnTo>
                    <a:pt x="0" y="2554358"/>
                  </a:lnTo>
                  <a:close/>
                  <a:moveTo>
                    <a:pt x="1277179" y="0"/>
                  </a:moveTo>
                  <a:cubicBezTo>
                    <a:pt x="1982545" y="0"/>
                    <a:pt x="2554358" y="571813"/>
                    <a:pt x="2554358" y="1277179"/>
                  </a:cubicBezTo>
                  <a:cubicBezTo>
                    <a:pt x="2554358" y="1453521"/>
                    <a:pt x="2518620" y="1621515"/>
                    <a:pt x="2453991" y="1774315"/>
                  </a:cubicBezTo>
                  <a:lnTo>
                    <a:pt x="2401861" y="1870357"/>
                  </a:lnTo>
                  <a:lnTo>
                    <a:pt x="1510371" y="1870357"/>
                  </a:lnTo>
                  <a:lnTo>
                    <a:pt x="1525746" y="1865585"/>
                  </a:lnTo>
                  <a:cubicBezTo>
                    <a:pt x="1754945" y="1768642"/>
                    <a:pt x="1915767" y="1541691"/>
                    <a:pt x="1915767" y="1277179"/>
                  </a:cubicBezTo>
                  <a:cubicBezTo>
                    <a:pt x="1915767" y="924496"/>
                    <a:pt x="1629861" y="638590"/>
                    <a:pt x="1277178" y="638590"/>
                  </a:cubicBezTo>
                  <a:cubicBezTo>
                    <a:pt x="924495" y="638590"/>
                    <a:pt x="638589" y="924496"/>
                    <a:pt x="638589" y="1277179"/>
                  </a:cubicBezTo>
                  <a:cubicBezTo>
                    <a:pt x="638589" y="1629862"/>
                    <a:pt x="924495" y="1915768"/>
                    <a:pt x="1277178" y="1915768"/>
                  </a:cubicBezTo>
                  <a:lnTo>
                    <a:pt x="1277178" y="2554357"/>
                  </a:lnTo>
                  <a:lnTo>
                    <a:pt x="1277179" y="2554357"/>
                  </a:lnTo>
                  <a:lnTo>
                    <a:pt x="1277179" y="1912699"/>
                  </a:lnTo>
                  <a:lnTo>
                    <a:pt x="2554358" y="1912699"/>
                  </a:lnTo>
                  <a:lnTo>
                    <a:pt x="2554358" y="2554358"/>
                  </a:lnTo>
                  <a:lnTo>
                    <a:pt x="1277179" y="2554358"/>
                  </a:lnTo>
                  <a:cubicBezTo>
                    <a:pt x="571813" y="2554358"/>
                    <a:pt x="0" y="1982545"/>
                    <a:pt x="0" y="1277179"/>
                  </a:cubicBezTo>
                  <a:cubicBezTo>
                    <a:pt x="0" y="571813"/>
                    <a:pt x="571813" y="0"/>
                    <a:pt x="12771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018" y="5147"/>
              <a:ext cx="1120" cy="116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区别</a:t>
              </a:r>
              <a:endPara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0265" y="4546600"/>
            <a:ext cx="3530600" cy="855980"/>
            <a:chOff x="1339" y="7160"/>
            <a:chExt cx="5560" cy="1348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339" y="7160"/>
              <a:ext cx="5560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468619 w 2468619"/>
                <a:gd name="connsiteY1" fmla="*/ 0 h 641798"/>
                <a:gd name="connsiteX2" fmla="*/ 2468619 w 2468619"/>
                <a:gd name="connsiteY2" fmla="*/ 641798 h 641798"/>
                <a:gd name="connsiteX3" fmla="*/ 0 w 2468619"/>
                <a:gd name="connsiteY3" fmla="*/ 641798 h 641798"/>
                <a:gd name="connsiteX4" fmla="*/ 0 w 2468619"/>
                <a:gd name="connsiteY4" fmla="*/ 631152 h 641798"/>
                <a:gd name="connsiteX5" fmla="*/ 310253 w 2468619"/>
                <a:gd name="connsiteY5" fmla="*/ 320899 h 641798"/>
                <a:gd name="connsiteX6" fmla="*/ 0 w 2468619"/>
                <a:gd name="connsiteY6" fmla="*/ 10646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468619" y="0"/>
                  </a:lnTo>
                  <a:lnTo>
                    <a:pt x="2468619" y="641798"/>
                  </a:lnTo>
                  <a:lnTo>
                    <a:pt x="0" y="641798"/>
                  </a:lnTo>
                  <a:lnTo>
                    <a:pt x="0" y="631152"/>
                  </a:lnTo>
                  <a:lnTo>
                    <a:pt x="310253" y="320899"/>
                  </a:lnTo>
                  <a:lnTo>
                    <a:pt x="0" y="106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3381" y="7543"/>
              <a:ext cx="2648" cy="725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JavaScript</a:t>
              </a:r>
              <a:endParaRPr lang="en-US" altLang="zh-CN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6"/>
              </p:custDataLst>
            </p:nvPr>
          </p:nvSpPr>
          <p:spPr>
            <a:xfrm>
              <a:off x="2403" y="7405"/>
              <a:ext cx="200" cy="79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endParaRPr lang="zh-CN" altLang="en-US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2235" y="7350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9" name="TextBox 82"/>
          <p:cNvSpPr txBox="1"/>
          <p:nvPr>
            <p:custDataLst>
              <p:tags r:id="rId8"/>
            </p:custDataLst>
          </p:nvPr>
        </p:nvSpPr>
        <p:spPr>
          <a:xfrm>
            <a:off x="899160" y="2424514"/>
            <a:ext cx="3222861" cy="1706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4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是一种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前端语言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，由浏览器解析执行，受制于浏览器提供的接口。浏览器为了安全考虑，对文件操作、网络操作、操作系统交互等功能有严格的限制，所以在浏览器端的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功能受限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8126730" y="4702175"/>
            <a:ext cx="12700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endParaRPr lang="zh-CN" altLang="en-US" sz="28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786370" y="4546600"/>
            <a:ext cx="3530600" cy="855980"/>
            <a:chOff x="12262" y="7160"/>
            <a:chExt cx="5560" cy="1348"/>
          </a:xfrm>
        </p:grpSpPr>
        <p:sp>
          <p:nvSpPr>
            <p:cNvPr id="4" name="任意多边形 3"/>
            <p:cNvSpPr/>
            <p:nvPr>
              <p:custDataLst>
                <p:tags r:id="rId10"/>
              </p:custDataLst>
            </p:nvPr>
          </p:nvSpPr>
          <p:spPr>
            <a:xfrm>
              <a:off x="12262" y="7160"/>
              <a:ext cx="5560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147720 w 2468619"/>
                <a:gd name="connsiteY1" fmla="*/ 0 h 641798"/>
                <a:gd name="connsiteX2" fmla="*/ 2468619 w 2468619"/>
                <a:gd name="connsiteY2" fmla="*/ 320899 h 641798"/>
                <a:gd name="connsiteX3" fmla="*/ 2147720 w 2468619"/>
                <a:gd name="connsiteY3" fmla="*/ 641798 h 641798"/>
                <a:gd name="connsiteX4" fmla="*/ 0 w 2468619"/>
                <a:gd name="connsiteY4" fmla="*/ 641798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147720" y="0"/>
                  </a:lnTo>
                  <a:lnTo>
                    <a:pt x="2468619" y="320899"/>
                  </a:lnTo>
                  <a:lnTo>
                    <a:pt x="2147720" y="641798"/>
                  </a:lnTo>
                  <a:lnTo>
                    <a:pt x="0" y="641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1"/>
              </p:custDataLst>
            </p:nvPr>
          </p:nvSpPr>
          <p:spPr>
            <a:xfrm>
              <a:off x="13776" y="7543"/>
              <a:ext cx="2168" cy="82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Node.js</a:t>
              </a:r>
              <a:endPara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任意多边形 13"/>
            <p:cNvSpPr/>
            <p:nvPr>
              <p:custDataLst>
                <p:tags r:id="rId12"/>
              </p:custDataLst>
            </p:nvPr>
          </p:nvSpPr>
          <p:spPr>
            <a:xfrm>
              <a:off x="12630" y="7350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499110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与 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区别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TextBox 82"/>
          <p:cNvSpPr txBox="1"/>
          <p:nvPr>
            <p:custDataLst>
              <p:tags r:id="rId13"/>
            </p:custDataLst>
          </p:nvPr>
        </p:nvSpPr>
        <p:spPr>
          <a:xfrm>
            <a:off x="7950019" y="2421250"/>
            <a:ext cx="3125384" cy="1706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事实上既是一个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运行环境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，同时又是一个</a:t>
            </a:r>
            <a:r>
              <a: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库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完全没有浏览器端的限制，让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拥有了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文件操作、网络操作、进程操作等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功能，允许脱离浏览器环境运行 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 </a:t>
            </a:r>
            <a:r>
              <a: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代码。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形用户界面, 应用程序, Teams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20" y="735965"/>
            <a:ext cx="6158865" cy="5879465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404110" y="1063625"/>
            <a:ext cx="1409065" cy="497840"/>
          </a:xfrm>
          <a:prstGeom prst="rect">
            <a:avLst/>
          </a:prstGeom>
          <a:solidFill>
            <a:srgbClr val="3F3E77"/>
          </a:solidFill>
          <a:ln>
            <a:solidFill>
              <a:srgbClr val="3F3E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Node.js</a:t>
            </a:r>
            <a:endParaRPr lang="en-US" altLang="zh-CN" sz="24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图片包含 文本&#10;&#10;描述已自动生成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4" b="68116"/>
          <a:stretch>
            <a:fillRect/>
          </a:stretch>
        </p:blipFill>
        <p:spPr>
          <a:xfrm>
            <a:off x="7885244" y="1105947"/>
            <a:ext cx="2473360" cy="1104876"/>
          </a:xfrm>
          <a:prstGeom prst="rect">
            <a:avLst/>
          </a:prstGeom>
        </p:spPr>
      </p:pic>
      <p:pic>
        <p:nvPicPr>
          <p:cNvPr id="13" name="图片 12" descr="图片包含 文本&#10;&#10;描述已自动生成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4" b="68116"/>
          <a:stretch>
            <a:fillRect/>
          </a:stretch>
        </p:blipFill>
        <p:spPr>
          <a:xfrm>
            <a:off x="7545747" y="2724905"/>
            <a:ext cx="3152354" cy="1408190"/>
          </a:xfrm>
          <a:prstGeom prst="rect">
            <a:avLst/>
          </a:prstGeom>
        </p:spPr>
      </p:pic>
      <p:pic>
        <p:nvPicPr>
          <p:cNvPr id="14" name="图片 13" descr="图片包含 文本&#10;&#10;描述已自动生成"/>
          <p:cNvPicPr>
            <a:picLocks noChangeAspect="1"/>
          </p:cNvPicPr>
          <p:nvPr/>
        </p:nvPicPr>
        <p:blipFill rotWithShape="1">
          <a:blip r:embed="rId7"/>
          <a:srcRect l="1" r="74" b="68116"/>
          <a:stretch>
            <a:fillRect/>
          </a:stretch>
        </p:blipFill>
        <p:spPr>
          <a:xfrm>
            <a:off x="7201680" y="4531825"/>
            <a:ext cx="3967002" cy="177210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71814" y="161310"/>
            <a:ext cx="574365" cy="5743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045645" y="1347300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756150" y="132334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1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47590" y="1045845"/>
            <a:ext cx="6134735" cy="1728470"/>
            <a:chOff x="7634" y="1647"/>
            <a:chExt cx="9661" cy="2722"/>
          </a:xfrm>
        </p:grpSpPr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7634" y="2228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8317" y="1647"/>
              <a:ext cx="8978" cy="272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什么是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让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运行在服务器端的平台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JavaScript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语言的服务器运行环境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756150" y="2747645"/>
            <a:ext cx="323850" cy="323215"/>
          </a:xfrm>
          <a:prstGeom prst="roundRect">
            <a:avLst/>
          </a:prstGeom>
          <a:solidFill>
            <a:schemeClr val="accent5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1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36795" y="2449830"/>
            <a:ext cx="5437505" cy="897890"/>
            <a:chOff x="7617" y="3858"/>
            <a:chExt cx="8563" cy="1414"/>
          </a:xfrm>
        </p:grpSpPr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7617" y="4475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8384" y="3858"/>
              <a:ext cx="7796" cy="1414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发展历史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有史以来发展最快的开发工具之一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21043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21043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110553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80721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20967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18681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301307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58051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20967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394585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228215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910080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2082165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394585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200660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75958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75958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769110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771775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394585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56857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41998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1507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1507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57556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4206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4206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1183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1183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65620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3933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3933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67271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2561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2561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65239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59524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43649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3114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3114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23952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323975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53035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58051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7595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7595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15074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42062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1183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1183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53035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61226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7932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7932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50190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28028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39331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25615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31140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61226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64084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46494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42037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圆角矩形 121"/>
          <p:cNvSpPr/>
          <p:nvPr>
            <p:custDataLst>
              <p:tags r:id="rId44"/>
            </p:custDataLst>
          </p:nvPr>
        </p:nvSpPr>
        <p:spPr>
          <a:xfrm>
            <a:off x="4756150" y="393827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1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47590" y="3548380"/>
            <a:ext cx="6644640" cy="1267460"/>
            <a:chOff x="7634" y="5588"/>
            <a:chExt cx="10464" cy="1996"/>
          </a:xfrm>
        </p:grpSpPr>
        <p:sp>
          <p:nvSpPr>
            <p:cNvPr id="98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7634" y="6346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矩形 89"/>
            <p:cNvSpPr/>
            <p:nvPr>
              <p:custDataLst>
                <p:tags r:id="rId46"/>
              </p:custDataLst>
            </p:nvPr>
          </p:nvSpPr>
          <p:spPr>
            <a:xfrm>
              <a:off x="8384" y="5588"/>
              <a:ext cx="9714" cy="1996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特点及应用场景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单线程、异步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I/O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、事件驱动式的程序设计模式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开发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Web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API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、实时多人游戏、后端的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Web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服务等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06" name="圆角矩形 121"/>
          <p:cNvSpPr/>
          <p:nvPr>
            <p:custDataLst>
              <p:tags r:id="rId47"/>
            </p:custDataLst>
          </p:nvPr>
        </p:nvSpPr>
        <p:spPr>
          <a:xfrm>
            <a:off x="4756150" y="5393690"/>
            <a:ext cx="323215" cy="323215"/>
          </a:xfrm>
          <a:prstGeom prst="roundRect">
            <a:avLst/>
          </a:prstGeom>
          <a:solidFill>
            <a:schemeClr val="accent5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1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47590" y="4982845"/>
            <a:ext cx="6134100" cy="1267460"/>
            <a:chOff x="7634" y="7847"/>
            <a:chExt cx="9660" cy="1996"/>
          </a:xfrm>
        </p:grpSpPr>
        <p:sp>
          <p:nvSpPr>
            <p:cNvPr id="107" name="任意多边形 122"/>
            <p:cNvSpPr/>
            <p:nvPr>
              <p:custDataLst>
                <p:tags r:id="rId48"/>
              </p:custDataLst>
            </p:nvPr>
          </p:nvSpPr>
          <p:spPr>
            <a:xfrm>
              <a:off x="7634" y="8638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49"/>
              </p:custDataLst>
            </p:nvPr>
          </p:nvSpPr>
          <p:spPr>
            <a:xfrm>
              <a:off x="8384" y="7847"/>
              <a:ext cx="8911" cy="1996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与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JavaScript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的区别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是一种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Web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前端语言，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是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JavaScript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语言的服务器运行环境。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5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5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1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02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0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07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09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21.xml><?xml version="1.0" encoding="utf-8"?>
<p:tagLst xmlns:p="http://schemas.openxmlformats.org/presentationml/2006/main">
  <p:tag name="KSO_WM_SLIDE_BACKGROUND_TYPE" val="general"/>
</p:tagLst>
</file>

<file path=ppt/tags/tag62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6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23.xml><?xml version="1.0" encoding="utf-8"?>
<p:tagLst xmlns:p="http://schemas.openxmlformats.org/presentationml/2006/main">
  <p:tag name="KSO_WM_DIAGRAM_VIRTUALLY_FRAME" val="{&quot;height&quot;:173.12346456692916,&quot;left&quot;:140.48527559055117,&quot;top&quot;:186.83141732283462,&quot;width&quot;:699.9147244094488}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6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6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26.xml><?xml version="1.0" encoding="utf-8"?>
<p:tagLst xmlns:p="http://schemas.openxmlformats.org/presentationml/2006/main">
  <p:tag name="KSO_WM_DIAGRAM_VIRTUALLY_FRAME" val="{&quot;height&quot;:173.12346456692916,&quot;left&quot;:140.48527559055117,&quot;top&quot;:186.83141732283462,&quot;width&quot;:699.9147244094488}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6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6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29.xml><?xml version="1.0" encoding="utf-8"?>
<p:tagLst xmlns:p="http://schemas.openxmlformats.org/presentationml/2006/main">
  <p:tag name="KSO_WM_DIAGRAM_VIRTUALLY_FRAME" val="{&quot;height&quot;:173.12346456692916,&quot;left&quot;:140.48527559055117,&quot;top&quot;:186.83141732283462,&quot;width&quot;:699.9147244094488}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6*l_h_i*1_5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3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6*l_h_a*1_5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32.xml><?xml version="1.0" encoding="utf-8"?>
<p:tagLst xmlns:p="http://schemas.openxmlformats.org/presentationml/2006/main">
  <p:tag name="KSO_WM_DIAGRAM_VIRTUALLY_FRAME" val="{&quot;height&quot;:173.12346456692916,&quot;left&quot;:140.48527559055117,&quot;top&quot;:186.83141732283462,&quot;width&quot;:699.9147244094488}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6_1"/>
  <p:tag name="KSO_WM_UNIT_ID" val="custom20191730_6*l_h_i*1_6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b048ccded814b49bd17e1b45165b11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6_1"/>
  <p:tag name="KSO_WM_UNIT_ID" val="custom20191730_6*l_h_a*1_6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2577c306237432f91454c0f6343f92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VALUE" val="6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73.12346456692916,&quot;left&quot;:140.48527559055117,&quot;top&quot;:186.83141732283462,&quot;width&quot;:699.9147244094488}"/>
</p:tagLst>
</file>

<file path=ppt/tags/tag635.xml><?xml version="1.0" encoding="utf-8"?>
<p:tagLst xmlns:p="http://schemas.openxmlformats.org/presentationml/2006/main">
  <p:tag name="KSO_WM_SLIDE_ID" val="custom20191730_6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36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SLIDE_BACKGROUND_TYPE" val="general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SLIDE_BACKGROUND_TYPE" val="general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62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6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6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7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4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03.xml><?xml version="1.0" encoding="utf-8"?>
<p:tagLst xmlns:p="http://schemas.openxmlformats.org/presentationml/2006/main">
  <p:tag name="KSO_WM_SLIDE_BACKGROUND_TYPE" val="general"/>
</p:tagLst>
</file>

<file path=ppt/tags/tag704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SLIDE_BACKGROUND_TYPE" val="general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35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35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0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35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35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0"/>
  <p:tag name="KSO_WM_UNIT_TEXT_FILL_TYPE" val="1"/>
</p:tagLst>
</file>

<file path=ppt/tags/tag72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35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33.xml><?xml version="1.0" encoding="utf-8"?>
<p:tagLst xmlns:p="http://schemas.openxmlformats.org/presentationml/2006/main">
  <p:tag name="KSO_WM_SLIDE_BACKGROUND_TYPE" val="general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3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SLIDE_BACKGROUND_TYPE" val="general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51.xml><?xml version="1.0" encoding="utf-8"?>
<p:tagLst xmlns:p="http://schemas.openxmlformats.org/presentationml/2006/main">
  <p:tag name="KSO_WM_SLIDE_BACKGROUND_TYPE" val="general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0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0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0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</Words>
  <Application>WPS 演示</Application>
  <PresentationFormat>宽屏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Wingdings</vt:lpstr>
      <vt:lpstr>Times New Roman</vt:lpstr>
      <vt:lpstr>Lato Black</vt:lpstr>
      <vt:lpstr>等线</vt:lpstr>
      <vt:lpstr>Calibri</vt:lpstr>
      <vt:lpstr>Arial Unicode MS</vt:lpstr>
      <vt:lpstr>黑体</vt:lpstr>
      <vt:lpstr>Cordia New</vt:lpstr>
      <vt:lpstr>Segoe Print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297</cp:revision>
  <dcterms:created xsi:type="dcterms:W3CDTF">2020-10-23T09:50:00Z</dcterms:created>
  <dcterms:modified xsi:type="dcterms:W3CDTF">2024-08-04T12:35:18Z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C7BC811D8A324069AF2705BD2BCBFB49_13</vt:lpwstr>
  </property>
  <property fmtid="{D5CDD505-2E9C-101B-9397-08002B2CF9AE}" pid="3" name="KSOProductBuildVer">
    <vt:lpwstr>2052-12.1.0.17147</vt:lpwstr>
  </property>
</Properties>
</file>