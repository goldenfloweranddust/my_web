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41" r:id="rId4"/>
    <p:sldId id="442" r:id="rId6"/>
    <p:sldId id="443" r:id="rId7"/>
    <p:sldId id="444" r:id="rId8"/>
    <p:sldId id="445" r:id="rId9"/>
    <p:sldId id="446" r:id="rId10"/>
    <p:sldId id="447" r:id="rId11"/>
    <p:sldId id="448" r:id="rId12"/>
    <p:sldId id="451" r:id="rId13"/>
    <p:sldId id="452" r:id="rId14"/>
    <p:sldId id="453" r:id="rId15"/>
    <p:sldId id="454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 xy" initials="tx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3C"/>
    <a:srgbClr val="333333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30" y="66"/>
      </p:cViewPr>
      <p:guideLst>
        <p:guide orient="horz" pos="2144"/>
        <p:guide pos="3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880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8.xml"/><Relationship Id="rId8" Type="http://schemas.openxmlformats.org/officeDocument/2006/relationships/tags" Target="../tags/tag597.xml"/><Relationship Id="rId7" Type="http://schemas.openxmlformats.org/officeDocument/2006/relationships/tags" Target="../tags/tag596.xml"/><Relationship Id="rId6" Type="http://schemas.openxmlformats.org/officeDocument/2006/relationships/tags" Target="../tags/tag595.xml"/><Relationship Id="rId5" Type="http://schemas.openxmlformats.org/officeDocument/2006/relationships/tags" Target="../tags/tag594.xml"/><Relationship Id="rId4" Type="http://schemas.openxmlformats.org/officeDocument/2006/relationships/image" Target="../media/image2.jpeg"/><Relationship Id="rId3" Type="http://schemas.openxmlformats.org/officeDocument/2006/relationships/image" Target="../media/image1.jpeg"/><Relationship Id="rId2" Type="http://schemas.openxmlformats.org/officeDocument/2006/relationships/tags" Target="../tags/tag593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0.xml"/><Relationship Id="rId17" Type="http://schemas.openxmlformats.org/officeDocument/2006/relationships/tags" Target="../tags/tag606.xml"/><Relationship Id="rId16" Type="http://schemas.openxmlformats.org/officeDocument/2006/relationships/tags" Target="../tags/tag605.xml"/><Relationship Id="rId15" Type="http://schemas.openxmlformats.org/officeDocument/2006/relationships/tags" Target="../tags/tag604.xml"/><Relationship Id="rId14" Type="http://schemas.openxmlformats.org/officeDocument/2006/relationships/tags" Target="../tags/tag603.xml"/><Relationship Id="rId13" Type="http://schemas.openxmlformats.org/officeDocument/2006/relationships/tags" Target="../tags/tag602.xml"/><Relationship Id="rId12" Type="http://schemas.openxmlformats.org/officeDocument/2006/relationships/tags" Target="../tags/tag601.xml"/><Relationship Id="rId11" Type="http://schemas.openxmlformats.org/officeDocument/2006/relationships/tags" Target="../tags/tag600.xml"/><Relationship Id="rId10" Type="http://schemas.openxmlformats.org/officeDocument/2006/relationships/tags" Target="../tags/tag599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15.xml"/><Relationship Id="rId8" Type="http://schemas.openxmlformats.org/officeDocument/2006/relationships/tags" Target="../tags/tag614.xml"/><Relationship Id="rId74" Type="http://schemas.openxmlformats.org/officeDocument/2006/relationships/notesSlide" Target="../notesSlides/notesSlide3.xml"/><Relationship Id="rId73" Type="http://schemas.openxmlformats.org/officeDocument/2006/relationships/slideLayout" Target="../slideLayouts/slideLayout10.xml"/><Relationship Id="rId72" Type="http://schemas.openxmlformats.org/officeDocument/2006/relationships/tags" Target="../tags/tag677.xml"/><Relationship Id="rId71" Type="http://schemas.openxmlformats.org/officeDocument/2006/relationships/image" Target="../media/image3.png"/><Relationship Id="rId70" Type="http://schemas.openxmlformats.org/officeDocument/2006/relationships/tags" Target="../tags/tag676.xml"/><Relationship Id="rId7" Type="http://schemas.openxmlformats.org/officeDocument/2006/relationships/tags" Target="../tags/tag613.xml"/><Relationship Id="rId69" Type="http://schemas.openxmlformats.org/officeDocument/2006/relationships/tags" Target="../tags/tag675.xml"/><Relationship Id="rId68" Type="http://schemas.openxmlformats.org/officeDocument/2006/relationships/tags" Target="../tags/tag674.xml"/><Relationship Id="rId67" Type="http://schemas.openxmlformats.org/officeDocument/2006/relationships/tags" Target="../tags/tag673.xml"/><Relationship Id="rId66" Type="http://schemas.openxmlformats.org/officeDocument/2006/relationships/tags" Target="../tags/tag672.xml"/><Relationship Id="rId65" Type="http://schemas.openxmlformats.org/officeDocument/2006/relationships/tags" Target="../tags/tag671.xml"/><Relationship Id="rId64" Type="http://schemas.openxmlformats.org/officeDocument/2006/relationships/tags" Target="../tags/tag670.xml"/><Relationship Id="rId63" Type="http://schemas.openxmlformats.org/officeDocument/2006/relationships/tags" Target="../tags/tag669.xml"/><Relationship Id="rId62" Type="http://schemas.openxmlformats.org/officeDocument/2006/relationships/tags" Target="../tags/tag668.xml"/><Relationship Id="rId61" Type="http://schemas.openxmlformats.org/officeDocument/2006/relationships/tags" Target="../tags/tag667.xml"/><Relationship Id="rId60" Type="http://schemas.openxmlformats.org/officeDocument/2006/relationships/tags" Target="../tags/tag666.xml"/><Relationship Id="rId6" Type="http://schemas.openxmlformats.org/officeDocument/2006/relationships/tags" Target="../tags/tag612.xml"/><Relationship Id="rId59" Type="http://schemas.openxmlformats.org/officeDocument/2006/relationships/tags" Target="../tags/tag665.xml"/><Relationship Id="rId58" Type="http://schemas.openxmlformats.org/officeDocument/2006/relationships/tags" Target="../tags/tag664.xml"/><Relationship Id="rId57" Type="http://schemas.openxmlformats.org/officeDocument/2006/relationships/tags" Target="../tags/tag663.xml"/><Relationship Id="rId56" Type="http://schemas.openxmlformats.org/officeDocument/2006/relationships/tags" Target="../tags/tag662.xml"/><Relationship Id="rId55" Type="http://schemas.openxmlformats.org/officeDocument/2006/relationships/tags" Target="../tags/tag661.xml"/><Relationship Id="rId54" Type="http://schemas.openxmlformats.org/officeDocument/2006/relationships/tags" Target="../tags/tag660.xml"/><Relationship Id="rId53" Type="http://schemas.openxmlformats.org/officeDocument/2006/relationships/tags" Target="../tags/tag659.xml"/><Relationship Id="rId52" Type="http://schemas.openxmlformats.org/officeDocument/2006/relationships/tags" Target="../tags/tag658.xml"/><Relationship Id="rId51" Type="http://schemas.openxmlformats.org/officeDocument/2006/relationships/tags" Target="../tags/tag657.xml"/><Relationship Id="rId50" Type="http://schemas.openxmlformats.org/officeDocument/2006/relationships/tags" Target="../tags/tag656.xml"/><Relationship Id="rId5" Type="http://schemas.openxmlformats.org/officeDocument/2006/relationships/tags" Target="../tags/tag611.xml"/><Relationship Id="rId49" Type="http://schemas.openxmlformats.org/officeDocument/2006/relationships/tags" Target="../tags/tag655.xml"/><Relationship Id="rId48" Type="http://schemas.openxmlformats.org/officeDocument/2006/relationships/tags" Target="../tags/tag654.xml"/><Relationship Id="rId47" Type="http://schemas.openxmlformats.org/officeDocument/2006/relationships/tags" Target="../tags/tag653.xml"/><Relationship Id="rId46" Type="http://schemas.openxmlformats.org/officeDocument/2006/relationships/tags" Target="../tags/tag652.xml"/><Relationship Id="rId45" Type="http://schemas.openxmlformats.org/officeDocument/2006/relationships/tags" Target="../tags/tag651.xml"/><Relationship Id="rId44" Type="http://schemas.openxmlformats.org/officeDocument/2006/relationships/tags" Target="../tags/tag650.xml"/><Relationship Id="rId43" Type="http://schemas.openxmlformats.org/officeDocument/2006/relationships/tags" Target="../tags/tag649.xml"/><Relationship Id="rId42" Type="http://schemas.openxmlformats.org/officeDocument/2006/relationships/tags" Target="../tags/tag648.xml"/><Relationship Id="rId41" Type="http://schemas.openxmlformats.org/officeDocument/2006/relationships/tags" Target="../tags/tag647.xml"/><Relationship Id="rId40" Type="http://schemas.openxmlformats.org/officeDocument/2006/relationships/tags" Target="../tags/tag646.xml"/><Relationship Id="rId4" Type="http://schemas.openxmlformats.org/officeDocument/2006/relationships/tags" Target="../tags/tag610.xml"/><Relationship Id="rId39" Type="http://schemas.openxmlformats.org/officeDocument/2006/relationships/tags" Target="../tags/tag645.xml"/><Relationship Id="rId38" Type="http://schemas.openxmlformats.org/officeDocument/2006/relationships/tags" Target="../tags/tag644.xml"/><Relationship Id="rId37" Type="http://schemas.openxmlformats.org/officeDocument/2006/relationships/tags" Target="../tags/tag643.xml"/><Relationship Id="rId36" Type="http://schemas.openxmlformats.org/officeDocument/2006/relationships/tags" Target="../tags/tag642.xml"/><Relationship Id="rId35" Type="http://schemas.openxmlformats.org/officeDocument/2006/relationships/tags" Target="../tags/tag641.xml"/><Relationship Id="rId34" Type="http://schemas.openxmlformats.org/officeDocument/2006/relationships/tags" Target="../tags/tag640.xml"/><Relationship Id="rId33" Type="http://schemas.openxmlformats.org/officeDocument/2006/relationships/tags" Target="../tags/tag639.xml"/><Relationship Id="rId32" Type="http://schemas.openxmlformats.org/officeDocument/2006/relationships/tags" Target="../tags/tag638.xml"/><Relationship Id="rId31" Type="http://schemas.openxmlformats.org/officeDocument/2006/relationships/tags" Target="../tags/tag637.xml"/><Relationship Id="rId30" Type="http://schemas.openxmlformats.org/officeDocument/2006/relationships/tags" Target="../tags/tag636.xml"/><Relationship Id="rId3" Type="http://schemas.openxmlformats.org/officeDocument/2006/relationships/tags" Target="../tags/tag609.xml"/><Relationship Id="rId29" Type="http://schemas.openxmlformats.org/officeDocument/2006/relationships/tags" Target="../tags/tag635.xml"/><Relationship Id="rId28" Type="http://schemas.openxmlformats.org/officeDocument/2006/relationships/tags" Target="../tags/tag634.xml"/><Relationship Id="rId27" Type="http://schemas.openxmlformats.org/officeDocument/2006/relationships/tags" Target="../tags/tag633.xml"/><Relationship Id="rId26" Type="http://schemas.openxmlformats.org/officeDocument/2006/relationships/tags" Target="../tags/tag632.xml"/><Relationship Id="rId25" Type="http://schemas.openxmlformats.org/officeDocument/2006/relationships/tags" Target="../tags/tag631.xml"/><Relationship Id="rId24" Type="http://schemas.openxmlformats.org/officeDocument/2006/relationships/tags" Target="../tags/tag630.xml"/><Relationship Id="rId23" Type="http://schemas.openxmlformats.org/officeDocument/2006/relationships/tags" Target="../tags/tag629.xml"/><Relationship Id="rId22" Type="http://schemas.openxmlformats.org/officeDocument/2006/relationships/tags" Target="../tags/tag628.xml"/><Relationship Id="rId21" Type="http://schemas.openxmlformats.org/officeDocument/2006/relationships/tags" Target="../tags/tag627.xml"/><Relationship Id="rId20" Type="http://schemas.openxmlformats.org/officeDocument/2006/relationships/tags" Target="../tags/tag626.xml"/><Relationship Id="rId2" Type="http://schemas.openxmlformats.org/officeDocument/2006/relationships/tags" Target="../tags/tag608.xml"/><Relationship Id="rId19" Type="http://schemas.openxmlformats.org/officeDocument/2006/relationships/tags" Target="../tags/tag625.xml"/><Relationship Id="rId18" Type="http://schemas.openxmlformats.org/officeDocument/2006/relationships/tags" Target="../tags/tag624.xml"/><Relationship Id="rId17" Type="http://schemas.openxmlformats.org/officeDocument/2006/relationships/tags" Target="../tags/tag623.xml"/><Relationship Id="rId16" Type="http://schemas.openxmlformats.org/officeDocument/2006/relationships/tags" Target="../tags/tag622.xml"/><Relationship Id="rId15" Type="http://schemas.openxmlformats.org/officeDocument/2006/relationships/tags" Target="../tags/tag621.xml"/><Relationship Id="rId14" Type="http://schemas.openxmlformats.org/officeDocument/2006/relationships/tags" Target="../tags/tag620.xml"/><Relationship Id="rId13" Type="http://schemas.openxmlformats.org/officeDocument/2006/relationships/tags" Target="../tags/tag619.xml"/><Relationship Id="rId12" Type="http://schemas.openxmlformats.org/officeDocument/2006/relationships/tags" Target="../tags/tag618.xml"/><Relationship Id="rId11" Type="http://schemas.openxmlformats.org/officeDocument/2006/relationships/tags" Target="../tags/tag617.xml"/><Relationship Id="rId10" Type="http://schemas.openxmlformats.org/officeDocument/2006/relationships/tags" Target="../tags/tag616.xml"/><Relationship Id="rId1" Type="http://schemas.openxmlformats.org/officeDocument/2006/relationships/tags" Target="../tags/tag60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tags" Target="../tags/tag680.xml"/><Relationship Id="rId2" Type="http://schemas.openxmlformats.org/officeDocument/2006/relationships/tags" Target="../tags/tag679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67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4.jpeg"/><Relationship Id="rId7" Type="http://schemas.openxmlformats.org/officeDocument/2006/relationships/tags" Target="../tags/tag692.xml"/><Relationship Id="rId6" Type="http://schemas.openxmlformats.org/officeDocument/2006/relationships/tags" Target="../tags/tag691.xml"/><Relationship Id="rId5" Type="http://schemas.openxmlformats.org/officeDocument/2006/relationships/tags" Target="../tags/tag690.xml"/><Relationship Id="rId4" Type="http://schemas.openxmlformats.org/officeDocument/2006/relationships/tags" Target="../tags/tag689.xml"/><Relationship Id="rId3" Type="http://schemas.openxmlformats.org/officeDocument/2006/relationships/tags" Target="../tags/tag688.xml"/><Relationship Id="rId2" Type="http://schemas.openxmlformats.org/officeDocument/2006/relationships/tags" Target="../tags/tag687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694.xml"/><Relationship Id="rId11" Type="http://schemas.openxmlformats.org/officeDocument/2006/relationships/tags" Target="../tags/tag693.xml"/><Relationship Id="rId10" Type="http://schemas.openxmlformats.org/officeDocument/2006/relationships/image" Target="../media/image6.png"/><Relationship Id="rId1" Type="http://schemas.openxmlformats.org/officeDocument/2006/relationships/tags" Target="../tags/tag68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3.xml"/><Relationship Id="rId8" Type="http://schemas.openxmlformats.org/officeDocument/2006/relationships/tags" Target="../tags/tag702.xml"/><Relationship Id="rId7" Type="http://schemas.openxmlformats.org/officeDocument/2006/relationships/tags" Target="../tags/tag701.xml"/><Relationship Id="rId6" Type="http://schemas.openxmlformats.org/officeDocument/2006/relationships/tags" Target="../tags/tag700.xml"/><Relationship Id="rId5" Type="http://schemas.openxmlformats.org/officeDocument/2006/relationships/tags" Target="../tags/tag699.xml"/><Relationship Id="rId44" Type="http://schemas.openxmlformats.org/officeDocument/2006/relationships/notesSlide" Target="../notesSlides/notesSlide6.xml"/><Relationship Id="rId43" Type="http://schemas.openxmlformats.org/officeDocument/2006/relationships/slideLayout" Target="../slideLayouts/slideLayout10.xml"/><Relationship Id="rId42" Type="http://schemas.openxmlformats.org/officeDocument/2006/relationships/tags" Target="../tags/tag736.xml"/><Relationship Id="rId41" Type="http://schemas.openxmlformats.org/officeDocument/2006/relationships/tags" Target="../tags/tag735.xml"/><Relationship Id="rId40" Type="http://schemas.openxmlformats.org/officeDocument/2006/relationships/tags" Target="../tags/tag734.xml"/><Relationship Id="rId4" Type="http://schemas.openxmlformats.org/officeDocument/2006/relationships/tags" Target="../tags/tag698.xml"/><Relationship Id="rId39" Type="http://schemas.openxmlformats.org/officeDocument/2006/relationships/tags" Target="../tags/tag733.xml"/><Relationship Id="rId38" Type="http://schemas.openxmlformats.org/officeDocument/2006/relationships/tags" Target="../tags/tag732.xml"/><Relationship Id="rId37" Type="http://schemas.openxmlformats.org/officeDocument/2006/relationships/tags" Target="../tags/tag731.xml"/><Relationship Id="rId36" Type="http://schemas.openxmlformats.org/officeDocument/2006/relationships/tags" Target="../tags/tag730.xml"/><Relationship Id="rId35" Type="http://schemas.openxmlformats.org/officeDocument/2006/relationships/tags" Target="../tags/tag729.xml"/><Relationship Id="rId34" Type="http://schemas.openxmlformats.org/officeDocument/2006/relationships/tags" Target="../tags/tag728.xml"/><Relationship Id="rId33" Type="http://schemas.openxmlformats.org/officeDocument/2006/relationships/tags" Target="../tags/tag727.xml"/><Relationship Id="rId32" Type="http://schemas.openxmlformats.org/officeDocument/2006/relationships/tags" Target="../tags/tag726.xml"/><Relationship Id="rId31" Type="http://schemas.openxmlformats.org/officeDocument/2006/relationships/tags" Target="../tags/tag725.xml"/><Relationship Id="rId30" Type="http://schemas.openxmlformats.org/officeDocument/2006/relationships/tags" Target="../tags/tag724.xml"/><Relationship Id="rId3" Type="http://schemas.openxmlformats.org/officeDocument/2006/relationships/tags" Target="../tags/tag697.xml"/><Relationship Id="rId29" Type="http://schemas.openxmlformats.org/officeDocument/2006/relationships/tags" Target="../tags/tag723.xml"/><Relationship Id="rId28" Type="http://schemas.openxmlformats.org/officeDocument/2006/relationships/tags" Target="../tags/tag722.xml"/><Relationship Id="rId27" Type="http://schemas.openxmlformats.org/officeDocument/2006/relationships/tags" Target="../tags/tag721.xml"/><Relationship Id="rId26" Type="http://schemas.openxmlformats.org/officeDocument/2006/relationships/tags" Target="../tags/tag720.xml"/><Relationship Id="rId25" Type="http://schemas.openxmlformats.org/officeDocument/2006/relationships/tags" Target="../tags/tag719.xml"/><Relationship Id="rId24" Type="http://schemas.openxmlformats.org/officeDocument/2006/relationships/tags" Target="../tags/tag718.xml"/><Relationship Id="rId23" Type="http://schemas.openxmlformats.org/officeDocument/2006/relationships/tags" Target="../tags/tag717.xml"/><Relationship Id="rId22" Type="http://schemas.openxmlformats.org/officeDocument/2006/relationships/tags" Target="../tags/tag716.xml"/><Relationship Id="rId21" Type="http://schemas.openxmlformats.org/officeDocument/2006/relationships/tags" Target="../tags/tag715.xml"/><Relationship Id="rId20" Type="http://schemas.openxmlformats.org/officeDocument/2006/relationships/tags" Target="../tags/tag714.xml"/><Relationship Id="rId2" Type="http://schemas.openxmlformats.org/officeDocument/2006/relationships/tags" Target="../tags/tag696.xml"/><Relationship Id="rId19" Type="http://schemas.openxmlformats.org/officeDocument/2006/relationships/tags" Target="../tags/tag713.xml"/><Relationship Id="rId18" Type="http://schemas.openxmlformats.org/officeDocument/2006/relationships/tags" Target="../tags/tag712.xml"/><Relationship Id="rId17" Type="http://schemas.openxmlformats.org/officeDocument/2006/relationships/tags" Target="../tags/tag711.xml"/><Relationship Id="rId16" Type="http://schemas.openxmlformats.org/officeDocument/2006/relationships/tags" Target="../tags/tag710.xml"/><Relationship Id="rId15" Type="http://schemas.openxmlformats.org/officeDocument/2006/relationships/tags" Target="../tags/tag709.xml"/><Relationship Id="rId14" Type="http://schemas.openxmlformats.org/officeDocument/2006/relationships/tags" Target="../tags/tag708.xml"/><Relationship Id="rId13" Type="http://schemas.openxmlformats.org/officeDocument/2006/relationships/tags" Target="../tags/tag707.xml"/><Relationship Id="rId12" Type="http://schemas.openxmlformats.org/officeDocument/2006/relationships/tags" Target="../tags/tag706.xml"/><Relationship Id="rId11" Type="http://schemas.openxmlformats.org/officeDocument/2006/relationships/tags" Target="../tags/tag705.xml"/><Relationship Id="rId10" Type="http://schemas.openxmlformats.org/officeDocument/2006/relationships/tags" Target="../tags/tag704.xml"/><Relationship Id="rId1" Type="http://schemas.openxmlformats.org/officeDocument/2006/relationships/tags" Target="../tags/tag69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45.xml"/><Relationship Id="rId8" Type="http://schemas.openxmlformats.org/officeDocument/2006/relationships/tags" Target="../tags/tag744.xml"/><Relationship Id="rId7" Type="http://schemas.openxmlformats.org/officeDocument/2006/relationships/tags" Target="../tags/tag743.xml"/><Relationship Id="rId6" Type="http://schemas.openxmlformats.org/officeDocument/2006/relationships/tags" Target="../tags/tag742.xml"/><Relationship Id="rId5" Type="http://schemas.openxmlformats.org/officeDocument/2006/relationships/tags" Target="../tags/tag741.xml"/><Relationship Id="rId49" Type="http://schemas.openxmlformats.org/officeDocument/2006/relationships/notesSlide" Target="../notesSlides/notesSlide7.xml"/><Relationship Id="rId48" Type="http://schemas.openxmlformats.org/officeDocument/2006/relationships/slideLayout" Target="../slideLayouts/slideLayout10.xml"/><Relationship Id="rId47" Type="http://schemas.openxmlformats.org/officeDocument/2006/relationships/tags" Target="../tags/tag783.xml"/><Relationship Id="rId46" Type="http://schemas.openxmlformats.org/officeDocument/2006/relationships/tags" Target="../tags/tag782.xml"/><Relationship Id="rId45" Type="http://schemas.openxmlformats.org/officeDocument/2006/relationships/tags" Target="../tags/tag781.xml"/><Relationship Id="rId44" Type="http://schemas.openxmlformats.org/officeDocument/2006/relationships/tags" Target="../tags/tag780.xml"/><Relationship Id="rId43" Type="http://schemas.openxmlformats.org/officeDocument/2006/relationships/tags" Target="../tags/tag779.xml"/><Relationship Id="rId42" Type="http://schemas.openxmlformats.org/officeDocument/2006/relationships/tags" Target="../tags/tag778.xml"/><Relationship Id="rId41" Type="http://schemas.openxmlformats.org/officeDocument/2006/relationships/tags" Target="../tags/tag777.xml"/><Relationship Id="rId40" Type="http://schemas.openxmlformats.org/officeDocument/2006/relationships/tags" Target="../tags/tag776.xml"/><Relationship Id="rId4" Type="http://schemas.openxmlformats.org/officeDocument/2006/relationships/tags" Target="../tags/tag740.xml"/><Relationship Id="rId39" Type="http://schemas.openxmlformats.org/officeDocument/2006/relationships/tags" Target="../tags/tag775.xml"/><Relationship Id="rId38" Type="http://schemas.openxmlformats.org/officeDocument/2006/relationships/tags" Target="../tags/tag774.xml"/><Relationship Id="rId37" Type="http://schemas.openxmlformats.org/officeDocument/2006/relationships/tags" Target="../tags/tag773.xml"/><Relationship Id="rId36" Type="http://schemas.openxmlformats.org/officeDocument/2006/relationships/tags" Target="../tags/tag772.xml"/><Relationship Id="rId35" Type="http://schemas.openxmlformats.org/officeDocument/2006/relationships/tags" Target="../tags/tag771.xml"/><Relationship Id="rId34" Type="http://schemas.openxmlformats.org/officeDocument/2006/relationships/tags" Target="../tags/tag770.xml"/><Relationship Id="rId33" Type="http://schemas.openxmlformats.org/officeDocument/2006/relationships/tags" Target="../tags/tag769.xml"/><Relationship Id="rId32" Type="http://schemas.openxmlformats.org/officeDocument/2006/relationships/tags" Target="../tags/tag768.xml"/><Relationship Id="rId31" Type="http://schemas.openxmlformats.org/officeDocument/2006/relationships/tags" Target="../tags/tag767.xml"/><Relationship Id="rId30" Type="http://schemas.openxmlformats.org/officeDocument/2006/relationships/tags" Target="../tags/tag766.xml"/><Relationship Id="rId3" Type="http://schemas.openxmlformats.org/officeDocument/2006/relationships/tags" Target="../tags/tag739.xml"/><Relationship Id="rId29" Type="http://schemas.openxmlformats.org/officeDocument/2006/relationships/tags" Target="../tags/tag765.xml"/><Relationship Id="rId28" Type="http://schemas.openxmlformats.org/officeDocument/2006/relationships/tags" Target="../tags/tag764.xml"/><Relationship Id="rId27" Type="http://schemas.openxmlformats.org/officeDocument/2006/relationships/tags" Target="../tags/tag763.xml"/><Relationship Id="rId26" Type="http://schemas.openxmlformats.org/officeDocument/2006/relationships/tags" Target="../tags/tag762.xml"/><Relationship Id="rId25" Type="http://schemas.openxmlformats.org/officeDocument/2006/relationships/tags" Target="../tags/tag761.xml"/><Relationship Id="rId24" Type="http://schemas.openxmlformats.org/officeDocument/2006/relationships/tags" Target="../tags/tag760.xml"/><Relationship Id="rId23" Type="http://schemas.openxmlformats.org/officeDocument/2006/relationships/tags" Target="../tags/tag759.xml"/><Relationship Id="rId22" Type="http://schemas.openxmlformats.org/officeDocument/2006/relationships/tags" Target="../tags/tag758.xml"/><Relationship Id="rId21" Type="http://schemas.openxmlformats.org/officeDocument/2006/relationships/tags" Target="../tags/tag757.xml"/><Relationship Id="rId20" Type="http://schemas.openxmlformats.org/officeDocument/2006/relationships/tags" Target="../tags/tag756.xml"/><Relationship Id="rId2" Type="http://schemas.openxmlformats.org/officeDocument/2006/relationships/tags" Target="../tags/tag738.xml"/><Relationship Id="rId19" Type="http://schemas.openxmlformats.org/officeDocument/2006/relationships/tags" Target="../tags/tag755.xml"/><Relationship Id="rId18" Type="http://schemas.openxmlformats.org/officeDocument/2006/relationships/tags" Target="../tags/tag754.xml"/><Relationship Id="rId17" Type="http://schemas.openxmlformats.org/officeDocument/2006/relationships/tags" Target="../tags/tag753.xml"/><Relationship Id="rId16" Type="http://schemas.openxmlformats.org/officeDocument/2006/relationships/tags" Target="../tags/tag752.xml"/><Relationship Id="rId15" Type="http://schemas.openxmlformats.org/officeDocument/2006/relationships/tags" Target="../tags/tag751.xml"/><Relationship Id="rId14" Type="http://schemas.openxmlformats.org/officeDocument/2006/relationships/tags" Target="../tags/tag750.xml"/><Relationship Id="rId13" Type="http://schemas.openxmlformats.org/officeDocument/2006/relationships/tags" Target="../tags/tag749.xml"/><Relationship Id="rId12" Type="http://schemas.openxmlformats.org/officeDocument/2006/relationships/tags" Target="../tags/tag748.xml"/><Relationship Id="rId11" Type="http://schemas.openxmlformats.org/officeDocument/2006/relationships/tags" Target="../tags/tag747.xml"/><Relationship Id="rId10" Type="http://schemas.openxmlformats.org/officeDocument/2006/relationships/tags" Target="../tags/tag746.xml"/><Relationship Id="rId1" Type="http://schemas.openxmlformats.org/officeDocument/2006/relationships/tags" Target="../tags/tag73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92.xml"/><Relationship Id="rId8" Type="http://schemas.openxmlformats.org/officeDocument/2006/relationships/tags" Target="../tags/tag791.xml"/><Relationship Id="rId7" Type="http://schemas.openxmlformats.org/officeDocument/2006/relationships/tags" Target="../tags/tag790.xml"/><Relationship Id="rId6" Type="http://schemas.openxmlformats.org/officeDocument/2006/relationships/tags" Target="../tags/tag789.xml"/><Relationship Id="rId5" Type="http://schemas.openxmlformats.org/officeDocument/2006/relationships/tags" Target="../tags/tag788.xml"/><Relationship Id="rId4" Type="http://schemas.openxmlformats.org/officeDocument/2006/relationships/tags" Target="../tags/tag787.xml"/><Relationship Id="rId3" Type="http://schemas.openxmlformats.org/officeDocument/2006/relationships/tags" Target="../tags/tag786.xml"/><Relationship Id="rId2" Type="http://schemas.openxmlformats.org/officeDocument/2006/relationships/tags" Target="../tags/tag785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799.xml"/><Relationship Id="rId15" Type="http://schemas.openxmlformats.org/officeDocument/2006/relationships/tags" Target="../tags/tag798.xml"/><Relationship Id="rId14" Type="http://schemas.openxmlformats.org/officeDocument/2006/relationships/tags" Target="../tags/tag797.xml"/><Relationship Id="rId13" Type="http://schemas.openxmlformats.org/officeDocument/2006/relationships/tags" Target="../tags/tag796.xml"/><Relationship Id="rId12" Type="http://schemas.openxmlformats.org/officeDocument/2006/relationships/tags" Target="../tags/tag795.xml"/><Relationship Id="rId11" Type="http://schemas.openxmlformats.org/officeDocument/2006/relationships/tags" Target="../tags/tag794.xml"/><Relationship Id="rId10" Type="http://schemas.openxmlformats.org/officeDocument/2006/relationships/tags" Target="../tags/tag793.xml"/><Relationship Id="rId1" Type="http://schemas.openxmlformats.org/officeDocument/2006/relationships/tags" Target="../tags/tag78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08.xml"/><Relationship Id="rId8" Type="http://schemas.openxmlformats.org/officeDocument/2006/relationships/tags" Target="../tags/tag807.xml"/><Relationship Id="rId7" Type="http://schemas.openxmlformats.org/officeDocument/2006/relationships/tags" Target="../tags/tag806.xml"/><Relationship Id="rId6" Type="http://schemas.openxmlformats.org/officeDocument/2006/relationships/tags" Target="../tags/tag805.xml"/><Relationship Id="rId5" Type="http://schemas.openxmlformats.org/officeDocument/2006/relationships/tags" Target="../tags/tag804.xml"/><Relationship Id="rId4" Type="http://schemas.openxmlformats.org/officeDocument/2006/relationships/tags" Target="../tags/tag803.xml"/><Relationship Id="rId3" Type="http://schemas.openxmlformats.org/officeDocument/2006/relationships/tags" Target="../tags/tag802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10.xml"/><Relationship Id="rId20" Type="http://schemas.openxmlformats.org/officeDocument/2006/relationships/tags" Target="../tags/tag819.xml"/><Relationship Id="rId2" Type="http://schemas.openxmlformats.org/officeDocument/2006/relationships/tags" Target="../tags/tag801.xml"/><Relationship Id="rId19" Type="http://schemas.openxmlformats.org/officeDocument/2006/relationships/tags" Target="../tags/tag818.xml"/><Relationship Id="rId18" Type="http://schemas.openxmlformats.org/officeDocument/2006/relationships/tags" Target="../tags/tag817.xml"/><Relationship Id="rId17" Type="http://schemas.openxmlformats.org/officeDocument/2006/relationships/tags" Target="../tags/tag816.xml"/><Relationship Id="rId16" Type="http://schemas.openxmlformats.org/officeDocument/2006/relationships/tags" Target="../tags/tag815.xml"/><Relationship Id="rId15" Type="http://schemas.openxmlformats.org/officeDocument/2006/relationships/tags" Target="../tags/tag814.xml"/><Relationship Id="rId14" Type="http://schemas.openxmlformats.org/officeDocument/2006/relationships/tags" Target="../tags/tag813.xml"/><Relationship Id="rId13" Type="http://schemas.openxmlformats.org/officeDocument/2006/relationships/tags" Target="../tags/tag812.xml"/><Relationship Id="rId12" Type="http://schemas.openxmlformats.org/officeDocument/2006/relationships/tags" Target="../tags/tag811.xml"/><Relationship Id="rId11" Type="http://schemas.openxmlformats.org/officeDocument/2006/relationships/tags" Target="../tags/tag810.xml"/><Relationship Id="rId10" Type="http://schemas.openxmlformats.org/officeDocument/2006/relationships/tags" Target="../tags/tag809.xml"/><Relationship Id="rId1" Type="http://schemas.openxmlformats.org/officeDocument/2006/relationships/tags" Target="../tags/tag80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28.xml"/><Relationship Id="rId8" Type="http://schemas.openxmlformats.org/officeDocument/2006/relationships/tags" Target="../tags/tag827.xml"/><Relationship Id="rId7" Type="http://schemas.openxmlformats.org/officeDocument/2006/relationships/tags" Target="../tags/tag826.xml"/><Relationship Id="rId6" Type="http://schemas.openxmlformats.org/officeDocument/2006/relationships/tags" Target="../tags/tag825.xml"/><Relationship Id="rId5" Type="http://schemas.openxmlformats.org/officeDocument/2006/relationships/tags" Target="../tags/tag824.xml"/><Relationship Id="rId4" Type="http://schemas.openxmlformats.org/officeDocument/2006/relationships/tags" Target="../tags/tag823.xml"/><Relationship Id="rId3" Type="http://schemas.openxmlformats.org/officeDocument/2006/relationships/tags" Target="../tags/tag822.xml"/><Relationship Id="rId2" Type="http://schemas.openxmlformats.org/officeDocument/2006/relationships/tags" Target="../tags/tag821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834.xml"/><Relationship Id="rId15" Type="http://schemas.openxmlformats.org/officeDocument/2006/relationships/tags" Target="../tags/tag833.xml"/><Relationship Id="rId14" Type="http://schemas.openxmlformats.org/officeDocument/2006/relationships/tags" Target="../tags/tag832.xml"/><Relationship Id="rId13" Type="http://schemas.openxmlformats.org/officeDocument/2006/relationships/image" Target="../media/image7.jpeg"/><Relationship Id="rId12" Type="http://schemas.openxmlformats.org/officeDocument/2006/relationships/tags" Target="../tags/tag831.xml"/><Relationship Id="rId11" Type="http://schemas.openxmlformats.org/officeDocument/2006/relationships/tags" Target="../tags/tag830.xml"/><Relationship Id="rId10" Type="http://schemas.openxmlformats.org/officeDocument/2006/relationships/tags" Target="../tags/tag829.xml"/><Relationship Id="rId1" Type="http://schemas.openxmlformats.org/officeDocument/2006/relationships/tags" Target="../tags/tag82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43.xml"/><Relationship Id="rId8" Type="http://schemas.openxmlformats.org/officeDocument/2006/relationships/tags" Target="../tags/tag842.xml"/><Relationship Id="rId7" Type="http://schemas.openxmlformats.org/officeDocument/2006/relationships/tags" Target="../tags/tag841.xml"/><Relationship Id="rId6" Type="http://schemas.openxmlformats.org/officeDocument/2006/relationships/tags" Target="../tags/tag840.xml"/><Relationship Id="rId5" Type="http://schemas.openxmlformats.org/officeDocument/2006/relationships/tags" Target="../tags/tag839.xml"/><Relationship Id="rId45" Type="http://schemas.openxmlformats.org/officeDocument/2006/relationships/notesSlide" Target="../notesSlides/notesSlide11.xml"/><Relationship Id="rId44" Type="http://schemas.openxmlformats.org/officeDocument/2006/relationships/slideLayout" Target="../slideLayouts/slideLayout10.xml"/><Relationship Id="rId43" Type="http://schemas.openxmlformats.org/officeDocument/2006/relationships/tags" Target="../tags/tag877.xml"/><Relationship Id="rId42" Type="http://schemas.openxmlformats.org/officeDocument/2006/relationships/tags" Target="../tags/tag876.xml"/><Relationship Id="rId41" Type="http://schemas.openxmlformats.org/officeDocument/2006/relationships/tags" Target="../tags/tag875.xml"/><Relationship Id="rId40" Type="http://schemas.openxmlformats.org/officeDocument/2006/relationships/tags" Target="../tags/tag874.xml"/><Relationship Id="rId4" Type="http://schemas.openxmlformats.org/officeDocument/2006/relationships/tags" Target="../tags/tag838.xml"/><Relationship Id="rId39" Type="http://schemas.openxmlformats.org/officeDocument/2006/relationships/tags" Target="../tags/tag873.xml"/><Relationship Id="rId38" Type="http://schemas.openxmlformats.org/officeDocument/2006/relationships/tags" Target="../tags/tag872.xml"/><Relationship Id="rId37" Type="http://schemas.openxmlformats.org/officeDocument/2006/relationships/tags" Target="../tags/tag871.xml"/><Relationship Id="rId36" Type="http://schemas.openxmlformats.org/officeDocument/2006/relationships/tags" Target="../tags/tag870.xml"/><Relationship Id="rId35" Type="http://schemas.openxmlformats.org/officeDocument/2006/relationships/tags" Target="../tags/tag869.xml"/><Relationship Id="rId34" Type="http://schemas.openxmlformats.org/officeDocument/2006/relationships/tags" Target="../tags/tag868.xml"/><Relationship Id="rId33" Type="http://schemas.openxmlformats.org/officeDocument/2006/relationships/tags" Target="../tags/tag867.xml"/><Relationship Id="rId32" Type="http://schemas.openxmlformats.org/officeDocument/2006/relationships/tags" Target="../tags/tag866.xml"/><Relationship Id="rId31" Type="http://schemas.openxmlformats.org/officeDocument/2006/relationships/tags" Target="../tags/tag865.xml"/><Relationship Id="rId30" Type="http://schemas.openxmlformats.org/officeDocument/2006/relationships/tags" Target="../tags/tag864.xml"/><Relationship Id="rId3" Type="http://schemas.openxmlformats.org/officeDocument/2006/relationships/tags" Target="../tags/tag837.xml"/><Relationship Id="rId29" Type="http://schemas.openxmlformats.org/officeDocument/2006/relationships/tags" Target="../tags/tag863.xml"/><Relationship Id="rId28" Type="http://schemas.openxmlformats.org/officeDocument/2006/relationships/tags" Target="../tags/tag862.xml"/><Relationship Id="rId27" Type="http://schemas.openxmlformats.org/officeDocument/2006/relationships/tags" Target="../tags/tag861.xml"/><Relationship Id="rId26" Type="http://schemas.openxmlformats.org/officeDocument/2006/relationships/tags" Target="../tags/tag860.xml"/><Relationship Id="rId25" Type="http://schemas.openxmlformats.org/officeDocument/2006/relationships/tags" Target="../tags/tag859.xml"/><Relationship Id="rId24" Type="http://schemas.openxmlformats.org/officeDocument/2006/relationships/tags" Target="../tags/tag858.xml"/><Relationship Id="rId23" Type="http://schemas.openxmlformats.org/officeDocument/2006/relationships/tags" Target="../tags/tag857.xml"/><Relationship Id="rId22" Type="http://schemas.openxmlformats.org/officeDocument/2006/relationships/tags" Target="../tags/tag856.xml"/><Relationship Id="rId21" Type="http://schemas.openxmlformats.org/officeDocument/2006/relationships/tags" Target="../tags/tag855.xml"/><Relationship Id="rId20" Type="http://schemas.openxmlformats.org/officeDocument/2006/relationships/tags" Target="../tags/tag854.xml"/><Relationship Id="rId2" Type="http://schemas.openxmlformats.org/officeDocument/2006/relationships/tags" Target="../tags/tag836.xml"/><Relationship Id="rId19" Type="http://schemas.openxmlformats.org/officeDocument/2006/relationships/tags" Target="../tags/tag853.xml"/><Relationship Id="rId18" Type="http://schemas.openxmlformats.org/officeDocument/2006/relationships/tags" Target="../tags/tag852.xml"/><Relationship Id="rId17" Type="http://schemas.openxmlformats.org/officeDocument/2006/relationships/tags" Target="../tags/tag851.xml"/><Relationship Id="rId16" Type="http://schemas.openxmlformats.org/officeDocument/2006/relationships/tags" Target="../tags/tag850.xml"/><Relationship Id="rId15" Type="http://schemas.openxmlformats.org/officeDocument/2006/relationships/tags" Target="../tags/tag849.xml"/><Relationship Id="rId14" Type="http://schemas.openxmlformats.org/officeDocument/2006/relationships/tags" Target="../tags/tag848.xml"/><Relationship Id="rId13" Type="http://schemas.openxmlformats.org/officeDocument/2006/relationships/tags" Target="../tags/tag847.xml"/><Relationship Id="rId12" Type="http://schemas.openxmlformats.org/officeDocument/2006/relationships/tags" Target="../tags/tag846.xml"/><Relationship Id="rId11" Type="http://schemas.openxmlformats.org/officeDocument/2006/relationships/tags" Target="../tags/tag845.xml"/><Relationship Id="rId10" Type="http://schemas.openxmlformats.org/officeDocument/2006/relationships/tags" Target="../tags/tag844.xml"/><Relationship Id="rId1" Type="http://schemas.openxmlformats.org/officeDocument/2006/relationships/tags" Target="../tags/tag83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79.xml"/><Relationship Id="rId1" Type="http://schemas.openxmlformats.org/officeDocument/2006/relationships/tags" Target="../tags/tag8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Node.js模块基础</a:t>
            </a:r>
            <a:endParaRPr lang="en-US" altLang="zh-CN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51" y="1711264"/>
            <a:ext cx="3591086" cy="298829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l="4459" t="5289" r="3513"/>
          <a:stretch>
            <a:fillRect/>
          </a:stretch>
        </p:blipFill>
        <p:spPr>
          <a:xfrm>
            <a:off x="6378551" y="1727931"/>
            <a:ext cx="3591085" cy="2971630"/>
          </a:xfrm>
          <a:prstGeom prst="rect">
            <a:avLst/>
          </a:prstGeom>
        </p:spPr>
      </p:pic>
      <p:sp>
        <p:nvSpPr>
          <p:cNvPr id="108" name="TextBox 3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647950" y="5252720"/>
            <a:ext cx="3523615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endParaRPr lang="en-US" altLang="zh-CN" sz="10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" panose="020F0502020204030203" charset="0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33730" y="5200015"/>
            <a:ext cx="5193030" cy="783590"/>
            <a:chOff x="998" y="8189"/>
            <a:chExt cx="8178" cy="1234"/>
          </a:xfrm>
        </p:grpSpPr>
        <p:sp>
          <p:nvSpPr>
            <p:cNvPr id="107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98" y="8189"/>
              <a:ext cx="8179" cy="1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风格多变</a:t>
              </a:r>
              <a:endPara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  <a:p>
              <a:pPr algn="ctr" eaLnBrk="1" hangingPunct="1"/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随时进行自主改变</a:t>
              </a:r>
              <a:endPara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5" name="Freeform 8"/>
            <p:cNvSpPr/>
            <p:nvPr>
              <p:custDataLst>
                <p:tags r:id="rId7"/>
              </p:custDataLst>
            </p:nvPr>
          </p:nvSpPr>
          <p:spPr bwMode="auto">
            <a:xfrm>
              <a:off x="1572" y="8424"/>
              <a:ext cx="791" cy="87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6" name="Freeform 14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1768" y="8570"/>
              <a:ext cx="405" cy="530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787390" y="5184775"/>
            <a:ext cx="5193030" cy="783590"/>
            <a:chOff x="9114" y="8165"/>
            <a:chExt cx="8178" cy="1234"/>
          </a:xfrm>
        </p:grpSpPr>
        <p:sp>
          <p:nvSpPr>
            <p:cNvPr id="114" name="Freeform 14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9885" y="8716"/>
              <a:ext cx="405" cy="530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1" name="Freeform 8"/>
            <p:cNvSpPr/>
            <p:nvPr>
              <p:custDataLst>
                <p:tags r:id="rId10"/>
              </p:custDataLst>
            </p:nvPr>
          </p:nvSpPr>
          <p:spPr bwMode="auto">
            <a:xfrm>
              <a:off x="9643" y="8372"/>
              <a:ext cx="791" cy="87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3" name="TextBox 3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114" y="8165"/>
              <a:ext cx="8179" cy="1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形式固定</a:t>
              </a:r>
              <a:endPara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  <a:p>
              <a:pPr algn="ctr" eaLnBrk="1" hangingPunct="1"/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不定期更新迭代</a:t>
              </a:r>
              <a:endPara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2" name="Freeform 14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9839" y="8518"/>
              <a:ext cx="405" cy="530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249680" y="1233170"/>
            <a:ext cx="3590290" cy="494030"/>
            <a:chOff x="1968" y="1942"/>
            <a:chExt cx="5654" cy="778"/>
          </a:xfrm>
        </p:grpSpPr>
        <p:sp>
          <p:nvSpPr>
            <p:cNvPr id="115" name="PA-îṩlîďe"/>
            <p:cNvSpPr/>
            <p:nvPr>
              <p:custDataLst>
                <p:tags r:id="rId13"/>
              </p:custDataLst>
            </p:nvPr>
          </p:nvSpPr>
          <p:spPr>
            <a:xfrm>
              <a:off x="1968" y="1942"/>
              <a:ext cx="5655" cy="778"/>
            </a:xfrm>
            <a:prstGeom prst="roundRect">
              <a:avLst>
                <a:gd name="adj" fmla="val 5380"/>
              </a:avLst>
            </a:prstGeom>
            <a:gradFill>
              <a:gsLst>
                <a:gs pos="0">
                  <a:schemeClr val="accent1">
                    <a:alpha val="98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8" name="PA-文本框 55"/>
            <p:cNvSpPr txBox="1"/>
            <p:nvPr>
              <p:custDataLst>
                <p:tags r:id="rId14"/>
              </p:custDataLst>
            </p:nvPr>
          </p:nvSpPr>
          <p:spPr>
            <a:xfrm>
              <a:off x="3958" y="2039"/>
              <a:ext cx="2871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DIY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家具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378575" y="1214120"/>
            <a:ext cx="3592830" cy="510540"/>
            <a:chOff x="10045" y="1912"/>
            <a:chExt cx="5658" cy="804"/>
          </a:xfrm>
        </p:grpSpPr>
        <p:sp>
          <p:nvSpPr>
            <p:cNvPr id="116" name="PA-îṩlîďe"/>
            <p:cNvSpPr/>
            <p:nvPr>
              <p:custDataLst>
                <p:tags r:id="rId15"/>
              </p:custDataLst>
            </p:nvPr>
          </p:nvSpPr>
          <p:spPr>
            <a:xfrm>
              <a:off x="10045" y="1912"/>
              <a:ext cx="5658" cy="805"/>
            </a:xfrm>
            <a:prstGeom prst="roundRect">
              <a:avLst>
                <a:gd name="adj" fmla="val 5380"/>
              </a:avLst>
            </a:prstGeom>
            <a:gradFill>
              <a:gsLst>
                <a:gs pos="0">
                  <a:schemeClr val="accent1">
                    <a:alpha val="98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9" name="PA-文本框 55"/>
            <p:cNvSpPr txBox="1"/>
            <p:nvPr>
              <p:custDataLst>
                <p:tags r:id="rId16"/>
              </p:custDataLst>
            </p:nvPr>
          </p:nvSpPr>
          <p:spPr>
            <a:xfrm>
              <a:off x="11923" y="2040"/>
              <a:ext cx="241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芯片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39545" y="5177155"/>
            <a:ext cx="9609455" cy="1196975"/>
            <a:chOff x="2267" y="8153"/>
            <a:chExt cx="15133" cy="1885"/>
          </a:xfrm>
        </p:grpSpPr>
        <p:sp>
          <p:nvSpPr>
            <p:cNvPr id="23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809" y="8728"/>
              <a:ext cx="1459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中也存在着不同种类的模块。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2972" y="9045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2490" y="9956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2796" y="9134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2984" y="9159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2639" y="9212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2653" y="9208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2651" y="9297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2641" y="9259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2726" y="9533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2786" y="9953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2593" y="9533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2653" y="9952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543" y="9531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564" y="9579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632" y="9591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709" y="9591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746" y="9579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788" y="9567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830" y="9546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564" y="9258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619" y="9266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715" y="9251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716" y="946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722" y="9497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729" y="9530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376" y="8780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505" y="9172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618" y="9144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630" y="9140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646" y="9130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760" y="9091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774" y="9086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788" y="9088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734" y="9016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759" y="9021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589" y="9057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615" y="9064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574" y="9008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4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699" y="8959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677" y="9147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281" y="8695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432" y="9000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370" y="9094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471" y="9128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267" y="8873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337" y="8473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292" y="9811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510" y="8153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248" y="8222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248" y="8222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253" y="8222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253" y="8222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8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255" y="8886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260" y="8886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201" y="8554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209" y="8550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192" y="9198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3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198" y="9191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3510" y="8473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3510" y="8473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6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3510" y="8455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510" y="8455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3510" y="8457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3510" y="8457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3510" y="8770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3510" y="9091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2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3510" y="9423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721610" y="502920"/>
            <a:ext cx="6748145" cy="4718050"/>
          </a:xfrm>
          <a:prstGeom prst="rect">
            <a:avLst/>
          </a:prstGeom>
        </p:spPr>
      </p:pic>
    </p:spTree>
    <p:custDataLst>
      <p:tags r:id="rId7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3044825" y="2742565"/>
            <a:ext cx="3020695" cy="698500"/>
            <a:chOff x="4795" y="4319"/>
            <a:chExt cx="4757" cy="1100"/>
          </a:xfrm>
        </p:grpSpPr>
        <p:sp>
          <p:nvSpPr>
            <p:cNvPr id="13" name="矩形 12"/>
            <p:cNvSpPr/>
            <p:nvPr>
              <p:custDataLst>
                <p:tags r:id="rId3"/>
              </p:custDataLst>
            </p:nvPr>
          </p:nvSpPr>
          <p:spPr>
            <a:xfrm>
              <a:off x="4795" y="4319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4"/>
              </p:custDataLst>
            </p:nvPr>
          </p:nvSpPr>
          <p:spPr>
            <a:xfrm>
              <a:off x="6068" y="4494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lvl="0" indent="0" algn="l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SzPct val="100000"/>
                <a:buFont typeface="Wingdings" panose="05000000000000000000" charset="0"/>
                <a:buNone/>
              </a:pP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模块的分类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5"/>
            </p:custDataLst>
          </p:nvPr>
        </p:nvGrpSpPr>
        <p:grpSpPr>
          <a:xfrm>
            <a:off x="7258050" y="2742565"/>
            <a:ext cx="2853055" cy="698500"/>
            <a:chOff x="11430" y="4319"/>
            <a:chExt cx="4493" cy="1100"/>
          </a:xfrm>
        </p:grpSpPr>
        <p:sp>
          <p:nvSpPr>
            <p:cNvPr id="17" name="矩形 16"/>
            <p:cNvSpPr/>
            <p:nvPr>
              <p:custDataLst>
                <p:tags r:id="rId6"/>
              </p:custDataLst>
            </p:nvPr>
          </p:nvSpPr>
          <p:spPr>
            <a:xfrm>
              <a:off x="11430" y="4319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7"/>
              </p:custDataLst>
            </p:nvPr>
          </p:nvSpPr>
          <p:spPr>
            <a:xfrm>
              <a:off x="12439" y="4494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自定义模块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模块的分类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187325" y="1607820"/>
            <a:ext cx="11817350" cy="4679315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4"/>
            </p:custDataLst>
          </p:nvPr>
        </p:nvSpPr>
        <p:spPr>
          <a:xfrm>
            <a:off x="187325" y="1616075"/>
            <a:ext cx="1345565" cy="4699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5"/>
            </p:custDataLst>
          </p:nvPr>
        </p:nvSpPr>
        <p:spPr>
          <a:xfrm>
            <a:off x="1532890" y="1620520"/>
            <a:ext cx="231140" cy="4676775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40635" y="1620520"/>
            <a:ext cx="3482975" cy="459740"/>
            <a:chOff x="4001" y="2552"/>
            <a:chExt cx="5485" cy="724"/>
          </a:xfrm>
        </p:grpSpPr>
        <p:sp>
          <p:nvSpPr>
            <p:cNvPr id="36" name="文本框 35"/>
            <p:cNvSpPr txBox="1"/>
            <p:nvPr>
              <p:custDataLst>
                <p:tags r:id="rId6"/>
              </p:custDataLst>
            </p:nvPr>
          </p:nvSpPr>
          <p:spPr>
            <a:xfrm>
              <a:off x="4694" y="2552"/>
              <a:ext cx="479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C853C"/>
                </a:buClr>
              </a:pP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Node.js</a:t>
              </a: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的模块分类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Isosceles Triangle 2_1"/>
            <p:cNvSpPr/>
            <p:nvPr>
              <p:custDataLst>
                <p:tags r:id="rId7"/>
              </p:custDataLst>
            </p:nvPr>
          </p:nvSpPr>
          <p:spPr>
            <a:xfrm rot="16200000" flipV="1">
              <a:off x="3969" y="2777"/>
              <a:ext cx="471" cy="40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rgbClr val="0000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pic>
        <p:nvPicPr>
          <p:cNvPr id="22" name="图形 21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173" y="3133250"/>
            <a:ext cx="569913" cy="56991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7404" y="2392430"/>
            <a:ext cx="2857500" cy="28575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1945640" y="2082165"/>
            <a:ext cx="6601460" cy="433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1.  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核心（原生）模块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--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由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官方提供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如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fs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net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等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--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拥有最高的加载优先级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2.  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第三方模块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由第三方个人或团队开发出来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-- NPM 服务器上的免费开源模块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如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等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-- 必须先使用 NPM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等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工具进行下载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3.  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自定义（文件）模块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--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用户自己编写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-- 存储为单独的文件(或文件夹)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99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49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99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060055" y="2113915"/>
            <a:ext cx="3412490" cy="788035"/>
            <a:chOff x="12693" y="3329"/>
            <a:chExt cx="5374" cy="1241"/>
          </a:xfrm>
        </p:grpSpPr>
        <p:sp>
          <p:nvSpPr>
            <p:cNvPr id="15" name="矩形 14"/>
            <p:cNvSpPr/>
            <p:nvPr/>
          </p:nvSpPr>
          <p:spPr>
            <a:xfrm>
              <a:off x="12703" y="3329"/>
              <a:ext cx="1886" cy="626"/>
            </a:xfrm>
            <a:prstGeom prst="rect">
              <a:avLst/>
            </a:prstGeom>
            <a:effectLst/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路径处理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4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2693" y="3906"/>
              <a:ext cx="5374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path = require('path'); 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241800" y="2060575"/>
            <a:ext cx="3515360" cy="3162935"/>
            <a:chOff x="6680" y="3245"/>
            <a:chExt cx="5536" cy="4981"/>
          </a:xfrm>
        </p:grpSpPr>
        <p:sp>
          <p:nvSpPr>
            <p:cNvPr id="30" name="Freeform: Shape 10"/>
            <p:cNvSpPr/>
            <p:nvPr>
              <p:custDataLst>
                <p:tags r:id="rId4"/>
              </p:custDataLst>
            </p:nvPr>
          </p:nvSpPr>
          <p:spPr bwMode="auto">
            <a:xfrm>
              <a:off x="6680" y="4430"/>
              <a:ext cx="2293" cy="2934"/>
            </a:xfrm>
            <a:custGeom>
              <a:avLst/>
              <a:gdLst>
                <a:gd name="T0" fmla="*/ 821 w 821"/>
                <a:gd name="T1" fmla="*/ 0 h 1051"/>
                <a:gd name="T2" fmla="*/ 387 w 821"/>
                <a:gd name="T3" fmla="*/ 66 h 1051"/>
                <a:gd name="T4" fmla="*/ 101 w 821"/>
                <a:gd name="T5" fmla="*/ 248 h 1051"/>
                <a:gd name="T6" fmla="*/ 25 w 821"/>
                <a:gd name="T7" fmla="*/ 371 h 1051"/>
                <a:gd name="T8" fmla="*/ 45 w 821"/>
                <a:gd name="T9" fmla="*/ 613 h 1051"/>
                <a:gd name="T10" fmla="*/ 298 w 821"/>
                <a:gd name="T11" fmla="*/ 1051 h 1051"/>
                <a:gd name="T12" fmla="*/ 306 w 821"/>
                <a:gd name="T13" fmla="*/ 783 h 1051"/>
                <a:gd name="T14" fmla="*/ 585 w 821"/>
                <a:gd name="T15" fmla="*/ 179 h 1051"/>
                <a:gd name="T16" fmla="*/ 821 w 821"/>
                <a:gd name="T17" fmla="*/ 0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1" h="1051">
                  <a:moveTo>
                    <a:pt x="821" y="0"/>
                  </a:moveTo>
                  <a:cubicBezTo>
                    <a:pt x="701" y="2"/>
                    <a:pt x="539" y="17"/>
                    <a:pt x="387" y="66"/>
                  </a:cubicBezTo>
                  <a:cubicBezTo>
                    <a:pt x="269" y="104"/>
                    <a:pt x="173" y="165"/>
                    <a:pt x="101" y="248"/>
                  </a:cubicBezTo>
                  <a:cubicBezTo>
                    <a:pt x="48" y="310"/>
                    <a:pt x="27" y="363"/>
                    <a:pt x="25" y="371"/>
                  </a:cubicBezTo>
                  <a:cubicBezTo>
                    <a:pt x="0" y="450"/>
                    <a:pt x="9" y="550"/>
                    <a:pt x="45" y="613"/>
                  </a:cubicBezTo>
                  <a:cubicBezTo>
                    <a:pt x="298" y="1051"/>
                    <a:pt x="298" y="1051"/>
                    <a:pt x="298" y="1051"/>
                  </a:cubicBezTo>
                  <a:cubicBezTo>
                    <a:pt x="285" y="978"/>
                    <a:pt x="283" y="889"/>
                    <a:pt x="306" y="783"/>
                  </a:cubicBezTo>
                  <a:cubicBezTo>
                    <a:pt x="371" y="478"/>
                    <a:pt x="564" y="209"/>
                    <a:pt x="585" y="179"/>
                  </a:cubicBezTo>
                  <a:cubicBezTo>
                    <a:pt x="644" y="96"/>
                    <a:pt x="727" y="34"/>
                    <a:pt x="82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12"/>
            <p:cNvSpPr/>
            <p:nvPr>
              <p:custDataLst>
                <p:tags r:id="rId5"/>
              </p:custDataLst>
            </p:nvPr>
          </p:nvSpPr>
          <p:spPr bwMode="auto">
            <a:xfrm>
              <a:off x="9001" y="3245"/>
              <a:ext cx="2334" cy="2729"/>
            </a:xfrm>
            <a:custGeom>
              <a:avLst/>
              <a:gdLst>
                <a:gd name="T0" fmla="*/ 508 w 836"/>
                <a:gd name="T1" fmla="*/ 0 h 977"/>
                <a:gd name="T2" fmla="*/ 0 w 836"/>
                <a:gd name="T3" fmla="*/ 0 h 977"/>
                <a:gd name="T4" fmla="*/ 230 w 836"/>
                <a:gd name="T5" fmla="*/ 141 h 977"/>
                <a:gd name="T6" fmla="*/ 609 w 836"/>
                <a:gd name="T7" fmla="*/ 675 h 977"/>
                <a:gd name="T8" fmla="*/ 658 w 836"/>
                <a:gd name="T9" fmla="*/ 892 h 977"/>
                <a:gd name="T10" fmla="*/ 651 w 836"/>
                <a:gd name="T11" fmla="*/ 977 h 977"/>
                <a:gd name="T12" fmla="*/ 810 w 836"/>
                <a:gd name="T13" fmla="*/ 570 h 977"/>
                <a:gd name="T14" fmla="*/ 796 w 836"/>
                <a:gd name="T15" fmla="*/ 231 h 977"/>
                <a:gd name="T16" fmla="*/ 728 w 836"/>
                <a:gd name="T17" fmla="*/ 104 h 977"/>
                <a:gd name="T18" fmla="*/ 508 w 836"/>
                <a:gd name="T19" fmla="*/ 0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6" h="977">
                  <a:moveTo>
                    <a:pt x="50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0" y="25"/>
                    <a:pt x="150" y="68"/>
                    <a:pt x="230" y="141"/>
                  </a:cubicBezTo>
                  <a:cubicBezTo>
                    <a:pt x="443" y="333"/>
                    <a:pt x="574" y="598"/>
                    <a:pt x="609" y="675"/>
                  </a:cubicBezTo>
                  <a:cubicBezTo>
                    <a:pt x="642" y="743"/>
                    <a:pt x="658" y="816"/>
                    <a:pt x="658" y="892"/>
                  </a:cubicBezTo>
                  <a:cubicBezTo>
                    <a:pt x="658" y="921"/>
                    <a:pt x="656" y="949"/>
                    <a:pt x="651" y="977"/>
                  </a:cubicBezTo>
                  <a:cubicBezTo>
                    <a:pt x="711" y="869"/>
                    <a:pt x="777" y="724"/>
                    <a:pt x="810" y="570"/>
                  </a:cubicBezTo>
                  <a:cubicBezTo>
                    <a:pt x="836" y="448"/>
                    <a:pt x="831" y="334"/>
                    <a:pt x="796" y="231"/>
                  </a:cubicBezTo>
                  <a:cubicBezTo>
                    <a:pt x="769" y="154"/>
                    <a:pt x="733" y="110"/>
                    <a:pt x="728" y="104"/>
                  </a:cubicBezTo>
                  <a:cubicBezTo>
                    <a:pt x="671" y="43"/>
                    <a:pt x="581" y="0"/>
                    <a:pt x="508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13"/>
            <p:cNvSpPr/>
            <p:nvPr>
              <p:custDataLst>
                <p:tags r:id="rId6"/>
              </p:custDataLst>
            </p:nvPr>
          </p:nvSpPr>
          <p:spPr bwMode="auto">
            <a:xfrm>
              <a:off x="9926" y="4106"/>
              <a:ext cx="2290" cy="2937"/>
            </a:xfrm>
            <a:custGeom>
              <a:avLst/>
              <a:gdLst>
                <a:gd name="T0" fmla="*/ 522 w 820"/>
                <a:gd name="T1" fmla="*/ 0 h 1052"/>
                <a:gd name="T2" fmla="*/ 515 w 820"/>
                <a:gd name="T3" fmla="*/ 269 h 1052"/>
                <a:gd name="T4" fmla="*/ 235 w 820"/>
                <a:gd name="T5" fmla="*/ 873 h 1052"/>
                <a:gd name="T6" fmla="*/ 0 w 820"/>
                <a:gd name="T7" fmla="*/ 1052 h 1052"/>
                <a:gd name="T8" fmla="*/ 433 w 820"/>
                <a:gd name="T9" fmla="*/ 986 h 1052"/>
                <a:gd name="T10" fmla="*/ 796 w 820"/>
                <a:gd name="T11" fmla="*/ 681 h 1052"/>
                <a:gd name="T12" fmla="*/ 775 w 820"/>
                <a:gd name="T13" fmla="*/ 439 h 1052"/>
                <a:gd name="T14" fmla="*/ 522 w 820"/>
                <a:gd name="T15" fmla="*/ 0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0" h="1052">
                  <a:moveTo>
                    <a:pt x="522" y="0"/>
                  </a:moveTo>
                  <a:cubicBezTo>
                    <a:pt x="535" y="74"/>
                    <a:pt x="537" y="163"/>
                    <a:pt x="515" y="269"/>
                  </a:cubicBezTo>
                  <a:cubicBezTo>
                    <a:pt x="449" y="574"/>
                    <a:pt x="257" y="843"/>
                    <a:pt x="235" y="873"/>
                  </a:cubicBezTo>
                  <a:cubicBezTo>
                    <a:pt x="176" y="956"/>
                    <a:pt x="93" y="1018"/>
                    <a:pt x="0" y="1052"/>
                  </a:cubicBezTo>
                  <a:cubicBezTo>
                    <a:pt x="119" y="1050"/>
                    <a:pt x="281" y="1035"/>
                    <a:pt x="433" y="986"/>
                  </a:cubicBezTo>
                  <a:cubicBezTo>
                    <a:pt x="715" y="895"/>
                    <a:pt x="791" y="694"/>
                    <a:pt x="796" y="681"/>
                  </a:cubicBezTo>
                  <a:cubicBezTo>
                    <a:pt x="820" y="602"/>
                    <a:pt x="812" y="502"/>
                    <a:pt x="775" y="439"/>
                  </a:cubicBezTo>
                  <a:cubicBezTo>
                    <a:pt x="522" y="0"/>
                    <a:pt x="522" y="0"/>
                    <a:pt x="522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14"/>
            <p:cNvSpPr/>
            <p:nvPr>
              <p:custDataLst>
                <p:tags r:id="rId7"/>
              </p:custDataLst>
            </p:nvPr>
          </p:nvSpPr>
          <p:spPr bwMode="auto">
            <a:xfrm>
              <a:off x="7460" y="5498"/>
              <a:ext cx="2435" cy="2729"/>
            </a:xfrm>
            <a:custGeom>
              <a:avLst/>
              <a:gdLst>
                <a:gd name="T0" fmla="*/ 221 w 872"/>
                <a:gd name="T1" fmla="*/ 0 h 977"/>
                <a:gd name="T2" fmla="*/ 62 w 872"/>
                <a:gd name="T3" fmla="*/ 407 h 977"/>
                <a:gd name="T4" fmla="*/ 145 w 872"/>
                <a:gd name="T5" fmla="*/ 873 h 977"/>
                <a:gd name="T6" fmla="*/ 365 w 872"/>
                <a:gd name="T7" fmla="*/ 977 h 977"/>
                <a:gd name="T8" fmla="*/ 872 w 872"/>
                <a:gd name="T9" fmla="*/ 977 h 977"/>
                <a:gd name="T10" fmla="*/ 642 w 872"/>
                <a:gd name="T11" fmla="*/ 836 h 977"/>
                <a:gd name="T12" fmla="*/ 263 w 872"/>
                <a:gd name="T13" fmla="*/ 302 h 977"/>
                <a:gd name="T14" fmla="*/ 214 w 872"/>
                <a:gd name="T15" fmla="*/ 85 h 977"/>
                <a:gd name="T16" fmla="*/ 221 w 872"/>
                <a:gd name="T17" fmla="*/ 0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2" h="977">
                  <a:moveTo>
                    <a:pt x="221" y="0"/>
                  </a:moveTo>
                  <a:cubicBezTo>
                    <a:pt x="162" y="108"/>
                    <a:pt x="95" y="253"/>
                    <a:pt x="62" y="407"/>
                  </a:cubicBezTo>
                  <a:cubicBezTo>
                    <a:pt x="0" y="697"/>
                    <a:pt x="136" y="863"/>
                    <a:pt x="145" y="873"/>
                  </a:cubicBezTo>
                  <a:cubicBezTo>
                    <a:pt x="201" y="934"/>
                    <a:pt x="292" y="977"/>
                    <a:pt x="365" y="977"/>
                  </a:cubicBezTo>
                  <a:cubicBezTo>
                    <a:pt x="872" y="977"/>
                    <a:pt x="872" y="977"/>
                    <a:pt x="872" y="977"/>
                  </a:cubicBezTo>
                  <a:cubicBezTo>
                    <a:pt x="802" y="952"/>
                    <a:pt x="723" y="909"/>
                    <a:pt x="642" y="836"/>
                  </a:cubicBezTo>
                  <a:cubicBezTo>
                    <a:pt x="429" y="644"/>
                    <a:pt x="298" y="379"/>
                    <a:pt x="263" y="302"/>
                  </a:cubicBezTo>
                  <a:cubicBezTo>
                    <a:pt x="230" y="234"/>
                    <a:pt x="214" y="161"/>
                    <a:pt x="214" y="85"/>
                  </a:cubicBezTo>
                  <a:cubicBezTo>
                    <a:pt x="214" y="56"/>
                    <a:pt x="216" y="28"/>
                    <a:pt x="221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15"/>
            <p:cNvSpPr/>
            <p:nvPr>
              <p:custDataLst>
                <p:tags r:id="rId8"/>
              </p:custDataLst>
            </p:nvPr>
          </p:nvSpPr>
          <p:spPr bwMode="auto">
            <a:xfrm>
              <a:off x="8554" y="6597"/>
              <a:ext cx="3273" cy="1625"/>
            </a:xfrm>
            <a:custGeom>
              <a:avLst/>
              <a:gdLst>
                <a:gd name="T0" fmla="*/ 1172 w 1172"/>
                <a:gd name="T1" fmla="*/ 0 h 582"/>
                <a:gd name="T2" fmla="*/ 936 w 1172"/>
                <a:gd name="T3" fmla="*/ 128 h 582"/>
                <a:gd name="T4" fmla="*/ 451 w 1172"/>
                <a:gd name="T5" fmla="*/ 196 h 582"/>
                <a:gd name="T6" fmla="*/ 275 w 1172"/>
                <a:gd name="T7" fmla="*/ 188 h 582"/>
                <a:gd name="T8" fmla="*/ 0 w 1172"/>
                <a:gd name="T9" fmla="*/ 74 h 582"/>
                <a:gd name="T10" fmla="*/ 274 w 1172"/>
                <a:gd name="T11" fmla="*/ 416 h 582"/>
                <a:gd name="T12" fmla="*/ 665 w 1172"/>
                <a:gd name="T13" fmla="*/ 582 h 582"/>
                <a:gd name="T14" fmla="*/ 719 w 1172"/>
                <a:gd name="T15" fmla="*/ 578 h 582"/>
                <a:gd name="T16" fmla="*/ 919 w 1172"/>
                <a:gd name="T17" fmla="*/ 439 h 582"/>
                <a:gd name="T18" fmla="*/ 1172 w 1172"/>
                <a:gd name="T1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2" h="582">
                  <a:moveTo>
                    <a:pt x="1172" y="0"/>
                  </a:moveTo>
                  <a:cubicBezTo>
                    <a:pt x="1115" y="48"/>
                    <a:pt x="1038" y="95"/>
                    <a:pt x="936" y="128"/>
                  </a:cubicBezTo>
                  <a:cubicBezTo>
                    <a:pt x="761" y="185"/>
                    <a:pt x="576" y="196"/>
                    <a:pt x="451" y="196"/>
                  </a:cubicBezTo>
                  <a:cubicBezTo>
                    <a:pt x="360" y="196"/>
                    <a:pt x="293" y="190"/>
                    <a:pt x="275" y="188"/>
                  </a:cubicBezTo>
                  <a:cubicBezTo>
                    <a:pt x="173" y="179"/>
                    <a:pt x="77" y="138"/>
                    <a:pt x="0" y="74"/>
                  </a:cubicBezTo>
                  <a:cubicBezTo>
                    <a:pt x="64" y="179"/>
                    <a:pt x="157" y="310"/>
                    <a:pt x="274" y="416"/>
                  </a:cubicBezTo>
                  <a:cubicBezTo>
                    <a:pt x="434" y="560"/>
                    <a:pt x="588" y="582"/>
                    <a:pt x="665" y="582"/>
                  </a:cubicBezTo>
                  <a:cubicBezTo>
                    <a:pt x="695" y="582"/>
                    <a:pt x="715" y="578"/>
                    <a:pt x="719" y="578"/>
                  </a:cubicBezTo>
                  <a:cubicBezTo>
                    <a:pt x="800" y="559"/>
                    <a:pt x="882" y="502"/>
                    <a:pt x="919" y="439"/>
                  </a:cubicBezTo>
                  <a:cubicBezTo>
                    <a:pt x="1172" y="0"/>
                    <a:pt x="1172" y="0"/>
                    <a:pt x="117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Freeform: Shape 43"/>
            <p:cNvSpPr/>
            <p:nvPr>
              <p:custDataLst>
                <p:tags r:id="rId9"/>
              </p:custDataLst>
            </p:nvPr>
          </p:nvSpPr>
          <p:spPr bwMode="auto">
            <a:xfrm>
              <a:off x="10342" y="3605"/>
              <a:ext cx="606" cy="607"/>
            </a:xfrm>
            <a:custGeom>
              <a:avLst/>
              <a:gdLst>
                <a:gd name="T0" fmla="+- 0 10800 1271"/>
                <a:gd name="T1" fmla="*/ T0 w 19058"/>
                <a:gd name="T2" fmla="+- 0 10799 1270"/>
                <a:gd name="T3" fmla="*/ 10799 h 19059"/>
                <a:gd name="T4" fmla="+- 0 10800 1271"/>
                <a:gd name="T5" fmla="*/ T4 w 19058"/>
                <a:gd name="T6" fmla="+- 0 10799 1270"/>
                <a:gd name="T7" fmla="*/ 10799 h 19059"/>
                <a:gd name="T8" fmla="+- 0 10800 1271"/>
                <a:gd name="T9" fmla="*/ T8 w 19058"/>
                <a:gd name="T10" fmla="+- 0 10799 1270"/>
                <a:gd name="T11" fmla="*/ 10799 h 19059"/>
                <a:gd name="T12" fmla="+- 0 10800 1271"/>
                <a:gd name="T13" fmla="*/ T12 w 19058"/>
                <a:gd name="T14" fmla="+- 0 10799 1270"/>
                <a:gd name="T15" fmla="*/ 10799 h 190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8" h="19059">
                  <a:moveTo>
                    <a:pt x="6430" y="17268"/>
                  </a:moveTo>
                  <a:cubicBezTo>
                    <a:pt x="2162" y="15559"/>
                    <a:pt x="82" y="10698"/>
                    <a:pt x="1790" y="6431"/>
                  </a:cubicBezTo>
                  <a:cubicBezTo>
                    <a:pt x="3499" y="2164"/>
                    <a:pt x="8360" y="81"/>
                    <a:pt x="12627" y="1791"/>
                  </a:cubicBezTo>
                  <a:cubicBezTo>
                    <a:pt x="16894" y="3499"/>
                    <a:pt x="18975" y="8361"/>
                    <a:pt x="17267" y="12628"/>
                  </a:cubicBezTo>
                  <a:cubicBezTo>
                    <a:pt x="15558" y="16895"/>
                    <a:pt x="10696" y="18976"/>
                    <a:pt x="6430" y="17268"/>
                  </a:cubicBezTo>
                  <a:moveTo>
                    <a:pt x="13070" y="685"/>
                  </a:moveTo>
                  <a:cubicBezTo>
                    <a:pt x="8186" y="-1270"/>
                    <a:pt x="2641" y="1103"/>
                    <a:pt x="685" y="5987"/>
                  </a:cubicBezTo>
                  <a:cubicBezTo>
                    <a:pt x="-1271" y="10872"/>
                    <a:pt x="1103" y="16418"/>
                    <a:pt x="5987" y="18373"/>
                  </a:cubicBezTo>
                  <a:cubicBezTo>
                    <a:pt x="10871" y="20330"/>
                    <a:pt x="16416" y="17955"/>
                    <a:pt x="18373" y="13071"/>
                  </a:cubicBezTo>
                  <a:cubicBezTo>
                    <a:pt x="20329" y="8186"/>
                    <a:pt x="17954" y="2641"/>
                    <a:pt x="13070" y="68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Freeform: Shape 44"/>
            <p:cNvSpPr/>
            <p:nvPr>
              <p:custDataLst>
                <p:tags r:id="rId10"/>
              </p:custDataLst>
            </p:nvPr>
          </p:nvSpPr>
          <p:spPr bwMode="auto">
            <a:xfrm>
              <a:off x="10607" y="3870"/>
              <a:ext cx="76" cy="76"/>
            </a:xfrm>
            <a:custGeom>
              <a:avLst/>
              <a:gdLst>
                <a:gd name="T0" fmla="+- 0 10801 1272"/>
                <a:gd name="T1" fmla="*/ T0 w 19059"/>
                <a:gd name="T2" fmla="+- 0 10800 1272"/>
                <a:gd name="T3" fmla="*/ 10800 h 19056"/>
                <a:gd name="T4" fmla="+- 0 10801 1272"/>
                <a:gd name="T5" fmla="*/ T4 w 19059"/>
                <a:gd name="T6" fmla="+- 0 10800 1272"/>
                <a:gd name="T7" fmla="*/ 10800 h 19056"/>
                <a:gd name="T8" fmla="+- 0 10801 1272"/>
                <a:gd name="T9" fmla="*/ T8 w 19059"/>
                <a:gd name="T10" fmla="+- 0 10800 1272"/>
                <a:gd name="T11" fmla="*/ 10800 h 19056"/>
                <a:gd name="T12" fmla="+- 0 10801 1272"/>
                <a:gd name="T13" fmla="*/ T12 w 19059"/>
                <a:gd name="T14" fmla="+- 0 10800 1272"/>
                <a:gd name="T15" fmla="*/ 10800 h 1905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6">
                  <a:moveTo>
                    <a:pt x="7753" y="13951"/>
                  </a:moveTo>
                  <a:cubicBezTo>
                    <a:pt x="5315" y="12969"/>
                    <a:pt x="4129" y="10197"/>
                    <a:pt x="5101" y="7755"/>
                  </a:cubicBezTo>
                  <a:cubicBezTo>
                    <a:pt x="6083" y="5323"/>
                    <a:pt x="8860" y="4132"/>
                    <a:pt x="11298" y="5104"/>
                  </a:cubicBezTo>
                  <a:cubicBezTo>
                    <a:pt x="13735" y="6081"/>
                    <a:pt x="14926" y="8858"/>
                    <a:pt x="13949" y="11300"/>
                  </a:cubicBezTo>
                  <a:cubicBezTo>
                    <a:pt x="12972" y="13737"/>
                    <a:pt x="10195" y="14923"/>
                    <a:pt x="7753" y="13951"/>
                  </a:cubicBezTo>
                  <a:moveTo>
                    <a:pt x="13070" y="686"/>
                  </a:moveTo>
                  <a:cubicBezTo>
                    <a:pt x="8190" y="-1272"/>
                    <a:pt x="2640" y="1104"/>
                    <a:pt x="686" y="5988"/>
                  </a:cubicBezTo>
                  <a:cubicBezTo>
                    <a:pt x="-1272" y="10872"/>
                    <a:pt x="1105" y="16416"/>
                    <a:pt x="5985" y="18369"/>
                  </a:cubicBezTo>
                  <a:cubicBezTo>
                    <a:pt x="10870" y="20328"/>
                    <a:pt x="16415" y="17951"/>
                    <a:pt x="18374" y="13072"/>
                  </a:cubicBezTo>
                  <a:cubicBezTo>
                    <a:pt x="20328" y="8188"/>
                    <a:pt x="17960" y="2644"/>
                    <a:pt x="13070" y="686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Freeform: Shape 45"/>
            <p:cNvSpPr/>
            <p:nvPr>
              <p:custDataLst>
                <p:tags r:id="rId11"/>
              </p:custDataLst>
            </p:nvPr>
          </p:nvSpPr>
          <p:spPr bwMode="auto">
            <a:xfrm>
              <a:off x="10531" y="3795"/>
              <a:ext cx="228" cy="228"/>
            </a:xfrm>
            <a:custGeom>
              <a:avLst/>
              <a:gdLst>
                <a:gd name="T0" fmla="+- 0 10800 1271"/>
                <a:gd name="T1" fmla="*/ T0 w 19059"/>
                <a:gd name="T2" fmla="+- 0 10800 1271"/>
                <a:gd name="T3" fmla="*/ 10800 h 19058"/>
                <a:gd name="T4" fmla="+- 0 10800 1271"/>
                <a:gd name="T5" fmla="*/ T4 w 19059"/>
                <a:gd name="T6" fmla="+- 0 10800 1271"/>
                <a:gd name="T7" fmla="*/ 10800 h 19058"/>
                <a:gd name="T8" fmla="+- 0 10800 1271"/>
                <a:gd name="T9" fmla="*/ T8 w 19059"/>
                <a:gd name="T10" fmla="+- 0 10800 1271"/>
                <a:gd name="T11" fmla="*/ 10800 h 19058"/>
                <a:gd name="T12" fmla="+- 0 10800 1271"/>
                <a:gd name="T13" fmla="*/ T12 w 19059"/>
                <a:gd name="T14" fmla="+- 0 10800 1271"/>
                <a:gd name="T15" fmla="*/ 10800 h 1905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8">
                  <a:moveTo>
                    <a:pt x="7169" y="15424"/>
                  </a:moveTo>
                  <a:cubicBezTo>
                    <a:pt x="3916" y="14123"/>
                    <a:pt x="2331" y="10417"/>
                    <a:pt x="3632" y="7167"/>
                  </a:cubicBezTo>
                  <a:cubicBezTo>
                    <a:pt x="4934" y="3917"/>
                    <a:pt x="8638" y="2331"/>
                    <a:pt x="11889" y="3632"/>
                  </a:cubicBezTo>
                  <a:cubicBezTo>
                    <a:pt x="15141" y="4934"/>
                    <a:pt x="16728" y="8640"/>
                    <a:pt x="15425" y="11890"/>
                  </a:cubicBezTo>
                  <a:cubicBezTo>
                    <a:pt x="14124" y="15140"/>
                    <a:pt x="10419" y="16728"/>
                    <a:pt x="7169" y="15424"/>
                  </a:cubicBezTo>
                  <a:moveTo>
                    <a:pt x="13071" y="685"/>
                  </a:moveTo>
                  <a:cubicBezTo>
                    <a:pt x="8186" y="-1271"/>
                    <a:pt x="2639" y="1104"/>
                    <a:pt x="686" y="5987"/>
                  </a:cubicBezTo>
                  <a:cubicBezTo>
                    <a:pt x="-1271" y="10871"/>
                    <a:pt x="1104" y="16416"/>
                    <a:pt x="5987" y="18372"/>
                  </a:cubicBezTo>
                  <a:cubicBezTo>
                    <a:pt x="10874" y="20329"/>
                    <a:pt x="16418" y="17955"/>
                    <a:pt x="18375" y="13070"/>
                  </a:cubicBezTo>
                  <a:cubicBezTo>
                    <a:pt x="20328" y="8186"/>
                    <a:pt x="17956" y="2641"/>
                    <a:pt x="13071" y="68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Freeform: Shape 46"/>
            <p:cNvSpPr/>
            <p:nvPr>
              <p:custDataLst>
                <p:tags r:id="rId12"/>
              </p:custDataLst>
            </p:nvPr>
          </p:nvSpPr>
          <p:spPr bwMode="auto">
            <a:xfrm>
              <a:off x="10683" y="3946"/>
              <a:ext cx="94" cy="97"/>
            </a:xfrm>
            <a:custGeom>
              <a:avLst/>
              <a:gdLst>
                <a:gd name="T0" fmla="+- 0 10804 288"/>
                <a:gd name="T1" fmla="*/ T0 w 21033"/>
                <a:gd name="T2" fmla="+- 0 10798 277"/>
                <a:gd name="T3" fmla="*/ 10798 h 21043"/>
                <a:gd name="T4" fmla="+- 0 10804 288"/>
                <a:gd name="T5" fmla="*/ T4 w 21033"/>
                <a:gd name="T6" fmla="+- 0 10798 277"/>
                <a:gd name="T7" fmla="*/ 10798 h 21043"/>
                <a:gd name="T8" fmla="+- 0 10804 288"/>
                <a:gd name="T9" fmla="*/ T8 w 21033"/>
                <a:gd name="T10" fmla="+- 0 10798 277"/>
                <a:gd name="T11" fmla="*/ 10798 h 21043"/>
                <a:gd name="T12" fmla="+- 0 10804 288"/>
                <a:gd name="T13" fmla="*/ T12 w 21033"/>
                <a:gd name="T14" fmla="+- 0 10798 277"/>
                <a:gd name="T15" fmla="*/ 10798 h 2104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3" h="21043">
                  <a:moveTo>
                    <a:pt x="20881" y="2825"/>
                  </a:moveTo>
                  <a:cubicBezTo>
                    <a:pt x="21312" y="1771"/>
                    <a:pt x="20787" y="572"/>
                    <a:pt x="19713" y="149"/>
                  </a:cubicBezTo>
                  <a:cubicBezTo>
                    <a:pt x="18636" y="-277"/>
                    <a:pt x="17414" y="238"/>
                    <a:pt x="16984" y="1296"/>
                  </a:cubicBezTo>
                  <a:lnTo>
                    <a:pt x="16980" y="1292"/>
                  </a:lnTo>
                  <a:cubicBezTo>
                    <a:pt x="13964" y="8692"/>
                    <a:pt x="8182" y="14184"/>
                    <a:pt x="1269" y="17089"/>
                  </a:cubicBezTo>
                  <a:cubicBezTo>
                    <a:pt x="207" y="17536"/>
                    <a:pt x="-288" y="18747"/>
                    <a:pt x="170" y="19789"/>
                  </a:cubicBezTo>
                  <a:cubicBezTo>
                    <a:pt x="629" y="20840"/>
                    <a:pt x="1863" y="21323"/>
                    <a:pt x="2924" y="20876"/>
                  </a:cubicBezTo>
                  <a:cubicBezTo>
                    <a:pt x="2961" y="20860"/>
                    <a:pt x="2982" y="20828"/>
                    <a:pt x="3014" y="20815"/>
                  </a:cubicBezTo>
                  <a:cubicBezTo>
                    <a:pt x="10874" y="17480"/>
                    <a:pt x="17451" y="11227"/>
                    <a:pt x="20877" y="2825"/>
                  </a:cubicBezTo>
                  <a:cubicBezTo>
                    <a:pt x="20877" y="2825"/>
                    <a:pt x="20881" y="2825"/>
                    <a:pt x="20881" y="2825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Freeform: Shape 47"/>
            <p:cNvSpPr/>
            <p:nvPr>
              <p:custDataLst>
                <p:tags r:id="rId13"/>
              </p:custDataLst>
            </p:nvPr>
          </p:nvSpPr>
          <p:spPr bwMode="auto">
            <a:xfrm>
              <a:off x="10720" y="3984"/>
              <a:ext cx="136" cy="139"/>
            </a:xfrm>
            <a:custGeom>
              <a:avLst/>
              <a:gdLst>
                <a:gd name="T0" fmla="+- 0 10803 203"/>
                <a:gd name="T1" fmla="*/ T0 w 21201"/>
                <a:gd name="T2" fmla="+- 0 10798 194"/>
                <a:gd name="T3" fmla="*/ 10798 h 21209"/>
                <a:gd name="T4" fmla="+- 0 10803 203"/>
                <a:gd name="T5" fmla="*/ T4 w 21201"/>
                <a:gd name="T6" fmla="+- 0 10798 194"/>
                <a:gd name="T7" fmla="*/ 10798 h 21209"/>
                <a:gd name="T8" fmla="+- 0 10803 203"/>
                <a:gd name="T9" fmla="*/ T8 w 21201"/>
                <a:gd name="T10" fmla="+- 0 10798 194"/>
                <a:gd name="T11" fmla="*/ 10798 h 21209"/>
                <a:gd name="T12" fmla="+- 0 10803 203"/>
                <a:gd name="T13" fmla="*/ T12 w 21201"/>
                <a:gd name="T14" fmla="+- 0 10798 194"/>
                <a:gd name="T15" fmla="*/ 10798 h 212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201" h="21209">
                  <a:moveTo>
                    <a:pt x="20267" y="104"/>
                  </a:moveTo>
                  <a:cubicBezTo>
                    <a:pt x="19508" y="-194"/>
                    <a:pt x="18645" y="169"/>
                    <a:pt x="18339" y="912"/>
                  </a:cubicBezTo>
                  <a:cubicBezTo>
                    <a:pt x="14991" y="9110"/>
                    <a:pt x="8568" y="15198"/>
                    <a:pt x="894" y="18420"/>
                  </a:cubicBezTo>
                  <a:cubicBezTo>
                    <a:pt x="144" y="18735"/>
                    <a:pt x="-203" y="19589"/>
                    <a:pt x="121" y="20327"/>
                  </a:cubicBezTo>
                  <a:cubicBezTo>
                    <a:pt x="442" y="21068"/>
                    <a:pt x="1314" y="21406"/>
                    <a:pt x="2067" y="21090"/>
                  </a:cubicBezTo>
                  <a:cubicBezTo>
                    <a:pt x="2102" y="21073"/>
                    <a:pt x="2125" y="21042"/>
                    <a:pt x="2159" y="21025"/>
                  </a:cubicBezTo>
                  <a:cubicBezTo>
                    <a:pt x="10491" y="17500"/>
                    <a:pt x="17461" y="10881"/>
                    <a:pt x="21095" y="1994"/>
                  </a:cubicBezTo>
                  <a:cubicBezTo>
                    <a:pt x="21397" y="1250"/>
                    <a:pt x="21026" y="404"/>
                    <a:pt x="20267" y="104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Freeform: Shape 48"/>
            <p:cNvSpPr/>
            <p:nvPr>
              <p:custDataLst>
                <p:tags r:id="rId14"/>
              </p:custDataLst>
            </p:nvPr>
          </p:nvSpPr>
          <p:spPr bwMode="auto">
            <a:xfrm>
              <a:off x="10701" y="3965"/>
              <a:ext cx="115" cy="117"/>
            </a:xfrm>
            <a:custGeom>
              <a:avLst/>
              <a:gdLst>
                <a:gd name="T0" fmla="+- 0 10802 238"/>
                <a:gd name="T1" fmla="*/ T0 w 21128"/>
                <a:gd name="T2" fmla="+- 0 10797 227"/>
                <a:gd name="T3" fmla="*/ 10797 h 21141"/>
                <a:gd name="T4" fmla="+- 0 10802 238"/>
                <a:gd name="T5" fmla="*/ T4 w 21128"/>
                <a:gd name="T6" fmla="+- 0 10797 227"/>
                <a:gd name="T7" fmla="*/ 10797 h 21141"/>
                <a:gd name="T8" fmla="+- 0 10802 238"/>
                <a:gd name="T9" fmla="*/ T8 w 21128"/>
                <a:gd name="T10" fmla="+- 0 10797 227"/>
                <a:gd name="T11" fmla="*/ 10797 h 21141"/>
                <a:gd name="T12" fmla="+- 0 10802 238"/>
                <a:gd name="T13" fmla="*/ T12 w 21128"/>
                <a:gd name="T14" fmla="+- 0 10797 227"/>
                <a:gd name="T15" fmla="*/ 10797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8" h="21141">
                  <a:moveTo>
                    <a:pt x="20035" y="122"/>
                  </a:moveTo>
                  <a:cubicBezTo>
                    <a:pt x="19142" y="-227"/>
                    <a:pt x="18134" y="195"/>
                    <a:pt x="17778" y="1071"/>
                  </a:cubicBezTo>
                  <a:cubicBezTo>
                    <a:pt x="14571" y="8936"/>
                    <a:pt x="8412" y="14778"/>
                    <a:pt x="1051" y="17867"/>
                  </a:cubicBezTo>
                  <a:lnTo>
                    <a:pt x="1054" y="17867"/>
                  </a:lnTo>
                  <a:cubicBezTo>
                    <a:pt x="172" y="18240"/>
                    <a:pt x="-238" y="19242"/>
                    <a:pt x="142" y="20108"/>
                  </a:cubicBezTo>
                  <a:cubicBezTo>
                    <a:pt x="522" y="20973"/>
                    <a:pt x="1543" y="21372"/>
                    <a:pt x="2425" y="21003"/>
                  </a:cubicBezTo>
                  <a:cubicBezTo>
                    <a:pt x="2459" y="20986"/>
                    <a:pt x="2476" y="20956"/>
                    <a:pt x="2514" y="20936"/>
                  </a:cubicBezTo>
                  <a:cubicBezTo>
                    <a:pt x="10651" y="17491"/>
                    <a:pt x="17459" y="11027"/>
                    <a:pt x="21002" y="2339"/>
                  </a:cubicBezTo>
                  <a:cubicBezTo>
                    <a:pt x="21361" y="1463"/>
                    <a:pt x="20927" y="472"/>
                    <a:pt x="20035" y="12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Freeform: Shape 49"/>
            <p:cNvSpPr/>
            <p:nvPr>
              <p:custDataLst>
                <p:tags r:id="rId15"/>
              </p:custDataLst>
            </p:nvPr>
          </p:nvSpPr>
          <p:spPr bwMode="auto">
            <a:xfrm>
              <a:off x="10512" y="3776"/>
              <a:ext cx="95" cy="96"/>
            </a:xfrm>
            <a:custGeom>
              <a:avLst/>
              <a:gdLst>
                <a:gd name="T0" fmla="+- 0 10797 278"/>
                <a:gd name="T1" fmla="*/ T0 w 21039"/>
                <a:gd name="T2" fmla="+- 0 10803 281"/>
                <a:gd name="T3" fmla="*/ 10803 h 21044"/>
                <a:gd name="T4" fmla="+- 0 10797 278"/>
                <a:gd name="T5" fmla="*/ T4 w 21039"/>
                <a:gd name="T6" fmla="+- 0 10803 281"/>
                <a:gd name="T7" fmla="*/ 10803 h 21044"/>
                <a:gd name="T8" fmla="+- 0 10797 278"/>
                <a:gd name="T9" fmla="*/ T8 w 21039"/>
                <a:gd name="T10" fmla="+- 0 10803 281"/>
                <a:gd name="T11" fmla="*/ 10803 h 21044"/>
                <a:gd name="T12" fmla="+- 0 10797 278"/>
                <a:gd name="T13" fmla="*/ T12 w 21039"/>
                <a:gd name="T14" fmla="+- 0 10803 281"/>
                <a:gd name="T15" fmla="*/ 10803 h 2104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9" h="21044">
                  <a:moveTo>
                    <a:pt x="20871" y="1248"/>
                  </a:moveTo>
                  <a:cubicBezTo>
                    <a:pt x="20411" y="197"/>
                    <a:pt x="19177" y="-281"/>
                    <a:pt x="18112" y="169"/>
                  </a:cubicBezTo>
                  <a:cubicBezTo>
                    <a:pt x="18075" y="181"/>
                    <a:pt x="18050" y="214"/>
                    <a:pt x="18021" y="226"/>
                  </a:cubicBezTo>
                  <a:cubicBezTo>
                    <a:pt x="10159" y="3562"/>
                    <a:pt x="3583" y="9820"/>
                    <a:pt x="152" y="18220"/>
                  </a:cubicBezTo>
                  <a:lnTo>
                    <a:pt x="148" y="18220"/>
                  </a:lnTo>
                  <a:cubicBezTo>
                    <a:pt x="-278" y="19278"/>
                    <a:pt x="242" y="20473"/>
                    <a:pt x="1320" y="20896"/>
                  </a:cubicBezTo>
                  <a:cubicBezTo>
                    <a:pt x="2398" y="21318"/>
                    <a:pt x="3620" y="20803"/>
                    <a:pt x="4046" y="19749"/>
                  </a:cubicBezTo>
                  <a:lnTo>
                    <a:pt x="4051" y="19749"/>
                  </a:lnTo>
                  <a:cubicBezTo>
                    <a:pt x="7068" y="12356"/>
                    <a:pt x="12856" y="6858"/>
                    <a:pt x="19764" y="3956"/>
                  </a:cubicBezTo>
                  <a:cubicBezTo>
                    <a:pt x="20830" y="3506"/>
                    <a:pt x="21322" y="2298"/>
                    <a:pt x="20871" y="124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Freeform: Shape 50"/>
            <p:cNvSpPr/>
            <p:nvPr>
              <p:custDataLst>
                <p:tags r:id="rId16"/>
              </p:custDataLst>
            </p:nvPr>
          </p:nvSpPr>
          <p:spPr bwMode="auto">
            <a:xfrm>
              <a:off x="10436" y="3700"/>
              <a:ext cx="136" cy="138"/>
            </a:xfrm>
            <a:custGeom>
              <a:avLst/>
              <a:gdLst>
                <a:gd name="T0" fmla="+- 0 10797 198"/>
                <a:gd name="T1" fmla="*/ T0 w 21199"/>
                <a:gd name="T2" fmla="+- 0 10802 198"/>
                <a:gd name="T3" fmla="*/ 10802 h 21208"/>
                <a:gd name="T4" fmla="+- 0 10797 198"/>
                <a:gd name="T5" fmla="*/ T4 w 21199"/>
                <a:gd name="T6" fmla="+- 0 10802 198"/>
                <a:gd name="T7" fmla="*/ 10802 h 21208"/>
                <a:gd name="T8" fmla="+- 0 10797 198"/>
                <a:gd name="T9" fmla="*/ T8 w 21199"/>
                <a:gd name="T10" fmla="+- 0 10802 198"/>
                <a:gd name="T11" fmla="*/ 10802 h 21208"/>
                <a:gd name="T12" fmla="+- 0 10797 198"/>
                <a:gd name="T13" fmla="*/ T12 w 21199"/>
                <a:gd name="T14" fmla="+- 0 10802 198"/>
                <a:gd name="T15" fmla="*/ 10802 h 212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99" h="21208">
                  <a:moveTo>
                    <a:pt x="21077" y="880"/>
                  </a:moveTo>
                  <a:cubicBezTo>
                    <a:pt x="20753" y="142"/>
                    <a:pt x="19881" y="-198"/>
                    <a:pt x="19129" y="117"/>
                  </a:cubicBezTo>
                  <a:cubicBezTo>
                    <a:pt x="19097" y="131"/>
                    <a:pt x="19071" y="162"/>
                    <a:pt x="19039" y="179"/>
                  </a:cubicBezTo>
                  <a:cubicBezTo>
                    <a:pt x="10706" y="3707"/>
                    <a:pt x="3739" y="10322"/>
                    <a:pt x="106" y="19208"/>
                  </a:cubicBezTo>
                  <a:cubicBezTo>
                    <a:pt x="-198" y="19957"/>
                    <a:pt x="172" y="20803"/>
                    <a:pt x="934" y="21101"/>
                  </a:cubicBezTo>
                  <a:cubicBezTo>
                    <a:pt x="1689" y="21401"/>
                    <a:pt x="2552" y="21041"/>
                    <a:pt x="2859" y="20292"/>
                  </a:cubicBezTo>
                  <a:cubicBezTo>
                    <a:pt x="6206" y="12096"/>
                    <a:pt x="12625" y="6008"/>
                    <a:pt x="20301" y="2787"/>
                  </a:cubicBezTo>
                  <a:cubicBezTo>
                    <a:pt x="21051" y="2469"/>
                    <a:pt x="21402" y="1618"/>
                    <a:pt x="21077" y="880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Freeform: Shape 51"/>
            <p:cNvSpPr/>
            <p:nvPr>
              <p:custDataLst>
                <p:tags r:id="rId17"/>
              </p:custDataLst>
            </p:nvPr>
          </p:nvSpPr>
          <p:spPr bwMode="auto">
            <a:xfrm>
              <a:off x="10475" y="3738"/>
              <a:ext cx="115" cy="118"/>
            </a:xfrm>
            <a:custGeom>
              <a:avLst/>
              <a:gdLst>
                <a:gd name="T0" fmla="+- 0 10796 232"/>
                <a:gd name="T1" fmla="*/ T0 w 21129"/>
                <a:gd name="T2" fmla="+- 0 10804 234"/>
                <a:gd name="T3" fmla="*/ 10804 h 21141"/>
                <a:gd name="T4" fmla="+- 0 10796 232"/>
                <a:gd name="T5" fmla="*/ T4 w 21129"/>
                <a:gd name="T6" fmla="+- 0 10804 234"/>
                <a:gd name="T7" fmla="*/ 10804 h 21141"/>
                <a:gd name="T8" fmla="+- 0 10796 232"/>
                <a:gd name="T9" fmla="*/ T8 w 21129"/>
                <a:gd name="T10" fmla="+- 0 10804 234"/>
                <a:gd name="T11" fmla="*/ 10804 h 21141"/>
                <a:gd name="T12" fmla="+- 0 10796 232"/>
                <a:gd name="T13" fmla="*/ T12 w 21129"/>
                <a:gd name="T14" fmla="+- 0 10804 234"/>
                <a:gd name="T15" fmla="*/ 10804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9" h="21141">
                  <a:moveTo>
                    <a:pt x="20075" y="3267"/>
                  </a:moveTo>
                  <a:cubicBezTo>
                    <a:pt x="20953" y="2898"/>
                    <a:pt x="21368" y="1899"/>
                    <a:pt x="20987" y="1030"/>
                  </a:cubicBezTo>
                  <a:cubicBezTo>
                    <a:pt x="20611" y="168"/>
                    <a:pt x="19589" y="-234"/>
                    <a:pt x="18707" y="138"/>
                  </a:cubicBezTo>
                  <a:cubicBezTo>
                    <a:pt x="18670" y="152"/>
                    <a:pt x="18649" y="185"/>
                    <a:pt x="18615" y="198"/>
                  </a:cubicBezTo>
                  <a:cubicBezTo>
                    <a:pt x="10481" y="3647"/>
                    <a:pt x="3673" y="10118"/>
                    <a:pt x="124" y="18802"/>
                  </a:cubicBezTo>
                  <a:cubicBezTo>
                    <a:pt x="-232" y="19678"/>
                    <a:pt x="205" y="20666"/>
                    <a:pt x="1094" y="21019"/>
                  </a:cubicBezTo>
                  <a:cubicBezTo>
                    <a:pt x="1983" y="21366"/>
                    <a:pt x="2991" y="20946"/>
                    <a:pt x="3354" y="20071"/>
                  </a:cubicBezTo>
                  <a:cubicBezTo>
                    <a:pt x="6561" y="12205"/>
                    <a:pt x="12717" y="6360"/>
                    <a:pt x="20075" y="3274"/>
                  </a:cubicBezTo>
                  <a:cubicBezTo>
                    <a:pt x="20075" y="3274"/>
                    <a:pt x="20075" y="3267"/>
                    <a:pt x="20075" y="32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Freeform: Shape 41"/>
            <p:cNvSpPr/>
            <p:nvPr>
              <p:custDataLst>
                <p:tags r:id="rId18"/>
              </p:custDataLst>
            </p:nvPr>
          </p:nvSpPr>
          <p:spPr bwMode="auto">
            <a:xfrm>
              <a:off x="11676" y="5838"/>
              <a:ext cx="76" cy="7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4841"/>
                    <a:pt x="0" y="10800"/>
                  </a:cubicBezTo>
                  <a:cubicBezTo>
                    <a:pt x="0" y="16758"/>
                    <a:pt x="4838" y="21599"/>
                    <a:pt x="10800" y="21599"/>
                  </a:cubicBezTo>
                  <a:cubicBezTo>
                    <a:pt x="16761" y="21599"/>
                    <a:pt x="21600" y="16758"/>
                    <a:pt x="21600" y="10800"/>
                  </a:cubicBezTo>
                  <a:cubicBezTo>
                    <a:pt x="21600" y="4841"/>
                    <a:pt x="16761" y="0"/>
                    <a:pt x="1080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Freeform: Shape 42"/>
            <p:cNvSpPr/>
            <p:nvPr>
              <p:custDataLst>
                <p:tags r:id="rId19"/>
              </p:custDataLst>
            </p:nvPr>
          </p:nvSpPr>
          <p:spPr bwMode="auto">
            <a:xfrm>
              <a:off x="11372" y="5516"/>
              <a:ext cx="606" cy="589"/>
            </a:xfrm>
            <a:custGeom>
              <a:avLst/>
              <a:gdLst>
                <a:gd name="T0" fmla="*/ 10473 w 20946"/>
                <a:gd name="T1" fmla="*/ 10800 h 21600"/>
                <a:gd name="T2" fmla="*/ 10473 w 20946"/>
                <a:gd name="T3" fmla="*/ 10800 h 21600"/>
                <a:gd name="T4" fmla="*/ 10473 w 20946"/>
                <a:gd name="T5" fmla="*/ 10800 h 21600"/>
                <a:gd name="T6" fmla="*/ 10473 w 20946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946" h="21600">
                  <a:moveTo>
                    <a:pt x="18509" y="15329"/>
                  </a:moveTo>
                  <a:lnTo>
                    <a:pt x="11782" y="15329"/>
                  </a:lnTo>
                  <a:cubicBezTo>
                    <a:pt x="10699" y="15329"/>
                    <a:pt x="9818" y="14391"/>
                    <a:pt x="9818" y="13238"/>
                  </a:cubicBezTo>
                  <a:cubicBezTo>
                    <a:pt x="9818" y="12086"/>
                    <a:pt x="10699" y="11148"/>
                    <a:pt x="11782" y="11148"/>
                  </a:cubicBezTo>
                  <a:lnTo>
                    <a:pt x="17673" y="11148"/>
                  </a:lnTo>
                  <a:cubicBezTo>
                    <a:pt x="18077" y="11142"/>
                    <a:pt x="18477" y="10934"/>
                    <a:pt x="18721" y="10588"/>
                  </a:cubicBezTo>
                  <a:cubicBezTo>
                    <a:pt x="18789" y="10491"/>
                    <a:pt x="18842" y="10381"/>
                    <a:pt x="18885" y="10267"/>
                  </a:cubicBezTo>
                  <a:cubicBezTo>
                    <a:pt x="18890" y="10251"/>
                    <a:pt x="18901" y="10239"/>
                    <a:pt x="18906" y="10224"/>
                  </a:cubicBezTo>
                  <a:cubicBezTo>
                    <a:pt x="19377" y="10880"/>
                    <a:pt x="19636" y="11686"/>
                    <a:pt x="19636" y="12541"/>
                  </a:cubicBezTo>
                  <a:cubicBezTo>
                    <a:pt x="19636" y="13613"/>
                    <a:pt x="19230" y="14607"/>
                    <a:pt x="18509" y="15329"/>
                  </a:cubicBezTo>
                  <a:moveTo>
                    <a:pt x="17673" y="17767"/>
                  </a:moveTo>
                  <a:cubicBezTo>
                    <a:pt x="17673" y="19114"/>
                    <a:pt x="16647" y="20206"/>
                    <a:pt x="15382" y="20206"/>
                  </a:cubicBezTo>
                  <a:lnTo>
                    <a:pt x="3600" y="20206"/>
                  </a:lnTo>
                  <a:cubicBezTo>
                    <a:pt x="2334" y="20206"/>
                    <a:pt x="1309" y="19114"/>
                    <a:pt x="1309" y="17767"/>
                  </a:cubicBezTo>
                  <a:lnTo>
                    <a:pt x="1309" y="6786"/>
                  </a:lnTo>
                  <a:cubicBezTo>
                    <a:pt x="1931" y="7334"/>
                    <a:pt x="2730" y="7664"/>
                    <a:pt x="3600" y="7664"/>
                  </a:cubicBezTo>
                  <a:lnTo>
                    <a:pt x="14400" y="7664"/>
                  </a:lnTo>
                  <a:lnTo>
                    <a:pt x="17018" y="7664"/>
                  </a:lnTo>
                  <a:cubicBezTo>
                    <a:pt x="17379" y="7664"/>
                    <a:pt x="17673" y="7976"/>
                    <a:pt x="17673" y="8361"/>
                  </a:cubicBezTo>
                  <a:lnTo>
                    <a:pt x="17673" y="9754"/>
                  </a:lnTo>
                  <a:lnTo>
                    <a:pt x="11782" y="9754"/>
                  </a:lnTo>
                  <a:cubicBezTo>
                    <a:pt x="9974" y="9754"/>
                    <a:pt x="8509" y="11314"/>
                    <a:pt x="8509" y="13238"/>
                  </a:cubicBezTo>
                  <a:cubicBezTo>
                    <a:pt x="8509" y="15163"/>
                    <a:pt x="9974" y="16722"/>
                    <a:pt x="11782" y="16722"/>
                  </a:cubicBezTo>
                  <a:lnTo>
                    <a:pt x="17673" y="16722"/>
                  </a:lnTo>
                  <a:cubicBezTo>
                    <a:pt x="17673" y="16722"/>
                    <a:pt x="17673" y="17767"/>
                    <a:pt x="17673" y="17767"/>
                  </a:cubicBezTo>
                  <a:close/>
                  <a:moveTo>
                    <a:pt x="16363" y="5574"/>
                  </a:moveTo>
                  <a:lnTo>
                    <a:pt x="16363" y="6270"/>
                  </a:lnTo>
                  <a:lnTo>
                    <a:pt x="14400" y="6270"/>
                  </a:lnTo>
                  <a:lnTo>
                    <a:pt x="3600" y="6270"/>
                  </a:lnTo>
                  <a:cubicBezTo>
                    <a:pt x="3246" y="6270"/>
                    <a:pt x="2916" y="6179"/>
                    <a:pt x="2617" y="6027"/>
                  </a:cubicBezTo>
                  <a:lnTo>
                    <a:pt x="2617" y="5574"/>
                  </a:lnTo>
                  <a:cubicBezTo>
                    <a:pt x="2617" y="5574"/>
                    <a:pt x="16363" y="5574"/>
                    <a:pt x="16363" y="5574"/>
                  </a:cubicBezTo>
                  <a:close/>
                  <a:moveTo>
                    <a:pt x="16363" y="4877"/>
                  </a:moveTo>
                  <a:lnTo>
                    <a:pt x="2617" y="4877"/>
                  </a:lnTo>
                  <a:lnTo>
                    <a:pt x="2617" y="4180"/>
                  </a:lnTo>
                  <a:lnTo>
                    <a:pt x="16363" y="4180"/>
                  </a:lnTo>
                  <a:cubicBezTo>
                    <a:pt x="16363" y="4180"/>
                    <a:pt x="16363" y="4877"/>
                    <a:pt x="16363" y="4877"/>
                  </a:cubicBezTo>
                  <a:close/>
                  <a:moveTo>
                    <a:pt x="16363" y="3483"/>
                  </a:moveTo>
                  <a:lnTo>
                    <a:pt x="2617" y="3483"/>
                  </a:lnTo>
                  <a:lnTo>
                    <a:pt x="2617" y="2787"/>
                  </a:lnTo>
                  <a:lnTo>
                    <a:pt x="16363" y="2787"/>
                  </a:lnTo>
                  <a:cubicBezTo>
                    <a:pt x="16363" y="2787"/>
                    <a:pt x="16363" y="3483"/>
                    <a:pt x="16363" y="3483"/>
                  </a:cubicBezTo>
                  <a:close/>
                  <a:moveTo>
                    <a:pt x="3600" y="1393"/>
                  </a:moveTo>
                  <a:lnTo>
                    <a:pt x="14400" y="1393"/>
                  </a:lnTo>
                  <a:lnTo>
                    <a:pt x="17018" y="1393"/>
                  </a:lnTo>
                  <a:cubicBezTo>
                    <a:pt x="17379" y="1393"/>
                    <a:pt x="17673" y="1705"/>
                    <a:pt x="17673" y="2090"/>
                  </a:cubicBezTo>
                  <a:lnTo>
                    <a:pt x="17673" y="3832"/>
                  </a:lnTo>
                  <a:lnTo>
                    <a:pt x="17673" y="4180"/>
                  </a:lnTo>
                  <a:lnTo>
                    <a:pt x="17673" y="6398"/>
                  </a:lnTo>
                  <a:cubicBezTo>
                    <a:pt x="17466" y="6321"/>
                    <a:pt x="17249" y="6270"/>
                    <a:pt x="17018" y="6270"/>
                  </a:cubicBezTo>
                  <a:lnTo>
                    <a:pt x="17018" y="5574"/>
                  </a:lnTo>
                  <a:lnTo>
                    <a:pt x="17018" y="4180"/>
                  </a:lnTo>
                  <a:lnTo>
                    <a:pt x="17018" y="2787"/>
                  </a:lnTo>
                  <a:cubicBezTo>
                    <a:pt x="17018" y="2401"/>
                    <a:pt x="16724" y="2090"/>
                    <a:pt x="16363" y="2090"/>
                  </a:cubicBezTo>
                  <a:lnTo>
                    <a:pt x="2617" y="2090"/>
                  </a:lnTo>
                  <a:cubicBezTo>
                    <a:pt x="2256" y="2090"/>
                    <a:pt x="1963" y="2401"/>
                    <a:pt x="1963" y="2787"/>
                  </a:cubicBezTo>
                  <a:lnTo>
                    <a:pt x="1963" y="4180"/>
                  </a:lnTo>
                  <a:lnTo>
                    <a:pt x="1963" y="5534"/>
                  </a:lnTo>
                  <a:cubicBezTo>
                    <a:pt x="1559" y="5094"/>
                    <a:pt x="1309" y="4495"/>
                    <a:pt x="1309" y="3832"/>
                  </a:cubicBezTo>
                  <a:cubicBezTo>
                    <a:pt x="1309" y="2485"/>
                    <a:pt x="2334" y="1393"/>
                    <a:pt x="3600" y="1393"/>
                  </a:cubicBezTo>
                  <a:moveTo>
                    <a:pt x="18983" y="8361"/>
                  </a:moveTo>
                  <a:lnTo>
                    <a:pt x="18982" y="8361"/>
                  </a:lnTo>
                  <a:lnTo>
                    <a:pt x="18982" y="4180"/>
                  </a:lnTo>
                  <a:lnTo>
                    <a:pt x="18982" y="3832"/>
                  </a:lnTo>
                  <a:lnTo>
                    <a:pt x="18982" y="2090"/>
                  </a:lnTo>
                  <a:cubicBezTo>
                    <a:pt x="18982" y="935"/>
                    <a:pt x="18102" y="0"/>
                    <a:pt x="17018" y="0"/>
                  </a:cubicBezTo>
                  <a:lnTo>
                    <a:pt x="14400" y="0"/>
                  </a:lnTo>
                  <a:lnTo>
                    <a:pt x="3600" y="0"/>
                  </a:lnTo>
                  <a:cubicBezTo>
                    <a:pt x="1614" y="0"/>
                    <a:pt x="0" y="1719"/>
                    <a:pt x="0" y="3832"/>
                  </a:cubicBezTo>
                  <a:lnTo>
                    <a:pt x="0" y="17767"/>
                  </a:lnTo>
                  <a:cubicBezTo>
                    <a:pt x="0" y="19880"/>
                    <a:pt x="1614" y="21600"/>
                    <a:pt x="3600" y="21600"/>
                  </a:cubicBezTo>
                  <a:lnTo>
                    <a:pt x="15382" y="21600"/>
                  </a:lnTo>
                  <a:cubicBezTo>
                    <a:pt x="17366" y="21600"/>
                    <a:pt x="18982" y="19880"/>
                    <a:pt x="18982" y="17767"/>
                  </a:cubicBezTo>
                  <a:lnTo>
                    <a:pt x="18982" y="16722"/>
                  </a:lnTo>
                  <a:lnTo>
                    <a:pt x="18983" y="16722"/>
                  </a:lnTo>
                  <a:cubicBezTo>
                    <a:pt x="21600" y="14631"/>
                    <a:pt x="21600" y="10452"/>
                    <a:pt x="18983" y="836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Freeform: Shape 38"/>
            <p:cNvSpPr/>
            <p:nvPr>
              <p:custDataLst>
                <p:tags r:id="rId20"/>
              </p:custDataLst>
            </p:nvPr>
          </p:nvSpPr>
          <p:spPr bwMode="auto">
            <a:xfrm>
              <a:off x="10265" y="7606"/>
              <a:ext cx="302" cy="30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Freeform: Shape 39"/>
            <p:cNvSpPr/>
            <p:nvPr>
              <p:custDataLst>
                <p:tags r:id="rId21"/>
              </p:custDataLst>
            </p:nvPr>
          </p:nvSpPr>
          <p:spPr bwMode="auto">
            <a:xfrm>
              <a:off x="10341" y="7681"/>
              <a:ext cx="85" cy="8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Freeform: Shape 40"/>
            <p:cNvSpPr/>
            <p:nvPr>
              <p:custDataLst>
                <p:tags r:id="rId22"/>
              </p:custDataLst>
            </p:nvPr>
          </p:nvSpPr>
          <p:spPr bwMode="auto">
            <a:xfrm>
              <a:off x="10113" y="7473"/>
              <a:ext cx="607" cy="51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Freeform: Shape 35"/>
            <p:cNvSpPr/>
            <p:nvPr>
              <p:custDataLst>
                <p:tags r:id="rId23"/>
              </p:custDataLst>
            </p:nvPr>
          </p:nvSpPr>
          <p:spPr bwMode="auto">
            <a:xfrm>
              <a:off x="7948" y="7250"/>
              <a:ext cx="606" cy="60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Freeform: Shape 36"/>
            <p:cNvSpPr/>
            <p:nvPr>
              <p:custDataLst>
                <p:tags r:id="rId24"/>
              </p:custDataLst>
            </p:nvPr>
          </p:nvSpPr>
          <p:spPr bwMode="auto">
            <a:xfrm>
              <a:off x="8119" y="7420"/>
              <a:ext cx="265" cy="2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Freeform: Shape 37"/>
            <p:cNvSpPr/>
            <p:nvPr>
              <p:custDataLst>
                <p:tags r:id="rId25"/>
              </p:custDataLst>
            </p:nvPr>
          </p:nvSpPr>
          <p:spPr bwMode="auto">
            <a:xfrm>
              <a:off x="8175" y="7477"/>
              <a:ext cx="152" cy="1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32"/>
            <p:cNvSpPr/>
            <p:nvPr>
              <p:custDataLst>
                <p:tags r:id="rId26"/>
              </p:custDataLst>
            </p:nvPr>
          </p:nvSpPr>
          <p:spPr bwMode="auto">
            <a:xfrm>
              <a:off x="7261" y="5479"/>
              <a:ext cx="199" cy="19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538" y="20579"/>
                  </a:moveTo>
                  <a:lnTo>
                    <a:pt x="19542" y="20579"/>
                  </a:lnTo>
                  <a:cubicBezTo>
                    <a:pt x="19546" y="21142"/>
                    <a:pt x="20004" y="21600"/>
                    <a:pt x="20571" y="21600"/>
                  </a:cubicBezTo>
                  <a:cubicBezTo>
                    <a:pt x="21137" y="21600"/>
                    <a:pt x="21599" y="21138"/>
                    <a:pt x="21599" y="20571"/>
                  </a:cubicBezTo>
                  <a:cubicBezTo>
                    <a:pt x="21599" y="20565"/>
                    <a:pt x="21595" y="20561"/>
                    <a:pt x="21595" y="20555"/>
                  </a:cubicBezTo>
                  <a:cubicBezTo>
                    <a:pt x="21583" y="9221"/>
                    <a:pt x="12411" y="41"/>
                    <a:pt x="1080" y="12"/>
                  </a:cubicBezTo>
                  <a:cubicBezTo>
                    <a:pt x="1064" y="10"/>
                    <a:pt x="1048" y="0"/>
                    <a:pt x="1028" y="0"/>
                  </a:cubicBezTo>
                  <a:cubicBezTo>
                    <a:pt x="458" y="0"/>
                    <a:pt x="0" y="461"/>
                    <a:pt x="0" y="1028"/>
                  </a:cubicBezTo>
                  <a:cubicBezTo>
                    <a:pt x="0" y="1594"/>
                    <a:pt x="458" y="2055"/>
                    <a:pt x="1024" y="2057"/>
                  </a:cubicBezTo>
                  <a:lnTo>
                    <a:pt x="1024" y="2065"/>
                  </a:lnTo>
                  <a:cubicBezTo>
                    <a:pt x="11233" y="2065"/>
                    <a:pt x="19538" y="10370"/>
                    <a:pt x="19538" y="205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Freeform: Shape 33"/>
            <p:cNvSpPr/>
            <p:nvPr>
              <p:custDataLst>
                <p:tags r:id="rId27"/>
              </p:custDataLst>
            </p:nvPr>
          </p:nvSpPr>
          <p:spPr bwMode="auto">
            <a:xfrm>
              <a:off x="6939" y="5403"/>
              <a:ext cx="606" cy="606"/>
            </a:xfrm>
            <a:custGeom>
              <a:avLst/>
              <a:gdLst>
                <a:gd name="T0" fmla="+- 0 10819 195"/>
                <a:gd name="T1" fmla="*/ T0 w 21248"/>
                <a:gd name="T2" fmla="*/ 10800 h 21600"/>
                <a:gd name="T3" fmla="+- 0 10819 195"/>
                <a:gd name="T4" fmla="*/ T3 w 21248"/>
                <a:gd name="T5" fmla="*/ 10800 h 21600"/>
                <a:gd name="T6" fmla="+- 0 10819 195"/>
                <a:gd name="T7" fmla="*/ T6 w 21248"/>
                <a:gd name="T8" fmla="*/ 10800 h 21600"/>
                <a:gd name="T9" fmla="+- 0 10819 195"/>
                <a:gd name="T10" fmla="*/ T9 w 212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248" h="21600">
                  <a:moveTo>
                    <a:pt x="19868" y="17133"/>
                  </a:moveTo>
                  <a:cubicBezTo>
                    <a:pt x="19766" y="17386"/>
                    <a:pt x="19525" y="17549"/>
                    <a:pt x="19255" y="17549"/>
                  </a:cubicBezTo>
                  <a:lnTo>
                    <a:pt x="19058" y="17549"/>
                  </a:lnTo>
                  <a:lnTo>
                    <a:pt x="3983" y="2226"/>
                  </a:lnTo>
                  <a:lnTo>
                    <a:pt x="3983" y="2025"/>
                  </a:lnTo>
                  <a:cubicBezTo>
                    <a:pt x="3983" y="1750"/>
                    <a:pt x="4144" y="1506"/>
                    <a:pt x="4393" y="1401"/>
                  </a:cubicBezTo>
                  <a:cubicBezTo>
                    <a:pt x="4475" y="1367"/>
                    <a:pt x="4560" y="1350"/>
                    <a:pt x="4647" y="1350"/>
                  </a:cubicBezTo>
                  <a:cubicBezTo>
                    <a:pt x="4824" y="1350"/>
                    <a:pt x="4991" y="1420"/>
                    <a:pt x="5116" y="1547"/>
                  </a:cubicBezTo>
                  <a:lnTo>
                    <a:pt x="19724" y="16397"/>
                  </a:lnTo>
                  <a:cubicBezTo>
                    <a:pt x="19915" y="16591"/>
                    <a:pt x="19972" y="16880"/>
                    <a:pt x="19868" y="17133"/>
                  </a:cubicBezTo>
                  <a:moveTo>
                    <a:pt x="10121" y="17549"/>
                  </a:moveTo>
                  <a:cubicBezTo>
                    <a:pt x="10017" y="17549"/>
                    <a:pt x="9922" y="17586"/>
                    <a:pt x="9824" y="17609"/>
                  </a:cubicBezTo>
                  <a:lnTo>
                    <a:pt x="3923" y="11612"/>
                  </a:lnTo>
                  <a:cubicBezTo>
                    <a:pt x="3946" y="11512"/>
                    <a:pt x="3982" y="11415"/>
                    <a:pt x="3982" y="11311"/>
                  </a:cubicBezTo>
                  <a:lnTo>
                    <a:pt x="3983" y="3180"/>
                  </a:lnTo>
                  <a:lnTo>
                    <a:pt x="18119" y="17549"/>
                  </a:lnTo>
                  <a:cubicBezTo>
                    <a:pt x="18119" y="17549"/>
                    <a:pt x="10121" y="17549"/>
                    <a:pt x="10121" y="17549"/>
                  </a:cubicBezTo>
                  <a:close/>
                  <a:moveTo>
                    <a:pt x="9182" y="17945"/>
                  </a:moveTo>
                  <a:lnTo>
                    <a:pt x="7109" y="20052"/>
                  </a:lnTo>
                  <a:cubicBezTo>
                    <a:pt x="6939" y="20224"/>
                    <a:pt x="6742" y="20249"/>
                    <a:pt x="6640" y="20249"/>
                  </a:cubicBezTo>
                  <a:cubicBezTo>
                    <a:pt x="6537" y="20249"/>
                    <a:pt x="6339" y="20224"/>
                    <a:pt x="6170" y="20052"/>
                  </a:cubicBezTo>
                  <a:lnTo>
                    <a:pt x="1522" y="15327"/>
                  </a:lnTo>
                  <a:cubicBezTo>
                    <a:pt x="1352" y="15154"/>
                    <a:pt x="1327" y="14953"/>
                    <a:pt x="1327" y="14850"/>
                  </a:cubicBezTo>
                  <a:cubicBezTo>
                    <a:pt x="1327" y="14745"/>
                    <a:pt x="1352" y="14544"/>
                    <a:pt x="1522" y="14373"/>
                  </a:cubicBezTo>
                  <a:lnTo>
                    <a:pt x="3593" y="12266"/>
                  </a:lnTo>
                  <a:cubicBezTo>
                    <a:pt x="3599" y="12260"/>
                    <a:pt x="3601" y="12251"/>
                    <a:pt x="3607" y="12245"/>
                  </a:cubicBezTo>
                  <a:lnTo>
                    <a:pt x="9202" y="17932"/>
                  </a:lnTo>
                  <a:cubicBezTo>
                    <a:pt x="9196" y="17937"/>
                    <a:pt x="9187" y="17939"/>
                    <a:pt x="9182" y="17945"/>
                  </a:cubicBezTo>
                  <a:moveTo>
                    <a:pt x="6056" y="593"/>
                  </a:moveTo>
                  <a:cubicBezTo>
                    <a:pt x="5675" y="205"/>
                    <a:pt x="5165" y="0"/>
                    <a:pt x="4647" y="0"/>
                  </a:cubicBezTo>
                  <a:cubicBezTo>
                    <a:pt x="4390" y="0"/>
                    <a:pt x="4132" y="49"/>
                    <a:pt x="3885" y="154"/>
                  </a:cubicBezTo>
                  <a:cubicBezTo>
                    <a:pt x="3141" y="467"/>
                    <a:pt x="2655" y="1205"/>
                    <a:pt x="2655" y="2025"/>
                  </a:cubicBezTo>
                  <a:lnTo>
                    <a:pt x="2654" y="11311"/>
                  </a:lnTo>
                  <a:lnTo>
                    <a:pt x="583" y="13418"/>
                  </a:lnTo>
                  <a:cubicBezTo>
                    <a:pt x="-195" y="14208"/>
                    <a:pt x="-195" y="15491"/>
                    <a:pt x="583" y="16281"/>
                  </a:cubicBezTo>
                  <a:lnTo>
                    <a:pt x="5231" y="21006"/>
                  </a:lnTo>
                  <a:cubicBezTo>
                    <a:pt x="5620" y="21402"/>
                    <a:pt x="6131" y="21599"/>
                    <a:pt x="6640" y="21599"/>
                  </a:cubicBezTo>
                  <a:cubicBezTo>
                    <a:pt x="7150" y="21599"/>
                    <a:pt x="7659" y="21402"/>
                    <a:pt x="8048" y="21006"/>
                  </a:cubicBezTo>
                  <a:lnTo>
                    <a:pt x="10121" y="18900"/>
                  </a:lnTo>
                  <a:lnTo>
                    <a:pt x="19255" y="18900"/>
                  </a:lnTo>
                  <a:cubicBezTo>
                    <a:pt x="20062" y="18900"/>
                    <a:pt x="20788" y="18407"/>
                    <a:pt x="21095" y="17650"/>
                  </a:cubicBezTo>
                  <a:cubicBezTo>
                    <a:pt x="21405" y="16893"/>
                    <a:pt x="21234" y="16022"/>
                    <a:pt x="20663" y="15443"/>
                  </a:cubicBezTo>
                  <a:cubicBezTo>
                    <a:pt x="20663" y="15443"/>
                    <a:pt x="6056" y="593"/>
                    <a:pt x="6056" y="5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Freeform: Shape 34"/>
            <p:cNvSpPr/>
            <p:nvPr>
              <p:custDataLst>
                <p:tags r:id="rId28"/>
              </p:custDataLst>
            </p:nvPr>
          </p:nvSpPr>
          <p:spPr bwMode="auto">
            <a:xfrm>
              <a:off x="7261" y="5403"/>
              <a:ext cx="284" cy="28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37" y="2880"/>
                  </a:moveTo>
                  <a:lnTo>
                    <a:pt x="1437" y="2885"/>
                  </a:lnTo>
                  <a:cubicBezTo>
                    <a:pt x="10965" y="2885"/>
                    <a:pt x="18717" y="10637"/>
                    <a:pt x="18717" y="20165"/>
                  </a:cubicBezTo>
                  <a:lnTo>
                    <a:pt x="18720" y="20165"/>
                  </a:lnTo>
                  <a:cubicBezTo>
                    <a:pt x="18722" y="20959"/>
                    <a:pt x="19366" y="21600"/>
                    <a:pt x="20160" y="21600"/>
                  </a:cubicBezTo>
                  <a:cubicBezTo>
                    <a:pt x="20955" y="21600"/>
                    <a:pt x="21599" y="20956"/>
                    <a:pt x="21599" y="20160"/>
                  </a:cubicBezTo>
                  <a:cubicBezTo>
                    <a:pt x="21599" y="20155"/>
                    <a:pt x="21597" y="20152"/>
                    <a:pt x="21597" y="20148"/>
                  </a:cubicBezTo>
                  <a:cubicBezTo>
                    <a:pt x="21588" y="9034"/>
                    <a:pt x="12588" y="28"/>
                    <a:pt x="1476" y="8"/>
                  </a:cubicBezTo>
                  <a:cubicBezTo>
                    <a:pt x="1465" y="7"/>
                    <a:pt x="1454" y="0"/>
                    <a:pt x="1440" y="0"/>
                  </a:cubicBezTo>
                  <a:cubicBezTo>
                    <a:pt x="644" y="0"/>
                    <a:pt x="0" y="644"/>
                    <a:pt x="0" y="1440"/>
                  </a:cubicBezTo>
                  <a:cubicBezTo>
                    <a:pt x="0" y="2234"/>
                    <a:pt x="644" y="2878"/>
                    <a:pt x="1437" y="2880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Freeform: Shape 11"/>
            <p:cNvSpPr/>
            <p:nvPr>
              <p:custDataLst>
                <p:tags r:id="rId29"/>
              </p:custDataLst>
            </p:nvPr>
          </p:nvSpPr>
          <p:spPr bwMode="auto">
            <a:xfrm>
              <a:off x="7067" y="3250"/>
              <a:ext cx="3274" cy="1625"/>
            </a:xfrm>
            <a:custGeom>
              <a:avLst/>
              <a:gdLst>
                <a:gd name="T0" fmla="*/ 507 w 1172"/>
                <a:gd name="T1" fmla="*/ 0 h 582"/>
                <a:gd name="T2" fmla="*/ 453 w 1172"/>
                <a:gd name="T3" fmla="*/ 4 h 582"/>
                <a:gd name="T4" fmla="*/ 254 w 1172"/>
                <a:gd name="T5" fmla="*/ 143 h 582"/>
                <a:gd name="T6" fmla="*/ 0 w 1172"/>
                <a:gd name="T7" fmla="*/ 582 h 582"/>
                <a:gd name="T8" fmla="*/ 237 w 1172"/>
                <a:gd name="T9" fmla="*/ 454 h 582"/>
                <a:gd name="T10" fmla="*/ 721 w 1172"/>
                <a:gd name="T11" fmla="*/ 386 h 582"/>
                <a:gd name="T12" fmla="*/ 898 w 1172"/>
                <a:gd name="T13" fmla="*/ 394 h 582"/>
                <a:gd name="T14" fmla="*/ 1172 w 1172"/>
                <a:gd name="T15" fmla="*/ 508 h 582"/>
                <a:gd name="T16" fmla="*/ 898 w 1172"/>
                <a:gd name="T17" fmla="*/ 166 h 582"/>
                <a:gd name="T18" fmla="*/ 507 w 1172"/>
                <a:gd name="T1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2" h="582">
                  <a:moveTo>
                    <a:pt x="507" y="0"/>
                  </a:moveTo>
                  <a:cubicBezTo>
                    <a:pt x="477" y="0"/>
                    <a:pt x="457" y="4"/>
                    <a:pt x="453" y="4"/>
                  </a:cubicBezTo>
                  <a:cubicBezTo>
                    <a:pt x="372" y="23"/>
                    <a:pt x="290" y="80"/>
                    <a:pt x="254" y="143"/>
                  </a:cubicBezTo>
                  <a:cubicBezTo>
                    <a:pt x="0" y="582"/>
                    <a:pt x="0" y="582"/>
                    <a:pt x="0" y="582"/>
                  </a:cubicBezTo>
                  <a:cubicBezTo>
                    <a:pt x="57" y="534"/>
                    <a:pt x="134" y="487"/>
                    <a:pt x="237" y="454"/>
                  </a:cubicBezTo>
                  <a:cubicBezTo>
                    <a:pt x="411" y="397"/>
                    <a:pt x="596" y="386"/>
                    <a:pt x="721" y="386"/>
                  </a:cubicBezTo>
                  <a:cubicBezTo>
                    <a:pt x="812" y="386"/>
                    <a:pt x="879" y="392"/>
                    <a:pt x="898" y="394"/>
                  </a:cubicBezTo>
                  <a:cubicBezTo>
                    <a:pt x="1000" y="403"/>
                    <a:pt x="1095" y="444"/>
                    <a:pt x="1172" y="508"/>
                  </a:cubicBezTo>
                  <a:cubicBezTo>
                    <a:pt x="1108" y="403"/>
                    <a:pt x="1015" y="272"/>
                    <a:pt x="898" y="166"/>
                  </a:cubicBezTo>
                  <a:cubicBezTo>
                    <a:pt x="739" y="22"/>
                    <a:pt x="585" y="0"/>
                    <a:pt x="50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25"/>
            <p:cNvSpPr/>
            <p:nvPr>
              <p:custDataLst>
                <p:tags r:id="rId30"/>
              </p:custDataLst>
            </p:nvPr>
          </p:nvSpPr>
          <p:spPr bwMode="auto">
            <a:xfrm>
              <a:off x="8248" y="3625"/>
              <a:ext cx="379" cy="308"/>
            </a:xfrm>
            <a:custGeom>
              <a:avLst/>
              <a:gdLst>
                <a:gd name="T0" fmla="+- 0 10800 376"/>
                <a:gd name="T1" fmla="*/ T0 w 20848"/>
                <a:gd name="T2" fmla="*/ 10800 h 21600"/>
                <a:gd name="T3" fmla="+- 0 10800 376"/>
                <a:gd name="T4" fmla="*/ T3 w 20848"/>
                <a:gd name="T5" fmla="*/ 10800 h 21600"/>
                <a:gd name="T6" fmla="+- 0 10800 376"/>
                <a:gd name="T7" fmla="*/ T6 w 20848"/>
                <a:gd name="T8" fmla="*/ 10800 h 21600"/>
                <a:gd name="T9" fmla="+- 0 10800 376"/>
                <a:gd name="T10" fmla="*/ T9 w 208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0848" h="21600">
                  <a:moveTo>
                    <a:pt x="18728" y="19178"/>
                  </a:moveTo>
                  <a:cubicBezTo>
                    <a:pt x="13191" y="20631"/>
                    <a:pt x="7654" y="20631"/>
                    <a:pt x="2118" y="19178"/>
                  </a:cubicBezTo>
                  <a:cubicBezTo>
                    <a:pt x="678" y="13592"/>
                    <a:pt x="678" y="8008"/>
                    <a:pt x="2118" y="2421"/>
                  </a:cubicBezTo>
                  <a:cubicBezTo>
                    <a:pt x="7654" y="968"/>
                    <a:pt x="13191" y="968"/>
                    <a:pt x="18728" y="2421"/>
                  </a:cubicBezTo>
                  <a:cubicBezTo>
                    <a:pt x="20168" y="8008"/>
                    <a:pt x="20168" y="13592"/>
                    <a:pt x="18728" y="19178"/>
                  </a:cubicBezTo>
                  <a:moveTo>
                    <a:pt x="18938" y="1116"/>
                  </a:moveTo>
                  <a:cubicBezTo>
                    <a:pt x="16114" y="375"/>
                    <a:pt x="13249" y="0"/>
                    <a:pt x="10423" y="0"/>
                  </a:cubicBezTo>
                  <a:cubicBezTo>
                    <a:pt x="7597" y="0"/>
                    <a:pt x="4732" y="375"/>
                    <a:pt x="1908" y="1116"/>
                  </a:cubicBezTo>
                  <a:cubicBezTo>
                    <a:pt x="1543" y="1213"/>
                    <a:pt x="1244" y="1552"/>
                    <a:pt x="1127" y="2004"/>
                  </a:cubicBezTo>
                  <a:cubicBezTo>
                    <a:pt x="-376" y="7841"/>
                    <a:pt x="-376" y="13759"/>
                    <a:pt x="1127" y="19593"/>
                  </a:cubicBezTo>
                  <a:cubicBezTo>
                    <a:pt x="1244" y="20047"/>
                    <a:pt x="1543" y="20386"/>
                    <a:pt x="1908" y="20482"/>
                  </a:cubicBezTo>
                  <a:cubicBezTo>
                    <a:pt x="4732" y="21224"/>
                    <a:pt x="7597" y="21600"/>
                    <a:pt x="10423" y="21600"/>
                  </a:cubicBezTo>
                  <a:cubicBezTo>
                    <a:pt x="13249" y="21600"/>
                    <a:pt x="16114" y="21224"/>
                    <a:pt x="18938" y="20482"/>
                  </a:cubicBezTo>
                  <a:cubicBezTo>
                    <a:pt x="19303" y="20386"/>
                    <a:pt x="19602" y="20047"/>
                    <a:pt x="19719" y="19593"/>
                  </a:cubicBezTo>
                  <a:cubicBezTo>
                    <a:pt x="21223" y="13759"/>
                    <a:pt x="21223" y="7841"/>
                    <a:pt x="19719" y="2004"/>
                  </a:cubicBezTo>
                  <a:cubicBezTo>
                    <a:pt x="19602" y="1552"/>
                    <a:pt x="19303" y="1213"/>
                    <a:pt x="18938" y="11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26"/>
            <p:cNvSpPr/>
            <p:nvPr>
              <p:custDataLst>
                <p:tags r:id="rId31"/>
              </p:custDataLst>
            </p:nvPr>
          </p:nvSpPr>
          <p:spPr bwMode="auto">
            <a:xfrm>
              <a:off x="8172" y="3549"/>
              <a:ext cx="606" cy="474"/>
            </a:xfrm>
            <a:custGeom>
              <a:avLst/>
              <a:gdLst>
                <a:gd name="T0" fmla="+- 0 10800 252"/>
                <a:gd name="T1" fmla="*/ T0 w 21096"/>
                <a:gd name="T2" fmla="*/ 10800 h 21600"/>
                <a:gd name="T3" fmla="+- 0 10800 252"/>
                <a:gd name="T4" fmla="*/ T3 w 21096"/>
                <a:gd name="T5" fmla="*/ 10800 h 21600"/>
                <a:gd name="T6" fmla="+- 0 10800 252"/>
                <a:gd name="T7" fmla="*/ T6 w 21096"/>
                <a:gd name="T8" fmla="*/ 10800 h 21600"/>
                <a:gd name="T9" fmla="+- 0 10800 252"/>
                <a:gd name="T10" fmla="*/ T9 w 210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096" h="21600">
                  <a:moveTo>
                    <a:pt x="19056" y="18331"/>
                  </a:moveTo>
                  <a:cubicBezTo>
                    <a:pt x="13383" y="19233"/>
                    <a:pt x="7711" y="19233"/>
                    <a:pt x="2038" y="18331"/>
                  </a:cubicBezTo>
                  <a:cubicBezTo>
                    <a:pt x="1074" y="13022"/>
                    <a:pt x="1074" y="7713"/>
                    <a:pt x="2038" y="2404"/>
                  </a:cubicBezTo>
                  <a:cubicBezTo>
                    <a:pt x="7711" y="1502"/>
                    <a:pt x="13383" y="1502"/>
                    <a:pt x="19056" y="2404"/>
                  </a:cubicBezTo>
                  <a:cubicBezTo>
                    <a:pt x="20021" y="7713"/>
                    <a:pt x="20021" y="13022"/>
                    <a:pt x="19056" y="18331"/>
                  </a:cubicBezTo>
                  <a:moveTo>
                    <a:pt x="20338" y="2005"/>
                  </a:moveTo>
                  <a:cubicBezTo>
                    <a:pt x="20211" y="1301"/>
                    <a:pt x="19762" y="776"/>
                    <a:pt x="19215" y="689"/>
                  </a:cubicBezTo>
                  <a:cubicBezTo>
                    <a:pt x="16339" y="232"/>
                    <a:pt x="13423" y="0"/>
                    <a:pt x="10547" y="0"/>
                  </a:cubicBezTo>
                  <a:cubicBezTo>
                    <a:pt x="7671" y="0"/>
                    <a:pt x="4755" y="232"/>
                    <a:pt x="1879" y="689"/>
                  </a:cubicBezTo>
                  <a:cubicBezTo>
                    <a:pt x="1332" y="776"/>
                    <a:pt x="883" y="1301"/>
                    <a:pt x="756" y="2005"/>
                  </a:cubicBezTo>
                  <a:cubicBezTo>
                    <a:pt x="-252" y="7553"/>
                    <a:pt x="-252" y="13181"/>
                    <a:pt x="756" y="18731"/>
                  </a:cubicBezTo>
                  <a:cubicBezTo>
                    <a:pt x="883" y="19434"/>
                    <a:pt x="1332" y="19959"/>
                    <a:pt x="1879" y="20046"/>
                  </a:cubicBezTo>
                  <a:cubicBezTo>
                    <a:pt x="3265" y="20266"/>
                    <a:pt x="4660" y="20429"/>
                    <a:pt x="6055" y="20544"/>
                  </a:cubicBezTo>
                  <a:cubicBezTo>
                    <a:pt x="5979" y="20606"/>
                    <a:pt x="5931" y="20670"/>
                    <a:pt x="5931" y="20735"/>
                  </a:cubicBezTo>
                  <a:cubicBezTo>
                    <a:pt x="5931" y="21213"/>
                    <a:pt x="7997" y="21599"/>
                    <a:pt x="10547" y="21599"/>
                  </a:cubicBezTo>
                  <a:cubicBezTo>
                    <a:pt x="13097" y="21599"/>
                    <a:pt x="15164" y="21213"/>
                    <a:pt x="15164" y="20735"/>
                  </a:cubicBezTo>
                  <a:cubicBezTo>
                    <a:pt x="15164" y="20670"/>
                    <a:pt x="15115" y="20606"/>
                    <a:pt x="15040" y="20544"/>
                  </a:cubicBezTo>
                  <a:cubicBezTo>
                    <a:pt x="16434" y="20429"/>
                    <a:pt x="17830" y="20266"/>
                    <a:pt x="19215" y="20046"/>
                  </a:cubicBezTo>
                  <a:cubicBezTo>
                    <a:pt x="19762" y="19959"/>
                    <a:pt x="20211" y="19434"/>
                    <a:pt x="20338" y="18731"/>
                  </a:cubicBezTo>
                  <a:cubicBezTo>
                    <a:pt x="21347" y="13181"/>
                    <a:pt x="21347" y="7553"/>
                    <a:pt x="20338" y="2005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27"/>
            <p:cNvSpPr/>
            <p:nvPr>
              <p:custDataLst>
                <p:tags r:id="rId32"/>
              </p:custDataLst>
            </p:nvPr>
          </p:nvSpPr>
          <p:spPr bwMode="auto">
            <a:xfrm>
              <a:off x="8645" y="3644"/>
              <a:ext cx="57" cy="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200"/>
                  </a:moveTo>
                  <a:cubicBezTo>
                    <a:pt x="12779" y="7200"/>
                    <a:pt x="14399" y="8820"/>
                    <a:pt x="14399" y="10800"/>
                  </a:cubicBezTo>
                  <a:cubicBezTo>
                    <a:pt x="14399" y="12779"/>
                    <a:pt x="12779" y="14400"/>
                    <a:pt x="10800" y="14400"/>
                  </a:cubicBezTo>
                  <a:cubicBezTo>
                    <a:pt x="8820" y="14400"/>
                    <a:pt x="7199" y="12779"/>
                    <a:pt x="7199" y="10800"/>
                  </a:cubicBezTo>
                  <a:cubicBezTo>
                    <a:pt x="7199" y="8820"/>
                    <a:pt x="8820" y="7200"/>
                    <a:pt x="10800" y="7200"/>
                  </a:cubicBezTo>
                  <a:moveTo>
                    <a:pt x="10800" y="21599"/>
                  </a:move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28"/>
            <p:cNvSpPr/>
            <p:nvPr>
              <p:custDataLst>
                <p:tags r:id="rId33"/>
              </p:custDataLst>
            </p:nvPr>
          </p:nvSpPr>
          <p:spPr bwMode="auto">
            <a:xfrm>
              <a:off x="8627" y="3890"/>
              <a:ext cx="76" cy="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29"/>
            <p:cNvSpPr/>
            <p:nvPr>
              <p:custDataLst>
                <p:tags r:id="rId34"/>
              </p:custDataLst>
            </p:nvPr>
          </p:nvSpPr>
          <p:spPr bwMode="auto">
            <a:xfrm>
              <a:off x="8645" y="3833"/>
              <a:ext cx="77" cy="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30"/>
            <p:cNvSpPr/>
            <p:nvPr>
              <p:custDataLst>
                <p:tags r:id="rId35"/>
              </p:custDataLst>
            </p:nvPr>
          </p:nvSpPr>
          <p:spPr bwMode="auto">
            <a:xfrm>
              <a:off x="8645" y="3777"/>
              <a:ext cx="77" cy="1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31"/>
            <p:cNvSpPr/>
            <p:nvPr>
              <p:custDataLst>
                <p:tags r:id="rId36"/>
              </p:custDataLst>
            </p:nvPr>
          </p:nvSpPr>
          <p:spPr bwMode="auto">
            <a:xfrm>
              <a:off x="8324" y="3700"/>
              <a:ext cx="113" cy="80"/>
            </a:xfrm>
            <a:custGeom>
              <a:avLst/>
              <a:gdLst>
                <a:gd name="T0" fmla="+- 0 10822 44"/>
                <a:gd name="T1" fmla="*/ T0 w 21556"/>
                <a:gd name="T2" fmla="+- 0 10826 53"/>
                <a:gd name="T3" fmla="*/ 10826 h 21547"/>
                <a:gd name="T4" fmla="+- 0 10822 44"/>
                <a:gd name="T5" fmla="*/ T4 w 21556"/>
                <a:gd name="T6" fmla="+- 0 10826 53"/>
                <a:gd name="T7" fmla="*/ 10826 h 21547"/>
                <a:gd name="T8" fmla="+- 0 10822 44"/>
                <a:gd name="T9" fmla="*/ T8 w 21556"/>
                <a:gd name="T10" fmla="+- 0 10826 53"/>
                <a:gd name="T11" fmla="*/ 10826 h 21547"/>
                <a:gd name="T12" fmla="+- 0 10822 44"/>
                <a:gd name="T13" fmla="*/ T12 w 21556"/>
                <a:gd name="T14" fmla="+- 0 10826 53"/>
                <a:gd name="T15" fmla="*/ 10826 h 2154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56" h="21547">
                  <a:moveTo>
                    <a:pt x="19751" y="2"/>
                  </a:moveTo>
                  <a:lnTo>
                    <a:pt x="3200" y="1845"/>
                  </a:lnTo>
                  <a:cubicBezTo>
                    <a:pt x="2215" y="2010"/>
                    <a:pt x="1272" y="3284"/>
                    <a:pt x="1106" y="4676"/>
                  </a:cubicBezTo>
                  <a:lnTo>
                    <a:pt x="1" y="18986"/>
                  </a:lnTo>
                  <a:cubicBezTo>
                    <a:pt x="-44" y="20398"/>
                    <a:pt x="724" y="21547"/>
                    <a:pt x="1712" y="21547"/>
                  </a:cubicBezTo>
                  <a:cubicBezTo>
                    <a:pt x="2698" y="21547"/>
                    <a:pt x="3542" y="20398"/>
                    <a:pt x="3582" y="18978"/>
                  </a:cubicBezTo>
                  <a:lnTo>
                    <a:pt x="4185" y="9251"/>
                  </a:lnTo>
                  <a:cubicBezTo>
                    <a:pt x="4319" y="7849"/>
                    <a:pt x="5235" y="6592"/>
                    <a:pt x="6220" y="6447"/>
                  </a:cubicBezTo>
                  <a:lnTo>
                    <a:pt x="19751" y="5128"/>
                  </a:lnTo>
                  <a:cubicBezTo>
                    <a:pt x="20743" y="5078"/>
                    <a:pt x="21556" y="3884"/>
                    <a:pt x="21556" y="2467"/>
                  </a:cubicBezTo>
                  <a:cubicBezTo>
                    <a:pt x="21556" y="1055"/>
                    <a:pt x="20743" y="-53"/>
                    <a:pt x="19751" y="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42975" y="2121535"/>
            <a:ext cx="3126740" cy="788670"/>
            <a:chOff x="1485" y="3341"/>
            <a:chExt cx="4924" cy="1242"/>
          </a:xfrm>
        </p:grpSpPr>
        <p:sp>
          <p:nvSpPr>
            <p:cNvPr id="68" name="矩形 67"/>
            <p:cNvSpPr/>
            <p:nvPr/>
          </p:nvSpPr>
          <p:spPr>
            <a:xfrm>
              <a:off x="4123" y="3341"/>
              <a:ext cx="2286" cy="626"/>
            </a:xfrm>
            <a:prstGeom prst="rect">
              <a:avLst/>
            </a:prstGeom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创建服务器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47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485" y="3919"/>
              <a:ext cx="4924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http = require('http');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060055" y="4136390"/>
            <a:ext cx="3042920" cy="784225"/>
            <a:chOff x="12693" y="6514"/>
            <a:chExt cx="4792" cy="1235"/>
          </a:xfrm>
        </p:grpSpPr>
        <p:sp>
          <p:nvSpPr>
            <p:cNvPr id="71" name="矩形 70"/>
            <p:cNvSpPr/>
            <p:nvPr/>
          </p:nvSpPr>
          <p:spPr>
            <a:xfrm>
              <a:off x="12703" y="6514"/>
              <a:ext cx="1886" cy="626"/>
            </a:xfrm>
            <a:prstGeom prst="rect">
              <a:avLst/>
            </a:prstGeom>
            <a:effectLst/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文件操作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47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2693" y="7085"/>
              <a:ext cx="4792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fs = require('fs'); 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42975" y="4140200"/>
            <a:ext cx="3126740" cy="789305"/>
            <a:chOff x="1485" y="6520"/>
            <a:chExt cx="4924" cy="1243"/>
          </a:xfrm>
        </p:grpSpPr>
        <p:sp>
          <p:nvSpPr>
            <p:cNvPr id="74" name="矩形 73"/>
            <p:cNvSpPr/>
            <p:nvPr/>
          </p:nvSpPr>
          <p:spPr>
            <a:xfrm>
              <a:off x="4409" y="6520"/>
              <a:ext cx="2000" cy="626"/>
            </a:xfrm>
            <a:prstGeom prst="rect">
              <a:avLst/>
            </a:prstGeom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DNS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查询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47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485" y="7099"/>
              <a:ext cx="4924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dns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= require('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dns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');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6" name="圆角矩形 8"/>
          <p:cNvSpPr/>
          <p:nvPr>
            <p:custDataLst>
              <p:tags r:id="rId40"/>
            </p:custDataLst>
          </p:nvPr>
        </p:nvSpPr>
        <p:spPr>
          <a:xfrm>
            <a:off x="1925166" y="1173012"/>
            <a:ext cx="8715091" cy="584775"/>
          </a:xfrm>
          <a:prstGeom prst="roundRect">
            <a:avLst>
              <a:gd name="adj" fmla="val 14029"/>
            </a:avLst>
          </a:prstGeom>
          <a:solidFill>
            <a:schemeClr val="accent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核心模块是不需要开发者创建的，可以直接通过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require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加载。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286885" y="5529580"/>
            <a:ext cx="3126740" cy="813435"/>
            <a:chOff x="6751" y="8708"/>
            <a:chExt cx="4924" cy="1281"/>
          </a:xfrm>
        </p:grpSpPr>
        <p:sp>
          <p:nvSpPr>
            <p:cNvPr id="79" name="矩形 78"/>
            <p:cNvSpPr/>
            <p:nvPr/>
          </p:nvSpPr>
          <p:spPr>
            <a:xfrm>
              <a:off x="8768" y="8708"/>
              <a:ext cx="1606" cy="626"/>
            </a:xfrm>
            <a:prstGeom prst="rect">
              <a:avLst/>
            </a:prstGeom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处理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0" name="矩形 47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6751" y="9325"/>
              <a:ext cx="4924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url = require('url');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4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第三方模块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060055" y="2113915"/>
            <a:ext cx="3954780" cy="788035"/>
            <a:chOff x="12693" y="3329"/>
            <a:chExt cx="6228" cy="1241"/>
          </a:xfrm>
        </p:grpSpPr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12703" y="3329"/>
              <a:ext cx="1886" cy="626"/>
            </a:xfrm>
            <a:prstGeom prst="rect">
              <a:avLst/>
            </a:prstGeom>
            <a:effectLst/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时间处理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4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2693" y="3906"/>
              <a:ext cx="6229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moment = require('moment'); 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241800" y="2060575"/>
            <a:ext cx="3515360" cy="3162935"/>
            <a:chOff x="6680" y="3245"/>
            <a:chExt cx="5536" cy="4981"/>
          </a:xfrm>
        </p:grpSpPr>
        <p:sp>
          <p:nvSpPr>
            <p:cNvPr id="30" name="Freeform: Shape 10"/>
            <p:cNvSpPr/>
            <p:nvPr>
              <p:custDataLst>
                <p:tags r:id="rId5"/>
              </p:custDataLst>
            </p:nvPr>
          </p:nvSpPr>
          <p:spPr bwMode="auto">
            <a:xfrm>
              <a:off x="6680" y="4430"/>
              <a:ext cx="2293" cy="2934"/>
            </a:xfrm>
            <a:custGeom>
              <a:avLst/>
              <a:gdLst>
                <a:gd name="T0" fmla="*/ 821 w 821"/>
                <a:gd name="T1" fmla="*/ 0 h 1051"/>
                <a:gd name="T2" fmla="*/ 387 w 821"/>
                <a:gd name="T3" fmla="*/ 66 h 1051"/>
                <a:gd name="T4" fmla="*/ 101 w 821"/>
                <a:gd name="T5" fmla="*/ 248 h 1051"/>
                <a:gd name="T6" fmla="*/ 25 w 821"/>
                <a:gd name="T7" fmla="*/ 371 h 1051"/>
                <a:gd name="T8" fmla="*/ 45 w 821"/>
                <a:gd name="T9" fmla="*/ 613 h 1051"/>
                <a:gd name="T10" fmla="*/ 298 w 821"/>
                <a:gd name="T11" fmla="*/ 1051 h 1051"/>
                <a:gd name="T12" fmla="*/ 306 w 821"/>
                <a:gd name="T13" fmla="*/ 783 h 1051"/>
                <a:gd name="T14" fmla="*/ 585 w 821"/>
                <a:gd name="T15" fmla="*/ 179 h 1051"/>
                <a:gd name="T16" fmla="*/ 821 w 821"/>
                <a:gd name="T17" fmla="*/ 0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1" h="1051">
                  <a:moveTo>
                    <a:pt x="821" y="0"/>
                  </a:moveTo>
                  <a:cubicBezTo>
                    <a:pt x="701" y="2"/>
                    <a:pt x="539" y="17"/>
                    <a:pt x="387" y="66"/>
                  </a:cubicBezTo>
                  <a:cubicBezTo>
                    <a:pt x="269" y="104"/>
                    <a:pt x="173" y="165"/>
                    <a:pt x="101" y="248"/>
                  </a:cubicBezTo>
                  <a:cubicBezTo>
                    <a:pt x="48" y="310"/>
                    <a:pt x="27" y="363"/>
                    <a:pt x="25" y="371"/>
                  </a:cubicBezTo>
                  <a:cubicBezTo>
                    <a:pt x="0" y="450"/>
                    <a:pt x="9" y="550"/>
                    <a:pt x="45" y="613"/>
                  </a:cubicBezTo>
                  <a:cubicBezTo>
                    <a:pt x="298" y="1051"/>
                    <a:pt x="298" y="1051"/>
                    <a:pt x="298" y="1051"/>
                  </a:cubicBezTo>
                  <a:cubicBezTo>
                    <a:pt x="285" y="978"/>
                    <a:pt x="283" y="889"/>
                    <a:pt x="306" y="783"/>
                  </a:cubicBezTo>
                  <a:cubicBezTo>
                    <a:pt x="371" y="478"/>
                    <a:pt x="564" y="209"/>
                    <a:pt x="585" y="179"/>
                  </a:cubicBezTo>
                  <a:cubicBezTo>
                    <a:pt x="644" y="96"/>
                    <a:pt x="727" y="34"/>
                    <a:pt x="82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12"/>
            <p:cNvSpPr/>
            <p:nvPr>
              <p:custDataLst>
                <p:tags r:id="rId6"/>
              </p:custDataLst>
            </p:nvPr>
          </p:nvSpPr>
          <p:spPr bwMode="auto">
            <a:xfrm>
              <a:off x="9001" y="3245"/>
              <a:ext cx="2334" cy="2729"/>
            </a:xfrm>
            <a:custGeom>
              <a:avLst/>
              <a:gdLst>
                <a:gd name="T0" fmla="*/ 508 w 836"/>
                <a:gd name="T1" fmla="*/ 0 h 977"/>
                <a:gd name="T2" fmla="*/ 0 w 836"/>
                <a:gd name="T3" fmla="*/ 0 h 977"/>
                <a:gd name="T4" fmla="*/ 230 w 836"/>
                <a:gd name="T5" fmla="*/ 141 h 977"/>
                <a:gd name="T6" fmla="*/ 609 w 836"/>
                <a:gd name="T7" fmla="*/ 675 h 977"/>
                <a:gd name="T8" fmla="*/ 658 w 836"/>
                <a:gd name="T9" fmla="*/ 892 h 977"/>
                <a:gd name="T10" fmla="*/ 651 w 836"/>
                <a:gd name="T11" fmla="*/ 977 h 977"/>
                <a:gd name="T12" fmla="*/ 810 w 836"/>
                <a:gd name="T13" fmla="*/ 570 h 977"/>
                <a:gd name="T14" fmla="*/ 796 w 836"/>
                <a:gd name="T15" fmla="*/ 231 h 977"/>
                <a:gd name="T16" fmla="*/ 728 w 836"/>
                <a:gd name="T17" fmla="*/ 104 h 977"/>
                <a:gd name="T18" fmla="*/ 508 w 836"/>
                <a:gd name="T19" fmla="*/ 0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6" h="977">
                  <a:moveTo>
                    <a:pt x="50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0" y="25"/>
                    <a:pt x="150" y="68"/>
                    <a:pt x="230" y="141"/>
                  </a:cubicBezTo>
                  <a:cubicBezTo>
                    <a:pt x="443" y="333"/>
                    <a:pt x="574" y="598"/>
                    <a:pt x="609" y="675"/>
                  </a:cubicBezTo>
                  <a:cubicBezTo>
                    <a:pt x="642" y="743"/>
                    <a:pt x="658" y="816"/>
                    <a:pt x="658" y="892"/>
                  </a:cubicBezTo>
                  <a:cubicBezTo>
                    <a:pt x="658" y="921"/>
                    <a:pt x="656" y="949"/>
                    <a:pt x="651" y="977"/>
                  </a:cubicBezTo>
                  <a:cubicBezTo>
                    <a:pt x="711" y="869"/>
                    <a:pt x="777" y="724"/>
                    <a:pt x="810" y="570"/>
                  </a:cubicBezTo>
                  <a:cubicBezTo>
                    <a:pt x="836" y="448"/>
                    <a:pt x="831" y="334"/>
                    <a:pt x="796" y="231"/>
                  </a:cubicBezTo>
                  <a:cubicBezTo>
                    <a:pt x="769" y="154"/>
                    <a:pt x="733" y="110"/>
                    <a:pt x="728" y="104"/>
                  </a:cubicBezTo>
                  <a:cubicBezTo>
                    <a:pt x="671" y="43"/>
                    <a:pt x="581" y="0"/>
                    <a:pt x="508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13"/>
            <p:cNvSpPr/>
            <p:nvPr>
              <p:custDataLst>
                <p:tags r:id="rId7"/>
              </p:custDataLst>
            </p:nvPr>
          </p:nvSpPr>
          <p:spPr bwMode="auto">
            <a:xfrm>
              <a:off x="9926" y="4106"/>
              <a:ext cx="2290" cy="2937"/>
            </a:xfrm>
            <a:custGeom>
              <a:avLst/>
              <a:gdLst>
                <a:gd name="T0" fmla="*/ 522 w 820"/>
                <a:gd name="T1" fmla="*/ 0 h 1052"/>
                <a:gd name="T2" fmla="*/ 515 w 820"/>
                <a:gd name="T3" fmla="*/ 269 h 1052"/>
                <a:gd name="T4" fmla="*/ 235 w 820"/>
                <a:gd name="T5" fmla="*/ 873 h 1052"/>
                <a:gd name="T6" fmla="*/ 0 w 820"/>
                <a:gd name="T7" fmla="*/ 1052 h 1052"/>
                <a:gd name="T8" fmla="*/ 433 w 820"/>
                <a:gd name="T9" fmla="*/ 986 h 1052"/>
                <a:gd name="T10" fmla="*/ 796 w 820"/>
                <a:gd name="T11" fmla="*/ 681 h 1052"/>
                <a:gd name="T12" fmla="*/ 775 w 820"/>
                <a:gd name="T13" fmla="*/ 439 h 1052"/>
                <a:gd name="T14" fmla="*/ 522 w 820"/>
                <a:gd name="T15" fmla="*/ 0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0" h="1052">
                  <a:moveTo>
                    <a:pt x="522" y="0"/>
                  </a:moveTo>
                  <a:cubicBezTo>
                    <a:pt x="535" y="74"/>
                    <a:pt x="537" y="163"/>
                    <a:pt x="515" y="269"/>
                  </a:cubicBezTo>
                  <a:cubicBezTo>
                    <a:pt x="449" y="574"/>
                    <a:pt x="257" y="843"/>
                    <a:pt x="235" y="873"/>
                  </a:cubicBezTo>
                  <a:cubicBezTo>
                    <a:pt x="176" y="956"/>
                    <a:pt x="93" y="1018"/>
                    <a:pt x="0" y="1052"/>
                  </a:cubicBezTo>
                  <a:cubicBezTo>
                    <a:pt x="119" y="1050"/>
                    <a:pt x="281" y="1035"/>
                    <a:pt x="433" y="986"/>
                  </a:cubicBezTo>
                  <a:cubicBezTo>
                    <a:pt x="715" y="895"/>
                    <a:pt x="791" y="694"/>
                    <a:pt x="796" y="681"/>
                  </a:cubicBezTo>
                  <a:cubicBezTo>
                    <a:pt x="820" y="602"/>
                    <a:pt x="812" y="502"/>
                    <a:pt x="775" y="439"/>
                  </a:cubicBezTo>
                  <a:cubicBezTo>
                    <a:pt x="522" y="0"/>
                    <a:pt x="522" y="0"/>
                    <a:pt x="522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14"/>
            <p:cNvSpPr/>
            <p:nvPr>
              <p:custDataLst>
                <p:tags r:id="rId8"/>
              </p:custDataLst>
            </p:nvPr>
          </p:nvSpPr>
          <p:spPr bwMode="auto">
            <a:xfrm>
              <a:off x="7460" y="5498"/>
              <a:ext cx="2435" cy="2729"/>
            </a:xfrm>
            <a:custGeom>
              <a:avLst/>
              <a:gdLst>
                <a:gd name="T0" fmla="*/ 221 w 872"/>
                <a:gd name="T1" fmla="*/ 0 h 977"/>
                <a:gd name="T2" fmla="*/ 62 w 872"/>
                <a:gd name="T3" fmla="*/ 407 h 977"/>
                <a:gd name="T4" fmla="*/ 145 w 872"/>
                <a:gd name="T5" fmla="*/ 873 h 977"/>
                <a:gd name="T6" fmla="*/ 365 w 872"/>
                <a:gd name="T7" fmla="*/ 977 h 977"/>
                <a:gd name="T8" fmla="*/ 872 w 872"/>
                <a:gd name="T9" fmla="*/ 977 h 977"/>
                <a:gd name="T10" fmla="*/ 642 w 872"/>
                <a:gd name="T11" fmla="*/ 836 h 977"/>
                <a:gd name="T12" fmla="*/ 263 w 872"/>
                <a:gd name="T13" fmla="*/ 302 h 977"/>
                <a:gd name="T14" fmla="*/ 214 w 872"/>
                <a:gd name="T15" fmla="*/ 85 h 977"/>
                <a:gd name="T16" fmla="*/ 221 w 872"/>
                <a:gd name="T17" fmla="*/ 0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2" h="977">
                  <a:moveTo>
                    <a:pt x="221" y="0"/>
                  </a:moveTo>
                  <a:cubicBezTo>
                    <a:pt x="162" y="108"/>
                    <a:pt x="95" y="253"/>
                    <a:pt x="62" y="407"/>
                  </a:cubicBezTo>
                  <a:cubicBezTo>
                    <a:pt x="0" y="697"/>
                    <a:pt x="136" y="863"/>
                    <a:pt x="145" y="873"/>
                  </a:cubicBezTo>
                  <a:cubicBezTo>
                    <a:pt x="201" y="934"/>
                    <a:pt x="292" y="977"/>
                    <a:pt x="365" y="977"/>
                  </a:cubicBezTo>
                  <a:cubicBezTo>
                    <a:pt x="872" y="977"/>
                    <a:pt x="872" y="977"/>
                    <a:pt x="872" y="977"/>
                  </a:cubicBezTo>
                  <a:cubicBezTo>
                    <a:pt x="802" y="952"/>
                    <a:pt x="723" y="909"/>
                    <a:pt x="642" y="836"/>
                  </a:cubicBezTo>
                  <a:cubicBezTo>
                    <a:pt x="429" y="644"/>
                    <a:pt x="298" y="379"/>
                    <a:pt x="263" y="302"/>
                  </a:cubicBezTo>
                  <a:cubicBezTo>
                    <a:pt x="230" y="234"/>
                    <a:pt x="214" y="161"/>
                    <a:pt x="214" y="85"/>
                  </a:cubicBezTo>
                  <a:cubicBezTo>
                    <a:pt x="214" y="56"/>
                    <a:pt x="216" y="28"/>
                    <a:pt x="221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15"/>
            <p:cNvSpPr/>
            <p:nvPr>
              <p:custDataLst>
                <p:tags r:id="rId9"/>
              </p:custDataLst>
            </p:nvPr>
          </p:nvSpPr>
          <p:spPr bwMode="auto">
            <a:xfrm>
              <a:off x="8554" y="6597"/>
              <a:ext cx="3273" cy="1625"/>
            </a:xfrm>
            <a:custGeom>
              <a:avLst/>
              <a:gdLst>
                <a:gd name="T0" fmla="*/ 1172 w 1172"/>
                <a:gd name="T1" fmla="*/ 0 h 582"/>
                <a:gd name="T2" fmla="*/ 936 w 1172"/>
                <a:gd name="T3" fmla="*/ 128 h 582"/>
                <a:gd name="T4" fmla="*/ 451 w 1172"/>
                <a:gd name="T5" fmla="*/ 196 h 582"/>
                <a:gd name="T6" fmla="*/ 275 w 1172"/>
                <a:gd name="T7" fmla="*/ 188 h 582"/>
                <a:gd name="T8" fmla="*/ 0 w 1172"/>
                <a:gd name="T9" fmla="*/ 74 h 582"/>
                <a:gd name="T10" fmla="*/ 274 w 1172"/>
                <a:gd name="T11" fmla="*/ 416 h 582"/>
                <a:gd name="T12" fmla="*/ 665 w 1172"/>
                <a:gd name="T13" fmla="*/ 582 h 582"/>
                <a:gd name="T14" fmla="*/ 719 w 1172"/>
                <a:gd name="T15" fmla="*/ 578 h 582"/>
                <a:gd name="T16" fmla="*/ 919 w 1172"/>
                <a:gd name="T17" fmla="*/ 439 h 582"/>
                <a:gd name="T18" fmla="*/ 1172 w 1172"/>
                <a:gd name="T1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2" h="582">
                  <a:moveTo>
                    <a:pt x="1172" y="0"/>
                  </a:moveTo>
                  <a:cubicBezTo>
                    <a:pt x="1115" y="48"/>
                    <a:pt x="1038" y="95"/>
                    <a:pt x="936" y="128"/>
                  </a:cubicBezTo>
                  <a:cubicBezTo>
                    <a:pt x="761" y="185"/>
                    <a:pt x="576" y="196"/>
                    <a:pt x="451" y="196"/>
                  </a:cubicBezTo>
                  <a:cubicBezTo>
                    <a:pt x="360" y="196"/>
                    <a:pt x="293" y="190"/>
                    <a:pt x="275" y="188"/>
                  </a:cubicBezTo>
                  <a:cubicBezTo>
                    <a:pt x="173" y="179"/>
                    <a:pt x="77" y="138"/>
                    <a:pt x="0" y="74"/>
                  </a:cubicBezTo>
                  <a:cubicBezTo>
                    <a:pt x="64" y="179"/>
                    <a:pt x="157" y="310"/>
                    <a:pt x="274" y="416"/>
                  </a:cubicBezTo>
                  <a:cubicBezTo>
                    <a:pt x="434" y="560"/>
                    <a:pt x="588" y="582"/>
                    <a:pt x="665" y="582"/>
                  </a:cubicBezTo>
                  <a:cubicBezTo>
                    <a:pt x="695" y="582"/>
                    <a:pt x="715" y="578"/>
                    <a:pt x="719" y="578"/>
                  </a:cubicBezTo>
                  <a:cubicBezTo>
                    <a:pt x="800" y="559"/>
                    <a:pt x="882" y="502"/>
                    <a:pt x="919" y="439"/>
                  </a:cubicBezTo>
                  <a:cubicBezTo>
                    <a:pt x="1172" y="0"/>
                    <a:pt x="1172" y="0"/>
                    <a:pt x="117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Freeform: Shape 43"/>
            <p:cNvSpPr/>
            <p:nvPr>
              <p:custDataLst>
                <p:tags r:id="rId10"/>
              </p:custDataLst>
            </p:nvPr>
          </p:nvSpPr>
          <p:spPr bwMode="auto">
            <a:xfrm>
              <a:off x="10342" y="3605"/>
              <a:ext cx="606" cy="607"/>
            </a:xfrm>
            <a:custGeom>
              <a:avLst/>
              <a:gdLst>
                <a:gd name="T0" fmla="+- 0 10800 1271"/>
                <a:gd name="T1" fmla="*/ T0 w 19058"/>
                <a:gd name="T2" fmla="+- 0 10799 1270"/>
                <a:gd name="T3" fmla="*/ 10799 h 19059"/>
                <a:gd name="T4" fmla="+- 0 10800 1271"/>
                <a:gd name="T5" fmla="*/ T4 w 19058"/>
                <a:gd name="T6" fmla="+- 0 10799 1270"/>
                <a:gd name="T7" fmla="*/ 10799 h 19059"/>
                <a:gd name="T8" fmla="+- 0 10800 1271"/>
                <a:gd name="T9" fmla="*/ T8 w 19058"/>
                <a:gd name="T10" fmla="+- 0 10799 1270"/>
                <a:gd name="T11" fmla="*/ 10799 h 19059"/>
                <a:gd name="T12" fmla="+- 0 10800 1271"/>
                <a:gd name="T13" fmla="*/ T12 w 19058"/>
                <a:gd name="T14" fmla="+- 0 10799 1270"/>
                <a:gd name="T15" fmla="*/ 10799 h 190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8" h="19059">
                  <a:moveTo>
                    <a:pt x="6430" y="17268"/>
                  </a:moveTo>
                  <a:cubicBezTo>
                    <a:pt x="2162" y="15559"/>
                    <a:pt x="82" y="10698"/>
                    <a:pt x="1790" y="6431"/>
                  </a:cubicBezTo>
                  <a:cubicBezTo>
                    <a:pt x="3499" y="2164"/>
                    <a:pt x="8360" y="81"/>
                    <a:pt x="12627" y="1791"/>
                  </a:cubicBezTo>
                  <a:cubicBezTo>
                    <a:pt x="16894" y="3499"/>
                    <a:pt x="18975" y="8361"/>
                    <a:pt x="17267" y="12628"/>
                  </a:cubicBezTo>
                  <a:cubicBezTo>
                    <a:pt x="15558" y="16895"/>
                    <a:pt x="10696" y="18976"/>
                    <a:pt x="6430" y="17268"/>
                  </a:cubicBezTo>
                  <a:moveTo>
                    <a:pt x="13070" y="685"/>
                  </a:moveTo>
                  <a:cubicBezTo>
                    <a:pt x="8186" y="-1270"/>
                    <a:pt x="2641" y="1103"/>
                    <a:pt x="685" y="5987"/>
                  </a:cubicBezTo>
                  <a:cubicBezTo>
                    <a:pt x="-1271" y="10872"/>
                    <a:pt x="1103" y="16418"/>
                    <a:pt x="5987" y="18373"/>
                  </a:cubicBezTo>
                  <a:cubicBezTo>
                    <a:pt x="10871" y="20330"/>
                    <a:pt x="16416" y="17955"/>
                    <a:pt x="18373" y="13071"/>
                  </a:cubicBezTo>
                  <a:cubicBezTo>
                    <a:pt x="20329" y="8186"/>
                    <a:pt x="17954" y="2641"/>
                    <a:pt x="13070" y="68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Freeform: Shape 44"/>
            <p:cNvSpPr/>
            <p:nvPr>
              <p:custDataLst>
                <p:tags r:id="rId11"/>
              </p:custDataLst>
            </p:nvPr>
          </p:nvSpPr>
          <p:spPr bwMode="auto">
            <a:xfrm>
              <a:off x="10607" y="3870"/>
              <a:ext cx="76" cy="76"/>
            </a:xfrm>
            <a:custGeom>
              <a:avLst/>
              <a:gdLst>
                <a:gd name="T0" fmla="+- 0 10801 1272"/>
                <a:gd name="T1" fmla="*/ T0 w 19059"/>
                <a:gd name="T2" fmla="+- 0 10800 1272"/>
                <a:gd name="T3" fmla="*/ 10800 h 19056"/>
                <a:gd name="T4" fmla="+- 0 10801 1272"/>
                <a:gd name="T5" fmla="*/ T4 w 19059"/>
                <a:gd name="T6" fmla="+- 0 10800 1272"/>
                <a:gd name="T7" fmla="*/ 10800 h 19056"/>
                <a:gd name="T8" fmla="+- 0 10801 1272"/>
                <a:gd name="T9" fmla="*/ T8 w 19059"/>
                <a:gd name="T10" fmla="+- 0 10800 1272"/>
                <a:gd name="T11" fmla="*/ 10800 h 19056"/>
                <a:gd name="T12" fmla="+- 0 10801 1272"/>
                <a:gd name="T13" fmla="*/ T12 w 19059"/>
                <a:gd name="T14" fmla="+- 0 10800 1272"/>
                <a:gd name="T15" fmla="*/ 10800 h 1905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6">
                  <a:moveTo>
                    <a:pt x="7753" y="13951"/>
                  </a:moveTo>
                  <a:cubicBezTo>
                    <a:pt x="5315" y="12969"/>
                    <a:pt x="4129" y="10197"/>
                    <a:pt x="5101" y="7755"/>
                  </a:cubicBezTo>
                  <a:cubicBezTo>
                    <a:pt x="6083" y="5323"/>
                    <a:pt x="8860" y="4132"/>
                    <a:pt x="11298" y="5104"/>
                  </a:cubicBezTo>
                  <a:cubicBezTo>
                    <a:pt x="13735" y="6081"/>
                    <a:pt x="14926" y="8858"/>
                    <a:pt x="13949" y="11300"/>
                  </a:cubicBezTo>
                  <a:cubicBezTo>
                    <a:pt x="12972" y="13737"/>
                    <a:pt x="10195" y="14923"/>
                    <a:pt x="7753" y="13951"/>
                  </a:cubicBezTo>
                  <a:moveTo>
                    <a:pt x="13070" y="686"/>
                  </a:moveTo>
                  <a:cubicBezTo>
                    <a:pt x="8190" y="-1272"/>
                    <a:pt x="2640" y="1104"/>
                    <a:pt x="686" y="5988"/>
                  </a:cubicBezTo>
                  <a:cubicBezTo>
                    <a:pt x="-1272" y="10872"/>
                    <a:pt x="1105" y="16416"/>
                    <a:pt x="5985" y="18369"/>
                  </a:cubicBezTo>
                  <a:cubicBezTo>
                    <a:pt x="10870" y="20328"/>
                    <a:pt x="16415" y="17951"/>
                    <a:pt x="18374" y="13072"/>
                  </a:cubicBezTo>
                  <a:cubicBezTo>
                    <a:pt x="20328" y="8188"/>
                    <a:pt x="17960" y="2644"/>
                    <a:pt x="13070" y="686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Freeform: Shape 45"/>
            <p:cNvSpPr/>
            <p:nvPr>
              <p:custDataLst>
                <p:tags r:id="rId12"/>
              </p:custDataLst>
            </p:nvPr>
          </p:nvSpPr>
          <p:spPr bwMode="auto">
            <a:xfrm>
              <a:off x="10531" y="3795"/>
              <a:ext cx="228" cy="228"/>
            </a:xfrm>
            <a:custGeom>
              <a:avLst/>
              <a:gdLst>
                <a:gd name="T0" fmla="+- 0 10800 1271"/>
                <a:gd name="T1" fmla="*/ T0 w 19059"/>
                <a:gd name="T2" fmla="+- 0 10800 1271"/>
                <a:gd name="T3" fmla="*/ 10800 h 19058"/>
                <a:gd name="T4" fmla="+- 0 10800 1271"/>
                <a:gd name="T5" fmla="*/ T4 w 19059"/>
                <a:gd name="T6" fmla="+- 0 10800 1271"/>
                <a:gd name="T7" fmla="*/ 10800 h 19058"/>
                <a:gd name="T8" fmla="+- 0 10800 1271"/>
                <a:gd name="T9" fmla="*/ T8 w 19059"/>
                <a:gd name="T10" fmla="+- 0 10800 1271"/>
                <a:gd name="T11" fmla="*/ 10800 h 19058"/>
                <a:gd name="T12" fmla="+- 0 10800 1271"/>
                <a:gd name="T13" fmla="*/ T12 w 19059"/>
                <a:gd name="T14" fmla="+- 0 10800 1271"/>
                <a:gd name="T15" fmla="*/ 10800 h 1905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8">
                  <a:moveTo>
                    <a:pt x="7169" y="15424"/>
                  </a:moveTo>
                  <a:cubicBezTo>
                    <a:pt x="3916" y="14123"/>
                    <a:pt x="2331" y="10417"/>
                    <a:pt x="3632" y="7167"/>
                  </a:cubicBezTo>
                  <a:cubicBezTo>
                    <a:pt x="4934" y="3917"/>
                    <a:pt x="8638" y="2331"/>
                    <a:pt x="11889" y="3632"/>
                  </a:cubicBezTo>
                  <a:cubicBezTo>
                    <a:pt x="15141" y="4934"/>
                    <a:pt x="16728" y="8640"/>
                    <a:pt x="15425" y="11890"/>
                  </a:cubicBezTo>
                  <a:cubicBezTo>
                    <a:pt x="14124" y="15140"/>
                    <a:pt x="10419" y="16728"/>
                    <a:pt x="7169" y="15424"/>
                  </a:cubicBezTo>
                  <a:moveTo>
                    <a:pt x="13071" y="685"/>
                  </a:moveTo>
                  <a:cubicBezTo>
                    <a:pt x="8186" y="-1271"/>
                    <a:pt x="2639" y="1104"/>
                    <a:pt x="686" y="5987"/>
                  </a:cubicBezTo>
                  <a:cubicBezTo>
                    <a:pt x="-1271" y="10871"/>
                    <a:pt x="1104" y="16416"/>
                    <a:pt x="5987" y="18372"/>
                  </a:cubicBezTo>
                  <a:cubicBezTo>
                    <a:pt x="10874" y="20329"/>
                    <a:pt x="16418" y="17955"/>
                    <a:pt x="18375" y="13070"/>
                  </a:cubicBezTo>
                  <a:cubicBezTo>
                    <a:pt x="20328" y="8186"/>
                    <a:pt x="17956" y="2641"/>
                    <a:pt x="13071" y="68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Freeform: Shape 46"/>
            <p:cNvSpPr/>
            <p:nvPr>
              <p:custDataLst>
                <p:tags r:id="rId13"/>
              </p:custDataLst>
            </p:nvPr>
          </p:nvSpPr>
          <p:spPr bwMode="auto">
            <a:xfrm>
              <a:off x="10683" y="3946"/>
              <a:ext cx="94" cy="97"/>
            </a:xfrm>
            <a:custGeom>
              <a:avLst/>
              <a:gdLst>
                <a:gd name="T0" fmla="+- 0 10804 288"/>
                <a:gd name="T1" fmla="*/ T0 w 21033"/>
                <a:gd name="T2" fmla="+- 0 10798 277"/>
                <a:gd name="T3" fmla="*/ 10798 h 21043"/>
                <a:gd name="T4" fmla="+- 0 10804 288"/>
                <a:gd name="T5" fmla="*/ T4 w 21033"/>
                <a:gd name="T6" fmla="+- 0 10798 277"/>
                <a:gd name="T7" fmla="*/ 10798 h 21043"/>
                <a:gd name="T8" fmla="+- 0 10804 288"/>
                <a:gd name="T9" fmla="*/ T8 w 21033"/>
                <a:gd name="T10" fmla="+- 0 10798 277"/>
                <a:gd name="T11" fmla="*/ 10798 h 21043"/>
                <a:gd name="T12" fmla="+- 0 10804 288"/>
                <a:gd name="T13" fmla="*/ T12 w 21033"/>
                <a:gd name="T14" fmla="+- 0 10798 277"/>
                <a:gd name="T15" fmla="*/ 10798 h 2104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3" h="21043">
                  <a:moveTo>
                    <a:pt x="20881" y="2825"/>
                  </a:moveTo>
                  <a:cubicBezTo>
                    <a:pt x="21312" y="1771"/>
                    <a:pt x="20787" y="572"/>
                    <a:pt x="19713" y="149"/>
                  </a:cubicBezTo>
                  <a:cubicBezTo>
                    <a:pt x="18636" y="-277"/>
                    <a:pt x="17414" y="238"/>
                    <a:pt x="16984" y="1296"/>
                  </a:cubicBezTo>
                  <a:lnTo>
                    <a:pt x="16980" y="1292"/>
                  </a:lnTo>
                  <a:cubicBezTo>
                    <a:pt x="13964" y="8692"/>
                    <a:pt x="8182" y="14184"/>
                    <a:pt x="1269" y="17089"/>
                  </a:cubicBezTo>
                  <a:cubicBezTo>
                    <a:pt x="207" y="17536"/>
                    <a:pt x="-288" y="18747"/>
                    <a:pt x="170" y="19789"/>
                  </a:cubicBezTo>
                  <a:cubicBezTo>
                    <a:pt x="629" y="20840"/>
                    <a:pt x="1863" y="21323"/>
                    <a:pt x="2924" y="20876"/>
                  </a:cubicBezTo>
                  <a:cubicBezTo>
                    <a:pt x="2961" y="20860"/>
                    <a:pt x="2982" y="20828"/>
                    <a:pt x="3014" y="20815"/>
                  </a:cubicBezTo>
                  <a:cubicBezTo>
                    <a:pt x="10874" y="17480"/>
                    <a:pt x="17451" y="11227"/>
                    <a:pt x="20877" y="2825"/>
                  </a:cubicBezTo>
                  <a:cubicBezTo>
                    <a:pt x="20877" y="2825"/>
                    <a:pt x="20881" y="2825"/>
                    <a:pt x="20881" y="2825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Freeform: Shape 47"/>
            <p:cNvSpPr/>
            <p:nvPr>
              <p:custDataLst>
                <p:tags r:id="rId14"/>
              </p:custDataLst>
            </p:nvPr>
          </p:nvSpPr>
          <p:spPr bwMode="auto">
            <a:xfrm>
              <a:off x="10720" y="3984"/>
              <a:ext cx="136" cy="139"/>
            </a:xfrm>
            <a:custGeom>
              <a:avLst/>
              <a:gdLst>
                <a:gd name="T0" fmla="+- 0 10803 203"/>
                <a:gd name="T1" fmla="*/ T0 w 21201"/>
                <a:gd name="T2" fmla="+- 0 10798 194"/>
                <a:gd name="T3" fmla="*/ 10798 h 21209"/>
                <a:gd name="T4" fmla="+- 0 10803 203"/>
                <a:gd name="T5" fmla="*/ T4 w 21201"/>
                <a:gd name="T6" fmla="+- 0 10798 194"/>
                <a:gd name="T7" fmla="*/ 10798 h 21209"/>
                <a:gd name="T8" fmla="+- 0 10803 203"/>
                <a:gd name="T9" fmla="*/ T8 w 21201"/>
                <a:gd name="T10" fmla="+- 0 10798 194"/>
                <a:gd name="T11" fmla="*/ 10798 h 21209"/>
                <a:gd name="T12" fmla="+- 0 10803 203"/>
                <a:gd name="T13" fmla="*/ T12 w 21201"/>
                <a:gd name="T14" fmla="+- 0 10798 194"/>
                <a:gd name="T15" fmla="*/ 10798 h 212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201" h="21209">
                  <a:moveTo>
                    <a:pt x="20267" y="104"/>
                  </a:moveTo>
                  <a:cubicBezTo>
                    <a:pt x="19508" y="-194"/>
                    <a:pt x="18645" y="169"/>
                    <a:pt x="18339" y="912"/>
                  </a:cubicBezTo>
                  <a:cubicBezTo>
                    <a:pt x="14991" y="9110"/>
                    <a:pt x="8568" y="15198"/>
                    <a:pt x="894" y="18420"/>
                  </a:cubicBezTo>
                  <a:cubicBezTo>
                    <a:pt x="144" y="18735"/>
                    <a:pt x="-203" y="19589"/>
                    <a:pt x="121" y="20327"/>
                  </a:cubicBezTo>
                  <a:cubicBezTo>
                    <a:pt x="442" y="21068"/>
                    <a:pt x="1314" y="21406"/>
                    <a:pt x="2067" y="21090"/>
                  </a:cubicBezTo>
                  <a:cubicBezTo>
                    <a:pt x="2102" y="21073"/>
                    <a:pt x="2125" y="21042"/>
                    <a:pt x="2159" y="21025"/>
                  </a:cubicBezTo>
                  <a:cubicBezTo>
                    <a:pt x="10491" y="17500"/>
                    <a:pt x="17461" y="10881"/>
                    <a:pt x="21095" y="1994"/>
                  </a:cubicBezTo>
                  <a:cubicBezTo>
                    <a:pt x="21397" y="1250"/>
                    <a:pt x="21026" y="404"/>
                    <a:pt x="20267" y="104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Freeform: Shape 48"/>
            <p:cNvSpPr/>
            <p:nvPr>
              <p:custDataLst>
                <p:tags r:id="rId15"/>
              </p:custDataLst>
            </p:nvPr>
          </p:nvSpPr>
          <p:spPr bwMode="auto">
            <a:xfrm>
              <a:off x="10701" y="3965"/>
              <a:ext cx="115" cy="117"/>
            </a:xfrm>
            <a:custGeom>
              <a:avLst/>
              <a:gdLst>
                <a:gd name="T0" fmla="+- 0 10802 238"/>
                <a:gd name="T1" fmla="*/ T0 w 21128"/>
                <a:gd name="T2" fmla="+- 0 10797 227"/>
                <a:gd name="T3" fmla="*/ 10797 h 21141"/>
                <a:gd name="T4" fmla="+- 0 10802 238"/>
                <a:gd name="T5" fmla="*/ T4 w 21128"/>
                <a:gd name="T6" fmla="+- 0 10797 227"/>
                <a:gd name="T7" fmla="*/ 10797 h 21141"/>
                <a:gd name="T8" fmla="+- 0 10802 238"/>
                <a:gd name="T9" fmla="*/ T8 w 21128"/>
                <a:gd name="T10" fmla="+- 0 10797 227"/>
                <a:gd name="T11" fmla="*/ 10797 h 21141"/>
                <a:gd name="T12" fmla="+- 0 10802 238"/>
                <a:gd name="T13" fmla="*/ T12 w 21128"/>
                <a:gd name="T14" fmla="+- 0 10797 227"/>
                <a:gd name="T15" fmla="*/ 10797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8" h="21141">
                  <a:moveTo>
                    <a:pt x="20035" y="122"/>
                  </a:moveTo>
                  <a:cubicBezTo>
                    <a:pt x="19142" y="-227"/>
                    <a:pt x="18134" y="195"/>
                    <a:pt x="17778" y="1071"/>
                  </a:cubicBezTo>
                  <a:cubicBezTo>
                    <a:pt x="14571" y="8936"/>
                    <a:pt x="8412" y="14778"/>
                    <a:pt x="1051" y="17867"/>
                  </a:cubicBezTo>
                  <a:lnTo>
                    <a:pt x="1054" y="17867"/>
                  </a:lnTo>
                  <a:cubicBezTo>
                    <a:pt x="172" y="18240"/>
                    <a:pt x="-238" y="19242"/>
                    <a:pt x="142" y="20108"/>
                  </a:cubicBezTo>
                  <a:cubicBezTo>
                    <a:pt x="522" y="20973"/>
                    <a:pt x="1543" y="21372"/>
                    <a:pt x="2425" y="21003"/>
                  </a:cubicBezTo>
                  <a:cubicBezTo>
                    <a:pt x="2459" y="20986"/>
                    <a:pt x="2476" y="20956"/>
                    <a:pt x="2514" y="20936"/>
                  </a:cubicBezTo>
                  <a:cubicBezTo>
                    <a:pt x="10651" y="17491"/>
                    <a:pt x="17459" y="11027"/>
                    <a:pt x="21002" y="2339"/>
                  </a:cubicBezTo>
                  <a:cubicBezTo>
                    <a:pt x="21361" y="1463"/>
                    <a:pt x="20927" y="472"/>
                    <a:pt x="20035" y="12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Freeform: Shape 49"/>
            <p:cNvSpPr/>
            <p:nvPr>
              <p:custDataLst>
                <p:tags r:id="rId16"/>
              </p:custDataLst>
            </p:nvPr>
          </p:nvSpPr>
          <p:spPr bwMode="auto">
            <a:xfrm>
              <a:off x="10512" y="3776"/>
              <a:ext cx="95" cy="96"/>
            </a:xfrm>
            <a:custGeom>
              <a:avLst/>
              <a:gdLst>
                <a:gd name="T0" fmla="+- 0 10797 278"/>
                <a:gd name="T1" fmla="*/ T0 w 21039"/>
                <a:gd name="T2" fmla="+- 0 10803 281"/>
                <a:gd name="T3" fmla="*/ 10803 h 21044"/>
                <a:gd name="T4" fmla="+- 0 10797 278"/>
                <a:gd name="T5" fmla="*/ T4 w 21039"/>
                <a:gd name="T6" fmla="+- 0 10803 281"/>
                <a:gd name="T7" fmla="*/ 10803 h 21044"/>
                <a:gd name="T8" fmla="+- 0 10797 278"/>
                <a:gd name="T9" fmla="*/ T8 w 21039"/>
                <a:gd name="T10" fmla="+- 0 10803 281"/>
                <a:gd name="T11" fmla="*/ 10803 h 21044"/>
                <a:gd name="T12" fmla="+- 0 10797 278"/>
                <a:gd name="T13" fmla="*/ T12 w 21039"/>
                <a:gd name="T14" fmla="+- 0 10803 281"/>
                <a:gd name="T15" fmla="*/ 10803 h 2104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9" h="21044">
                  <a:moveTo>
                    <a:pt x="20871" y="1248"/>
                  </a:moveTo>
                  <a:cubicBezTo>
                    <a:pt x="20411" y="197"/>
                    <a:pt x="19177" y="-281"/>
                    <a:pt x="18112" y="169"/>
                  </a:cubicBezTo>
                  <a:cubicBezTo>
                    <a:pt x="18075" y="181"/>
                    <a:pt x="18050" y="214"/>
                    <a:pt x="18021" y="226"/>
                  </a:cubicBezTo>
                  <a:cubicBezTo>
                    <a:pt x="10159" y="3562"/>
                    <a:pt x="3583" y="9820"/>
                    <a:pt x="152" y="18220"/>
                  </a:cubicBezTo>
                  <a:lnTo>
                    <a:pt x="148" y="18220"/>
                  </a:lnTo>
                  <a:cubicBezTo>
                    <a:pt x="-278" y="19278"/>
                    <a:pt x="242" y="20473"/>
                    <a:pt x="1320" y="20896"/>
                  </a:cubicBezTo>
                  <a:cubicBezTo>
                    <a:pt x="2398" y="21318"/>
                    <a:pt x="3620" y="20803"/>
                    <a:pt x="4046" y="19749"/>
                  </a:cubicBezTo>
                  <a:lnTo>
                    <a:pt x="4051" y="19749"/>
                  </a:lnTo>
                  <a:cubicBezTo>
                    <a:pt x="7068" y="12356"/>
                    <a:pt x="12856" y="6858"/>
                    <a:pt x="19764" y="3956"/>
                  </a:cubicBezTo>
                  <a:cubicBezTo>
                    <a:pt x="20830" y="3506"/>
                    <a:pt x="21322" y="2298"/>
                    <a:pt x="20871" y="124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Freeform: Shape 50"/>
            <p:cNvSpPr/>
            <p:nvPr>
              <p:custDataLst>
                <p:tags r:id="rId17"/>
              </p:custDataLst>
            </p:nvPr>
          </p:nvSpPr>
          <p:spPr bwMode="auto">
            <a:xfrm>
              <a:off x="10436" y="3700"/>
              <a:ext cx="136" cy="138"/>
            </a:xfrm>
            <a:custGeom>
              <a:avLst/>
              <a:gdLst>
                <a:gd name="T0" fmla="+- 0 10797 198"/>
                <a:gd name="T1" fmla="*/ T0 w 21199"/>
                <a:gd name="T2" fmla="+- 0 10802 198"/>
                <a:gd name="T3" fmla="*/ 10802 h 21208"/>
                <a:gd name="T4" fmla="+- 0 10797 198"/>
                <a:gd name="T5" fmla="*/ T4 w 21199"/>
                <a:gd name="T6" fmla="+- 0 10802 198"/>
                <a:gd name="T7" fmla="*/ 10802 h 21208"/>
                <a:gd name="T8" fmla="+- 0 10797 198"/>
                <a:gd name="T9" fmla="*/ T8 w 21199"/>
                <a:gd name="T10" fmla="+- 0 10802 198"/>
                <a:gd name="T11" fmla="*/ 10802 h 21208"/>
                <a:gd name="T12" fmla="+- 0 10797 198"/>
                <a:gd name="T13" fmla="*/ T12 w 21199"/>
                <a:gd name="T14" fmla="+- 0 10802 198"/>
                <a:gd name="T15" fmla="*/ 10802 h 212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99" h="21208">
                  <a:moveTo>
                    <a:pt x="21077" y="880"/>
                  </a:moveTo>
                  <a:cubicBezTo>
                    <a:pt x="20753" y="142"/>
                    <a:pt x="19881" y="-198"/>
                    <a:pt x="19129" y="117"/>
                  </a:cubicBezTo>
                  <a:cubicBezTo>
                    <a:pt x="19097" y="131"/>
                    <a:pt x="19071" y="162"/>
                    <a:pt x="19039" y="179"/>
                  </a:cubicBezTo>
                  <a:cubicBezTo>
                    <a:pt x="10706" y="3707"/>
                    <a:pt x="3739" y="10322"/>
                    <a:pt x="106" y="19208"/>
                  </a:cubicBezTo>
                  <a:cubicBezTo>
                    <a:pt x="-198" y="19957"/>
                    <a:pt x="172" y="20803"/>
                    <a:pt x="934" y="21101"/>
                  </a:cubicBezTo>
                  <a:cubicBezTo>
                    <a:pt x="1689" y="21401"/>
                    <a:pt x="2552" y="21041"/>
                    <a:pt x="2859" y="20292"/>
                  </a:cubicBezTo>
                  <a:cubicBezTo>
                    <a:pt x="6206" y="12096"/>
                    <a:pt x="12625" y="6008"/>
                    <a:pt x="20301" y="2787"/>
                  </a:cubicBezTo>
                  <a:cubicBezTo>
                    <a:pt x="21051" y="2469"/>
                    <a:pt x="21402" y="1618"/>
                    <a:pt x="21077" y="880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Freeform: Shape 51"/>
            <p:cNvSpPr/>
            <p:nvPr>
              <p:custDataLst>
                <p:tags r:id="rId18"/>
              </p:custDataLst>
            </p:nvPr>
          </p:nvSpPr>
          <p:spPr bwMode="auto">
            <a:xfrm>
              <a:off x="10475" y="3738"/>
              <a:ext cx="115" cy="118"/>
            </a:xfrm>
            <a:custGeom>
              <a:avLst/>
              <a:gdLst>
                <a:gd name="T0" fmla="+- 0 10796 232"/>
                <a:gd name="T1" fmla="*/ T0 w 21129"/>
                <a:gd name="T2" fmla="+- 0 10804 234"/>
                <a:gd name="T3" fmla="*/ 10804 h 21141"/>
                <a:gd name="T4" fmla="+- 0 10796 232"/>
                <a:gd name="T5" fmla="*/ T4 w 21129"/>
                <a:gd name="T6" fmla="+- 0 10804 234"/>
                <a:gd name="T7" fmla="*/ 10804 h 21141"/>
                <a:gd name="T8" fmla="+- 0 10796 232"/>
                <a:gd name="T9" fmla="*/ T8 w 21129"/>
                <a:gd name="T10" fmla="+- 0 10804 234"/>
                <a:gd name="T11" fmla="*/ 10804 h 21141"/>
                <a:gd name="T12" fmla="+- 0 10796 232"/>
                <a:gd name="T13" fmla="*/ T12 w 21129"/>
                <a:gd name="T14" fmla="+- 0 10804 234"/>
                <a:gd name="T15" fmla="*/ 10804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9" h="21141">
                  <a:moveTo>
                    <a:pt x="20075" y="3267"/>
                  </a:moveTo>
                  <a:cubicBezTo>
                    <a:pt x="20953" y="2898"/>
                    <a:pt x="21368" y="1899"/>
                    <a:pt x="20987" y="1030"/>
                  </a:cubicBezTo>
                  <a:cubicBezTo>
                    <a:pt x="20611" y="168"/>
                    <a:pt x="19589" y="-234"/>
                    <a:pt x="18707" y="138"/>
                  </a:cubicBezTo>
                  <a:cubicBezTo>
                    <a:pt x="18670" y="152"/>
                    <a:pt x="18649" y="185"/>
                    <a:pt x="18615" y="198"/>
                  </a:cubicBezTo>
                  <a:cubicBezTo>
                    <a:pt x="10481" y="3647"/>
                    <a:pt x="3673" y="10118"/>
                    <a:pt x="124" y="18802"/>
                  </a:cubicBezTo>
                  <a:cubicBezTo>
                    <a:pt x="-232" y="19678"/>
                    <a:pt x="205" y="20666"/>
                    <a:pt x="1094" y="21019"/>
                  </a:cubicBezTo>
                  <a:cubicBezTo>
                    <a:pt x="1983" y="21366"/>
                    <a:pt x="2991" y="20946"/>
                    <a:pt x="3354" y="20071"/>
                  </a:cubicBezTo>
                  <a:cubicBezTo>
                    <a:pt x="6561" y="12205"/>
                    <a:pt x="12717" y="6360"/>
                    <a:pt x="20075" y="3274"/>
                  </a:cubicBezTo>
                  <a:cubicBezTo>
                    <a:pt x="20075" y="3274"/>
                    <a:pt x="20075" y="3267"/>
                    <a:pt x="20075" y="32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Freeform: Shape 41"/>
            <p:cNvSpPr/>
            <p:nvPr>
              <p:custDataLst>
                <p:tags r:id="rId19"/>
              </p:custDataLst>
            </p:nvPr>
          </p:nvSpPr>
          <p:spPr bwMode="auto">
            <a:xfrm>
              <a:off x="11676" y="5838"/>
              <a:ext cx="76" cy="7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4841"/>
                    <a:pt x="0" y="10800"/>
                  </a:cubicBezTo>
                  <a:cubicBezTo>
                    <a:pt x="0" y="16758"/>
                    <a:pt x="4838" y="21599"/>
                    <a:pt x="10800" y="21599"/>
                  </a:cubicBezTo>
                  <a:cubicBezTo>
                    <a:pt x="16761" y="21599"/>
                    <a:pt x="21600" y="16758"/>
                    <a:pt x="21600" y="10800"/>
                  </a:cubicBezTo>
                  <a:cubicBezTo>
                    <a:pt x="21600" y="4841"/>
                    <a:pt x="16761" y="0"/>
                    <a:pt x="1080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Freeform: Shape 42"/>
            <p:cNvSpPr/>
            <p:nvPr>
              <p:custDataLst>
                <p:tags r:id="rId20"/>
              </p:custDataLst>
            </p:nvPr>
          </p:nvSpPr>
          <p:spPr bwMode="auto">
            <a:xfrm>
              <a:off x="11372" y="5516"/>
              <a:ext cx="606" cy="589"/>
            </a:xfrm>
            <a:custGeom>
              <a:avLst/>
              <a:gdLst>
                <a:gd name="T0" fmla="*/ 10473 w 20946"/>
                <a:gd name="T1" fmla="*/ 10800 h 21600"/>
                <a:gd name="T2" fmla="*/ 10473 w 20946"/>
                <a:gd name="T3" fmla="*/ 10800 h 21600"/>
                <a:gd name="T4" fmla="*/ 10473 w 20946"/>
                <a:gd name="T5" fmla="*/ 10800 h 21600"/>
                <a:gd name="T6" fmla="*/ 10473 w 20946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946" h="21600">
                  <a:moveTo>
                    <a:pt x="18509" y="15329"/>
                  </a:moveTo>
                  <a:lnTo>
                    <a:pt x="11782" y="15329"/>
                  </a:lnTo>
                  <a:cubicBezTo>
                    <a:pt x="10699" y="15329"/>
                    <a:pt x="9818" y="14391"/>
                    <a:pt x="9818" y="13238"/>
                  </a:cubicBezTo>
                  <a:cubicBezTo>
                    <a:pt x="9818" y="12086"/>
                    <a:pt x="10699" y="11148"/>
                    <a:pt x="11782" y="11148"/>
                  </a:cubicBezTo>
                  <a:lnTo>
                    <a:pt x="17673" y="11148"/>
                  </a:lnTo>
                  <a:cubicBezTo>
                    <a:pt x="18077" y="11142"/>
                    <a:pt x="18477" y="10934"/>
                    <a:pt x="18721" y="10588"/>
                  </a:cubicBezTo>
                  <a:cubicBezTo>
                    <a:pt x="18789" y="10491"/>
                    <a:pt x="18842" y="10381"/>
                    <a:pt x="18885" y="10267"/>
                  </a:cubicBezTo>
                  <a:cubicBezTo>
                    <a:pt x="18890" y="10251"/>
                    <a:pt x="18901" y="10239"/>
                    <a:pt x="18906" y="10224"/>
                  </a:cubicBezTo>
                  <a:cubicBezTo>
                    <a:pt x="19377" y="10880"/>
                    <a:pt x="19636" y="11686"/>
                    <a:pt x="19636" y="12541"/>
                  </a:cubicBezTo>
                  <a:cubicBezTo>
                    <a:pt x="19636" y="13613"/>
                    <a:pt x="19230" y="14607"/>
                    <a:pt x="18509" y="15329"/>
                  </a:cubicBezTo>
                  <a:moveTo>
                    <a:pt x="17673" y="17767"/>
                  </a:moveTo>
                  <a:cubicBezTo>
                    <a:pt x="17673" y="19114"/>
                    <a:pt x="16647" y="20206"/>
                    <a:pt x="15382" y="20206"/>
                  </a:cubicBezTo>
                  <a:lnTo>
                    <a:pt x="3600" y="20206"/>
                  </a:lnTo>
                  <a:cubicBezTo>
                    <a:pt x="2334" y="20206"/>
                    <a:pt x="1309" y="19114"/>
                    <a:pt x="1309" y="17767"/>
                  </a:cubicBezTo>
                  <a:lnTo>
                    <a:pt x="1309" y="6786"/>
                  </a:lnTo>
                  <a:cubicBezTo>
                    <a:pt x="1931" y="7334"/>
                    <a:pt x="2730" y="7664"/>
                    <a:pt x="3600" y="7664"/>
                  </a:cubicBezTo>
                  <a:lnTo>
                    <a:pt x="14400" y="7664"/>
                  </a:lnTo>
                  <a:lnTo>
                    <a:pt x="17018" y="7664"/>
                  </a:lnTo>
                  <a:cubicBezTo>
                    <a:pt x="17379" y="7664"/>
                    <a:pt x="17673" y="7976"/>
                    <a:pt x="17673" y="8361"/>
                  </a:cubicBezTo>
                  <a:lnTo>
                    <a:pt x="17673" y="9754"/>
                  </a:lnTo>
                  <a:lnTo>
                    <a:pt x="11782" y="9754"/>
                  </a:lnTo>
                  <a:cubicBezTo>
                    <a:pt x="9974" y="9754"/>
                    <a:pt x="8509" y="11314"/>
                    <a:pt x="8509" y="13238"/>
                  </a:cubicBezTo>
                  <a:cubicBezTo>
                    <a:pt x="8509" y="15163"/>
                    <a:pt x="9974" y="16722"/>
                    <a:pt x="11782" y="16722"/>
                  </a:cubicBezTo>
                  <a:lnTo>
                    <a:pt x="17673" y="16722"/>
                  </a:lnTo>
                  <a:cubicBezTo>
                    <a:pt x="17673" y="16722"/>
                    <a:pt x="17673" y="17767"/>
                    <a:pt x="17673" y="17767"/>
                  </a:cubicBezTo>
                  <a:close/>
                  <a:moveTo>
                    <a:pt x="16363" y="5574"/>
                  </a:moveTo>
                  <a:lnTo>
                    <a:pt x="16363" y="6270"/>
                  </a:lnTo>
                  <a:lnTo>
                    <a:pt x="14400" y="6270"/>
                  </a:lnTo>
                  <a:lnTo>
                    <a:pt x="3600" y="6270"/>
                  </a:lnTo>
                  <a:cubicBezTo>
                    <a:pt x="3246" y="6270"/>
                    <a:pt x="2916" y="6179"/>
                    <a:pt x="2617" y="6027"/>
                  </a:cubicBezTo>
                  <a:lnTo>
                    <a:pt x="2617" y="5574"/>
                  </a:lnTo>
                  <a:cubicBezTo>
                    <a:pt x="2617" y="5574"/>
                    <a:pt x="16363" y="5574"/>
                    <a:pt x="16363" y="5574"/>
                  </a:cubicBezTo>
                  <a:close/>
                  <a:moveTo>
                    <a:pt x="16363" y="4877"/>
                  </a:moveTo>
                  <a:lnTo>
                    <a:pt x="2617" y="4877"/>
                  </a:lnTo>
                  <a:lnTo>
                    <a:pt x="2617" y="4180"/>
                  </a:lnTo>
                  <a:lnTo>
                    <a:pt x="16363" y="4180"/>
                  </a:lnTo>
                  <a:cubicBezTo>
                    <a:pt x="16363" y="4180"/>
                    <a:pt x="16363" y="4877"/>
                    <a:pt x="16363" y="4877"/>
                  </a:cubicBezTo>
                  <a:close/>
                  <a:moveTo>
                    <a:pt x="16363" y="3483"/>
                  </a:moveTo>
                  <a:lnTo>
                    <a:pt x="2617" y="3483"/>
                  </a:lnTo>
                  <a:lnTo>
                    <a:pt x="2617" y="2787"/>
                  </a:lnTo>
                  <a:lnTo>
                    <a:pt x="16363" y="2787"/>
                  </a:lnTo>
                  <a:cubicBezTo>
                    <a:pt x="16363" y="2787"/>
                    <a:pt x="16363" y="3483"/>
                    <a:pt x="16363" y="3483"/>
                  </a:cubicBezTo>
                  <a:close/>
                  <a:moveTo>
                    <a:pt x="3600" y="1393"/>
                  </a:moveTo>
                  <a:lnTo>
                    <a:pt x="14400" y="1393"/>
                  </a:lnTo>
                  <a:lnTo>
                    <a:pt x="17018" y="1393"/>
                  </a:lnTo>
                  <a:cubicBezTo>
                    <a:pt x="17379" y="1393"/>
                    <a:pt x="17673" y="1705"/>
                    <a:pt x="17673" y="2090"/>
                  </a:cubicBezTo>
                  <a:lnTo>
                    <a:pt x="17673" y="3832"/>
                  </a:lnTo>
                  <a:lnTo>
                    <a:pt x="17673" y="4180"/>
                  </a:lnTo>
                  <a:lnTo>
                    <a:pt x="17673" y="6398"/>
                  </a:lnTo>
                  <a:cubicBezTo>
                    <a:pt x="17466" y="6321"/>
                    <a:pt x="17249" y="6270"/>
                    <a:pt x="17018" y="6270"/>
                  </a:cubicBezTo>
                  <a:lnTo>
                    <a:pt x="17018" y="5574"/>
                  </a:lnTo>
                  <a:lnTo>
                    <a:pt x="17018" y="4180"/>
                  </a:lnTo>
                  <a:lnTo>
                    <a:pt x="17018" y="2787"/>
                  </a:lnTo>
                  <a:cubicBezTo>
                    <a:pt x="17018" y="2401"/>
                    <a:pt x="16724" y="2090"/>
                    <a:pt x="16363" y="2090"/>
                  </a:cubicBezTo>
                  <a:lnTo>
                    <a:pt x="2617" y="2090"/>
                  </a:lnTo>
                  <a:cubicBezTo>
                    <a:pt x="2256" y="2090"/>
                    <a:pt x="1963" y="2401"/>
                    <a:pt x="1963" y="2787"/>
                  </a:cubicBezTo>
                  <a:lnTo>
                    <a:pt x="1963" y="4180"/>
                  </a:lnTo>
                  <a:lnTo>
                    <a:pt x="1963" y="5534"/>
                  </a:lnTo>
                  <a:cubicBezTo>
                    <a:pt x="1559" y="5094"/>
                    <a:pt x="1309" y="4495"/>
                    <a:pt x="1309" y="3832"/>
                  </a:cubicBezTo>
                  <a:cubicBezTo>
                    <a:pt x="1309" y="2485"/>
                    <a:pt x="2334" y="1393"/>
                    <a:pt x="3600" y="1393"/>
                  </a:cubicBezTo>
                  <a:moveTo>
                    <a:pt x="18983" y="8361"/>
                  </a:moveTo>
                  <a:lnTo>
                    <a:pt x="18982" y="8361"/>
                  </a:lnTo>
                  <a:lnTo>
                    <a:pt x="18982" y="4180"/>
                  </a:lnTo>
                  <a:lnTo>
                    <a:pt x="18982" y="3832"/>
                  </a:lnTo>
                  <a:lnTo>
                    <a:pt x="18982" y="2090"/>
                  </a:lnTo>
                  <a:cubicBezTo>
                    <a:pt x="18982" y="935"/>
                    <a:pt x="18102" y="0"/>
                    <a:pt x="17018" y="0"/>
                  </a:cubicBezTo>
                  <a:lnTo>
                    <a:pt x="14400" y="0"/>
                  </a:lnTo>
                  <a:lnTo>
                    <a:pt x="3600" y="0"/>
                  </a:lnTo>
                  <a:cubicBezTo>
                    <a:pt x="1614" y="0"/>
                    <a:pt x="0" y="1719"/>
                    <a:pt x="0" y="3832"/>
                  </a:cubicBezTo>
                  <a:lnTo>
                    <a:pt x="0" y="17767"/>
                  </a:lnTo>
                  <a:cubicBezTo>
                    <a:pt x="0" y="19880"/>
                    <a:pt x="1614" y="21600"/>
                    <a:pt x="3600" y="21600"/>
                  </a:cubicBezTo>
                  <a:lnTo>
                    <a:pt x="15382" y="21600"/>
                  </a:lnTo>
                  <a:cubicBezTo>
                    <a:pt x="17366" y="21600"/>
                    <a:pt x="18982" y="19880"/>
                    <a:pt x="18982" y="17767"/>
                  </a:cubicBezTo>
                  <a:lnTo>
                    <a:pt x="18982" y="16722"/>
                  </a:lnTo>
                  <a:lnTo>
                    <a:pt x="18983" y="16722"/>
                  </a:lnTo>
                  <a:cubicBezTo>
                    <a:pt x="21600" y="14631"/>
                    <a:pt x="21600" y="10452"/>
                    <a:pt x="18983" y="836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Freeform: Shape 38"/>
            <p:cNvSpPr/>
            <p:nvPr>
              <p:custDataLst>
                <p:tags r:id="rId21"/>
              </p:custDataLst>
            </p:nvPr>
          </p:nvSpPr>
          <p:spPr bwMode="auto">
            <a:xfrm>
              <a:off x="10265" y="7606"/>
              <a:ext cx="302" cy="30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Freeform: Shape 39"/>
            <p:cNvSpPr/>
            <p:nvPr>
              <p:custDataLst>
                <p:tags r:id="rId22"/>
              </p:custDataLst>
            </p:nvPr>
          </p:nvSpPr>
          <p:spPr bwMode="auto">
            <a:xfrm>
              <a:off x="10341" y="7681"/>
              <a:ext cx="85" cy="8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Freeform: Shape 40"/>
            <p:cNvSpPr/>
            <p:nvPr>
              <p:custDataLst>
                <p:tags r:id="rId23"/>
              </p:custDataLst>
            </p:nvPr>
          </p:nvSpPr>
          <p:spPr bwMode="auto">
            <a:xfrm>
              <a:off x="10113" y="7473"/>
              <a:ext cx="607" cy="51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Freeform: Shape 35"/>
            <p:cNvSpPr/>
            <p:nvPr>
              <p:custDataLst>
                <p:tags r:id="rId24"/>
              </p:custDataLst>
            </p:nvPr>
          </p:nvSpPr>
          <p:spPr bwMode="auto">
            <a:xfrm>
              <a:off x="7948" y="7250"/>
              <a:ext cx="606" cy="60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Freeform: Shape 36"/>
            <p:cNvSpPr/>
            <p:nvPr>
              <p:custDataLst>
                <p:tags r:id="rId25"/>
              </p:custDataLst>
            </p:nvPr>
          </p:nvSpPr>
          <p:spPr bwMode="auto">
            <a:xfrm>
              <a:off x="8119" y="7420"/>
              <a:ext cx="265" cy="2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Freeform: Shape 37"/>
            <p:cNvSpPr/>
            <p:nvPr>
              <p:custDataLst>
                <p:tags r:id="rId26"/>
              </p:custDataLst>
            </p:nvPr>
          </p:nvSpPr>
          <p:spPr bwMode="auto">
            <a:xfrm>
              <a:off x="8175" y="7477"/>
              <a:ext cx="152" cy="1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32"/>
            <p:cNvSpPr/>
            <p:nvPr>
              <p:custDataLst>
                <p:tags r:id="rId27"/>
              </p:custDataLst>
            </p:nvPr>
          </p:nvSpPr>
          <p:spPr bwMode="auto">
            <a:xfrm>
              <a:off x="7261" y="5479"/>
              <a:ext cx="199" cy="19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538" y="20579"/>
                  </a:moveTo>
                  <a:lnTo>
                    <a:pt x="19542" y="20579"/>
                  </a:lnTo>
                  <a:cubicBezTo>
                    <a:pt x="19546" y="21142"/>
                    <a:pt x="20004" y="21600"/>
                    <a:pt x="20571" y="21600"/>
                  </a:cubicBezTo>
                  <a:cubicBezTo>
                    <a:pt x="21137" y="21600"/>
                    <a:pt x="21599" y="21138"/>
                    <a:pt x="21599" y="20571"/>
                  </a:cubicBezTo>
                  <a:cubicBezTo>
                    <a:pt x="21599" y="20565"/>
                    <a:pt x="21595" y="20561"/>
                    <a:pt x="21595" y="20555"/>
                  </a:cubicBezTo>
                  <a:cubicBezTo>
                    <a:pt x="21583" y="9221"/>
                    <a:pt x="12411" y="41"/>
                    <a:pt x="1080" y="12"/>
                  </a:cubicBezTo>
                  <a:cubicBezTo>
                    <a:pt x="1064" y="10"/>
                    <a:pt x="1048" y="0"/>
                    <a:pt x="1028" y="0"/>
                  </a:cubicBezTo>
                  <a:cubicBezTo>
                    <a:pt x="458" y="0"/>
                    <a:pt x="0" y="461"/>
                    <a:pt x="0" y="1028"/>
                  </a:cubicBezTo>
                  <a:cubicBezTo>
                    <a:pt x="0" y="1594"/>
                    <a:pt x="458" y="2055"/>
                    <a:pt x="1024" y="2057"/>
                  </a:cubicBezTo>
                  <a:lnTo>
                    <a:pt x="1024" y="2065"/>
                  </a:lnTo>
                  <a:cubicBezTo>
                    <a:pt x="11233" y="2065"/>
                    <a:pt x="19538" y="10370"/>
                    <a:pt x="19538" y="205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Freeform: Shape 33"/>
            <p:cNvSpPr/>
            <p:nvPr>
              <p:custDataLst>
                <p:tags r:id="rId28"/>
              </p:custDataLst>
            </p:nvPr>
          </p:nvSpPr>
          <p:spPr bwMode="auto">
            <a:xfrm>
              <a:off x="6939" y="5403"/>
              <a:ext cx="606" cy="606"/>
            </a:xfrm>
            <a:custGeom>
              <a:avLst/>
              <a:gdLst>
                <a:gd name="T0" fmla="+- 0 10819 195"/>
                <a:gd name="T1" fmla="*/ T0 w 21248"/>
                <a:gd name="T2" fmla="*/ 10800 h 21600"/>
                <a:gd name="T3" fmla="+- 0 10819 195"/>
                <a:gd name="T4" fmla="*/ T3 w 21248"/>
                <a:gd name="T5" fmla="*/ 10800 h 21600"/>
                <a:gd name="T6" fmla="+- 0 10819 195"/>
                <a:gd name="T7" fmla="*/ T6 w 21248"/>
                <a:gd name="T8" fmla="*/ 10800 h 21600"/>
                <a:gd name="T9" fmla="+- 0 10819 195"/>
                <a:gd name="T10" fmla="*/ T9 w 212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248" h="21600">
                  <a:moveTo>
                    <a:pt x="19868" y="17133"/>
                  </a:moveTo>
                  <a:cubicBezTo>
                    <a:pt x="19766" y="17386"/>
                    <a:pt x="19525" y="17549"/>
                    <a:pt x="19255" y="17549"/>
                  </a:cubicBezTo>
                  <a:lnTo>
                    <a:pt x="19058" y="17549"/>
                  </a:lnTo>
                  <a:lnTo>
                    <a:pt x="3983" y="2226"/>
                  </a:lnTo>
                  <a:lnTo>
                    <a:pt x="3983" y="2025"/>
                  </a:lnTo>
                  <a:cubicBezTo>
                    <a:pt x="3983" y="1750"/>
                    <a:pt x="4144" y="1506"/>
                    <a:pt x="4393" y="1401"/>
                  </a:cubicBezTo>
                  <a:cubicBezTo>
                    <a:pt x="4475" y="1367"/>
                    <a:pt x="4560" y="1350"/>
                    <a:pt x="4647" y="1350"/>
                  </a:cubicBezTo>
                  <a:cubicBezTo>
                    <a:pt x="4824" y="1350"/>
                    <a:pt x="4991" y="1420"/>
                    <a:pt x="5116" y="1547"/>
                  </a:cubicBezTo>
                  <a:lnTo>
                    <a:pt x="19724" y="16397"/>
                  </a:lnTo>
                  <a:cubicBezTo>
                    <a:pt x="19915" y="16591"/>
                    <a:pt x="19972" y="16880"/>
                    <a:pt x="19868" y="17133"/>
                  </a:cubicBezTo>
                  <a:moveTo>
                    <a:pt x="10121" y="17549"/>
                  </a:moveTo>
                  <a:cubicBezTo>
                    <a:pt x="10017" y="17549"/>
                    <a:pt x="9922" y="17586"/>
                    <a:pt x="9824" y="17609"/>
                  </a:cubicBezTo>
                  <a:lnTo>
                    <a:pt x="3923" y="11612"/>
                  </a:lnTo>
                  <a:cubicBezTo>
                    <a:pt x="3946" y="11512"/>
                    <a:pt x="3982" y="11415"/>
                    <a:pt x="3982" y="11311"/>
                  </a:cubicBezTo>
                  <a:lnTo>
                    <a:pt x="3983" y="3180"/>
                  </a:lnTo>
                  <a:lnTo>
                    <a:pt x="18119" y="17549"/>
                  </a:lnTo>
                  <a:cubicBezTo>
                    <a:pt x="18119" y="17549"/>
                    <a:pt x="10121" y="17549"/>
                    <a:pt x="10121" y="17549"/>
                  </a:cubicBezTo>
                  <a:close/>
                  <a:moveTo>
                    <a:pt x="9182" y="17945"/>
                  </a:moveTo>
                  <a:lnTo>
                    <a:pt x="7109" y="20052"/>
                  </a:lnTo>
                  <a:cubicBezTo>
                    <a:pt x="6939" y="20224"/>
                    <a:pt x="6742" y="20249"/>
                    <a:pt x="6640" y="20249"/>
                  </a:cubicBezTo>
                  <a:cubicBezTo>
                    <a:pt x="6537" y="20249"/>
                    <a:pt x="6339" y="20224"/>
                    <a:pt x="6170" y="20052"/>
                  </a:cubicBezTo>
                  <a:lnTo>
                    <a:pt x="1522" y="15327"/>
                  </a:lnTo>
                  <a:cubicBezTo>
                    <a:pt x="1352" y="15154"/>
                    <a:pt x="1327" y="14953"/>
                    <a:pt x="1327" y="14850"/>
                  </a:cubicBezTo>
                  <a:cubicBezTo>
                    <a:pt x="1327" y="14745"/>
                    <a:pt x="1352" y="14544"/>
                    <a:pt x="1522" y="14373"/>
                  </a:cubicBezTo>
                  <a:lnTo>
                    <a:pt x="3593" y="12266"/>
                  </a:lnTo>
                  <a:cubicBezTo>
                    <a:pt x="3599" y="12260"/>
                    <a:pt x="3601" y="12251"/>
                    <a:pt x="3607" y="12245"/>
                  </a:cubicBezTo>
                  <a:lnTo>
                    <a:pt x="9202" y="17932"/>
                  </a:lnTo>
                  <a:cubicBezTo>
                    <a:pt x="9196" y="17937"/>
                    <a:pt x="9187" y="17939"/>
                    <a:pt x="9182" y="17945"/>
                  </a:cubicBezTo>
                  <a:moveTo>
                    <a:pt x="6056" y="593"/>
                  </a:moveTo>
                  <a:cubicBezTo>
                    <a:pt x="5675" y="205"/>
                    <a:pt x="5165" y="0"/>
                    <a:pt x="4647" y="0"/>
                  </a:cubicBezTo>
                  <a:cubicBezTo>
                    <a:pt x="4390" y="0"/>
                    <a:pt x="4132" y="49"/>
                    <a:pt x="3885" y="154"/>
                  </a:cubicBezTo>
                  <a:cubicBezTo>
                    <a:pt x="3141" y="467"/>
                    <a:pt x="2655" y="1205"/>
                    <a:pt x="2655" y="2025"/>
                  </a:cubicBezTo>
                  <a:lnTo>
                    <a:pt x="2654" y="11311"/>
                  </a:lnTo>
                  <a:lnTo>
                    <a:pt x="583" y="13418"/>
                  </a:lnTo>
                  <a:cubicBezTo>
                    <a:pt x="-195" y="14208"/>
                    <a:pt x="-195" y="15491"/>
                    <a:pt x="583" y="16281"/>
                  </a:cubicBezTo>
                  <a:lnTo>
                    <a:pt x="5231" y="21006"/>
                  </a:lnTo>
                  <a:cubicBezTo>
                    <a:pt x="5620" y="21402"/>
                    <a:pt x="6131" y="21599"/>
                    <a:pt x="6640" y="21599"/>
                  </a:cubicBezTo>
                  <a:cubicBezTo>
                    <a:pt x="7150" y="21599"/>
                    <a:pt x="7659" y="21402"/>
                    <a:pt x="8048" y="21006"/>
                  </a:cubicBezTo>
                  <a:lnTo>
                    <a:pt x="10121" y="18900"/>
                  </a:lnTo>
                  <a:lnTo>
                    <a:pt x="19255" y="18900"/>
                  </a:lnTo>
                  <a:cubicBezTo>
                    <a:pt x="20062" y="18900"/>
                    <a:pt x="20788" y="18407"/>
                    <a:pt x="21095" y="17650"/>
                  </a:cubicBezTo>
                  <a:cubicBezTo>
                    <a:pt x="21405" y="16893"/>
                    <a:pt x="21234" y="16022"/>
                    <a:pt x="20663" y="15443"/>
                  </a:cubicBezTo>
                  <a:cubicBezTo>
                    <a:pt x="20663" y="15443"/>
                    <a:pt x="6056" y="593"/>
                    <a:pt x="6056" y="5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Freeform: Shape 34"/>
            <p:cNvSpPr/>
            <p:nvPr>
              <p:custDataLst>
                <p:tags r:id="rId29"/>
              </p:custDataLst>
            </p:nvPr>
          </p:nvSpPr>
          <p:spPr bwMode="auto">
            <a:xfrm>
              <a:off x="7261" y="5403"/>
              <a:ext cx="284" cy="28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37" y="2880"/>
                  </a:moveTo>
                  <a:lnTo>
                    <a:pt x="1437" y="2885"/>
                  </a:lnTo>
                  <a:cubicBezTo>
                    <a:pt x="10965" y="2885"/>
                    <a:pt x="18717" y="10637"/>
                    <a:pt x="18717" y="20165"/>
                  </a:cubicBezTo>
                  <a:lnTo>
                    <a:pt x="18720" y="20165"/>
                  </a:lnTo>
                  <a:cubicBezTo>
                    <a:pt x="18722" y="20959"/>
                    <a:pt x="19366" y="21600"/>
                    <a:pt x="20160" y="21600"/>
                  </a:cubicBezTo>
                  <a:cubicBezTo>
                    <a:pt x="20955" y="21600"/>
                    <a:pt x="21599" y="20956"/>
                    <a:pt x="21599" y="20160"/>
                  </a:cubicBezTo>
                  <a:cubicBezTo>
                    <a:pt x="21599" y="20155"/>
                    <a:pt x="21597" y="20152"/>
                    <a:pt x="21597" y="20148"/>
                  </a:cubicBezTo>
                  <a:cubicBezTo>
                    <a:pt x="21588" y="9034"/>
                    <a:pt x="12588" y="28"/>
                    <a:pt x="1476" y="8"/>
                  </a:cubicBezTo>
                  <a:cubicBezTo>
                    <a:pt x="1465" y="7"/>
                    <a:pt x="1454" y="0"/>
                    <a:pt x="1440" y="0"/>
                  </a:cubicBezTo>
                  <a:cubicBezTo>
                    <a:pt x="644" y="0"/>
                    <a:pt x="0" y="644"/>
                    <a:pt x="0" y="1440"/>
                  </a:cubicBezTo>
                  <a:cubicBezTo>
                    <a:pt x="0" y="2234"/>
                    <a:pt x="644" y="2878"/>
                    <a:pt x="1437" y="2880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Freeform: Shape 11"/>
            <p:cNvSpPr/>
            <p:nvPr>
              <p:custDataLst>
                <p:tags r:id="rId30"/>
              </p:custDataLst>
            </p:nvPr>
          </p:nvSpPr>
          <p:spPr bwMode="auto">
            <a:xfrm>
              <a:off x="7067" y="3250"/>
              <a:ext cx="3274" cy="1625"/>
            </a:xfrm>
            <a:custGeom>
              <a:avLst/>
              <a:gdLst>
                <a:gd name="T0" fmla="*/ 507 w 1172"/>
                <a:gd name="T1" fmla="*/ 0 h 582"/>
                <a:gd name="T2" fmla="*/ 453 w 1172"/>
                <a:gd name="T3" fmla="*/ 4 h 582"/>
                <a:gd name="T4" fmla="*/ 254 w 1172"/>
                <a:gd name="T5" fmla="*/ 143 h 582"/>
                <a:gd name="T6" fmla="*/ 0 w 1172"/>
                <a:gd name="T7" fmla="*/ 582 h 582"/>
                <a:gd name="T8" fmla="*/ 237 w 1172"/>
                <a:gd name="T9" fmla="*/ 454 h 582"/>
                <a:gd name="T10" fmla="*/ 721 w 1172"/>
                <a:gd name="T11" fmla="*/ 386 h 582"/>
                <a:gd name="T12" fmla="*/ 898 w 1172"/>
                <a:gd name="T13" fmla="*/ 394 h 582"/>
                <a:gd name="T14" fmla="*/ 1172 w 1172"/>
                <a:gd name="T15" fmla="*/ 508 h 582"/>
                <a:gd name="T16" fmla="*/ 898 w 1172"/>
                <a:gd name="T17" fmla="*/ 166 h 582"/>
                <a:gd name="T18" fmla="*/ 507 w 1172"/>
                <a:gd name="T1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2" h="582">
                  <a:moveTo>
                    <a:pt x="507" y="0"/>
                  </a:moveTo>
                  <a:cubicBezTo>
                    <a:pt x="477" y="0"/>
                    <a:pt x="457" y="4"/>
                    <a:pt x="453" y="4"/>
                  </a:cubicBezTo>
                  <a:cubicBezTo>
                    <a:pt x="372" y="23"/>
                    <a:pt x="290" y="80"/>
                    <a:pt x="254" y="143"/>
                  </a:cubicBezTo>
                  <a:cubicBezTo>
                    <a:pt x="0" y="582"/>
                    <a:pt x="0" y="582"/>
                    <a:pt x="0" y="582"/>
                  </a:cubicBezTo>
                  <a:cubicBezTo>
                    <a:pt x="57" y="534"/>
                    <a:pt x="134" y="487"/>
                    <a:pt x="237" y="454"/>
                  </a:cubicBezTo>
                  <a:cubicBezTo>
                    <a:pt x="411" y="397"/>
                    <a:pt x="596" y="386"/>
                    <a:pt x="721" y="386"/>
                  </a:cubicBezTo>
                  <a:cubicBezTo>
                    <a:pt x="812" y="386"/>
                    <a:pt x="879" y="392"/>
                    <a:pt x="898" y="394"/>
                  </a:cubicBezTo>
                  <a:cubicBezTo>
                    <a:pt x="1000" y="403"/>
                    <a:pt x="1095" y="444"/>
                    <a:pt x="1172" y="508"/>
                  </a:cubicBezTo>
                  <a:cubicBezTo>
                    <a:pt x="1108" y="403"/>
                    <a:pt x="1015" y="272"/>
                    <a:pt x="898" y="166"/>
                  </a:cubicBezTo>
                  <a:cubicBezTo>
                    <a:pt x="739" y="22"/>
                    <a:pt x="585" y="0"/>
                    <a:pt x="50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25"/>
            <p:cNvSpPr/>
            <p:nvPr>
              <p:custDataLst>
                <p:tags r:id="rId31"/>
              </p:custDataLst>
            </p:nvPr>
          </p:nvSpPr>
          <p:spPr bwMode="auto">
            <a:xfrm>
              <a:off x="8248" y="3625"/>
              <a:ext cx="379" cy="308"/>
            </a:xfrm>
            <a:custGeom>
              <a:avLst/>
              <a:gdLst>
                <a:gd name="T0" fmla="+- 0 10800 376"/>
                <a:gd name="T1" fmla="*/ T0 w 20848"/>
                <a:gd name="T2" fmla="*/ 10800 h 21600"/>
                <a:gd name="T3" fmla="+- 0 10800 376"/>
                <a:gd name="T4" fmla="*/ T3 w 20848"/>
                <a:gd name="T5" fmla="*/ 10800 h 21600"/>
                <a:gd name="T6" fmla="+- 0 10800 376"/>
                <a:gd name="T7" fmla="*/ T6 w 20848"/>
                <a:gd name="T8" fmla="*/ 10800 h 21600"/>
                <a:gd name="T9" fmla="+- 0 10800 376"/>
                <a:gd name="T10" fmla="*/ T9 w 208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0848" h="21600">
                  <a:moveTo>
                    <a:pt x="18728" y="19178"/>
                  </a:moveTo>
                  <a:cubicBezTo>
                    <a:pt x="13191" y="20631"/>
                    <a:pt x="7654" y="20631"/>
                    <a:pt x="2118" y="19178"/>
                  </a:cubicBezTo>
                  <a:cubicBezTo>
                    <a:pt x="678" y="13592"/>
                    <a:pt x="678" y="8008"/>
                    <a:pt x="2118" y="2421"/>
                  </a:cubicBezTo>
                  <a:cubicBezTo>
                    <a:pt x="7654" y="968"/>
                    <a:pt x="13191" y="968"/>
                    <a:pt x="18728" y="2421"/>
                  </a:cubicBezTo>
                  <a:cubicBezTo>
                    <a:pt x="20168" y="8008"/>
                    <a:pt x="20168" y="13592"/>
                    <a:pt x="18728" y="19178"/>
                  </a:cubicBezTo>
                  <a:moveTo>
                    <a:pt x="18938" y="1116"/>
                  </a:moveTo>
                  <a:cubicBezTo>
                    <a:pt x="16114" y="375"/>
                    <a:pt x="13249" y="0"/>
                    <a:pt x="10423" y="0"/>
                  </a:cubicBezTo>
                  <a:cubicBezTo>
                    <a:pt x="7597" y="0"/>
                    <a:pt x="4732" y="375"/>
                    <a:pt x="1908" y="1116"/>
                  </a:cubicBezTo>
                  <a:cubicBezTo>
                    <a:pt x="1543" y="1213"/>
                    <a:pt x="1244" y="1552"/>
                    <a:pt x="1127" y="2004"/>
                  </a:cubicBezTo>
                  <a:cubicBezTo>
                    <a:pt x="-376" y="7841"/>
                    <a:pt x="-376" y="13759"/>
                    <a:pt x="1127" y="19593"/>
                  </a:cubicBezTo>
                  <a:cubicBezTo>
                    <a:pt x="1244" y="20047"/>
                    <a:pt x="1543" y="20386"/>
                    <a:pt x="1908" y="20482"/>
                  </a:cubicBezTo>
                  <a:cubicBezTo>
                    <a:pt x="4732" y="21224"/>
                    <a:pt x="7597" y="21600"/>
                    <a:pt x="10423" y="21600"/>
                  </a:cubicBezTo>
                  <a:cubicBezTo>
                    <a:pt x="13249" y="21600"/>
                    <a:pt x="16114" y="21224"/>
                    <a:pt x="18938" y="20482"/>
                  </a:cubicBezTo>
                  <a:cubicBezTo>
                    <a:pt x="19303" y="20386"/>
                    <a:pt x="19602" y="20047"/>
                    <a:pt x="19719" y="19593"/>
                  </a:cubicBezTo>
                  <a:cubicBezTo>
                    <a:pt x="21223" y="13759"/>
                    <a:pt x="21223" y="7841"/>
                    <a:pt x="19719" y="2004"/>
                  </a:cubicBezTo>
                  <a:cubicBezTo>
                    <a:pt x="19602" y="1552"/>
                    <a:pt x="19303" y="1213"/>
                    <a:pt x="18938" y="11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26"/>
            <p:cNvSpPr/>
            <p:nvPr>
              <p:custDataLst>
                <p:tags r:id="rId32"/>
              </p:custDataLst>
            </p:nvPr>
          </p:nvSpPr>
          <p:spPr bwMode="auto">
            <a:xfrm>
              <a:off x="8172" y="3549"/>
              <a:ext cx="606" cy="474"/>
            </a:xfrm>
            <a:custGeom>
              <a:avLst/>
              <a:gdLst>
                <a:gd name="T0" fmla="+- 0 10800 252"/>
                <a:gd name="T1" fmla="*/ T0 w 21096"/>
                <a:gd name="T2" fmla="*/ 10800 h 21600"/>
                <a:gd name="T3" fmla="+- 0 10800 252"/>
                <a:gd name="T4" fmla="*/ T3 w 21096"/>
                <a:gd name="T5" fmla="*/ 10800 h 21600"/>
                <a:gd name="T6" fmla="+- 0 10800 252"/>
                <a:gd name="T7" fmla="*/ T6 w 21096"/>
                <a:gd name="T8" fmla="*/ 10800 h 21600"/>
                <a:gd name="T9" fmla="+- 0 10800 252"/>
                <a:gd name="T10" fmla="*/ T9 w 210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096" h="21600">
                  <a:moveTo>
                    <a:pt x="19056" y="18331"/>
                  </a:moveTo>
                  <a:cubicBezTo>
                    <a:pt x="13383" y="19233"/>
                    <a:pt x="7711" y="19233"/>
                    <a:pt x="2038" y="18331"/>
                  </a:cubicBezTo>
                  <a:cubicBezTo>
                    <a:pt x="1074" y="13022"/>
                    <a:pt x="1074" y="7713"/>
                    <a:pt x="2038" y="2404"/>
                  </a:cubicBezTo>
                  <a:cubicBezTo>
                    <a:pt x="7711" y="1502"/>
                    <a:pt x="13383" y="1502"/>
                    <a:pt x="19056" y="2404"/>
                  </a:cubicBezTo>
                  <a:cubicBezTo>
                    <a:pt x="20021" y="7713"/>
                    <a:pt x="20021" y="13022"/>
                    <a:pt x="19056" y="18331"/>
                  </a:cubicBezTo>
                  <a:moveTo>
                    <a:pt x="20338" y="2005"/>
                  </a:moveTo>
                  <a:cubicBezTo>
                    <a:pt x="20211" y="1301"/>
                    <a:pt x="19762" y="776"/>
                    <a:pt x="19215" y="689"/>
                  </a:cubicBezTo>
                  <a:cubicBezTo>
                    <a:pt x="16339" y="232"/>
                    <a:pt x="13423" y="0"/>
                    <a:pt x="10547" y="0"/>
                  </a:cubicBezTo>
                  <a:cubicBezTo>
                    <a:pt x="7671" y="0"/>
                    <a:pt x="4755" y="232"/>
                    <a:pt x="1879" y="689"/>
                  </a:cubicBezTo>
                  <a:cubicBezTo>
                    <a:pt x="1332" y="776"/>
                    <a:pt x="883" y="1301"/>
                    <a:pt x="756" y="2005"/>
                  </a:cubicBezTo>
                  <a:cubicBezTo>
                    <a:pt x="-252" y="7553"/>
                    <a:pt x="-252" y="13181"/>
                    <a:pt x="756" y="18731"/>
                  </a:cubicBezTo>
                  <a:cubicBezTo>
                    <a:pt x="883" y="19434"/>
                    <a:pt x="1332" y="19959"/>
                    <a:pt x="1879" y="20046"/>
                  </a:cubicBezTo>
                  <a:cubicBezTo>
                    <a:pt x="3265" y="20266"/>
                    <a:pt x="4660" y="20429"/>
                    <a:pt x="6055" y="20544"/>
                  </a:cubicBezTo>
                  <a:cubicBezTo>
                    <a:pt x="5979" y="20606"/>
                    <a:pt x="5931" y="20670"/>
                    <a:pt x="5931" y="20735"/>
                  </a:cubicBezTo>
                  <a:cubicBezTo>
                    <a:pt x="5931" y="21213"/>
                    <a:pt x="7997" y="21599"/>
                    <a:pt x="10547" y="21599"/>
                  </a:cubicBezTo>
                  <a:cubicBezTo>
                    <a:pt x="13097" y="21599"/>
                    <a:pt x="15164" y="21213"/>
                    <a:pt x="15164" y="20735"/>
                  </a:cubicBezTo>
                  <a:cubicBezTo>
                    <a:pt x="15164" y="20670"/>
                    <a:pt x="15115" y="20606"/>
                    <a:pt x="15040" y="20544"/>
                  </a:cubicBezTo>
                  <a:cubicBezTo>
                    <a:pt x="16434" y="20429"/>
                    <a:pt x="17830" y="20266"/>
                    <a:pt x="19215" y="20046"/>
                  </a:cubicBezTo>
                  <a:cubicBezTo>
                    <a:pt x="19762" y="19959"/>
                    <a:pt x="20211" y="19434"/>
                    <a:pt x="20338" y="18731"/>
                  </a:cubicBezTo>
                  <a:cubicBezTo>
                    <a:pt x="21347" y="13181"/>
                    <a:pt x="21347" y="7553"/>
                    <a:pt x="20338" y="2005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27"/>
            <p:cNvSpPr/>
            <p:nvPr>
              <p:custDataLst>
                <p:tags r:id="rId33"/>
              </p:custDataLst>
            </p:nvPr>
          </p:nvSpPr>
          <p:spPr bwMode="auto">
            <a:xfrm>
              <a:off x="8645" y="3644"/>
              <a:ext cx="57" cy="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200"/>
                  </a:moveTo>
                  <a:cubicBezTo>
                    <a:pt x="12779" y="7200"/>
                    <a:pt x="14399" y="8820"/>
                    <a:pt x="14399" y="10800"/>
                  </a:cubicBezTo>
                  <a:cubicBezTo>
                    <a:pt x="14399" y="12779"/>
                    <a:pt x="12779" y="14400"/>
                    <a:pt x="10800" y="14400"/>
                  </a:cubicBezTo>
                  <a:cubicBezTo>
                    <a:pt x="8820" y="14400"/>
                    <a:pt x="7199" y="12779"/>
                    <a:pt x="7199" y="10800"/>
                  </a:cubicBezTo>
                  <a:cubicBezTo>
                    <a:pt x="7199" y="8820"/>
                    <a:pt x="8820" y="7200"/>
                    <a:pt x="10800" y="7200"/>
                  </a:cubicBezTo>
                  <a:moveTo>
                    <a:pt x="10800" y="21599"/>
                  </a:move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28"/>
            <p:cNvSpPr/>
            <p:nvPr>
              <p:custDataLst>
                <p:tags r:id="rId34"/>
              </p:custDataLst>
            </p:nvPr>
          </p:nvSpPr>
          <p:spPr bwMode="auto">
            <a:xfrm>
              <a:off x="8627" y="3890"/>
              <a:ext cx="76" cy="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29"/>
            <p:cNvSpPr/>
            <p:nvPr>
              <p:custDataLst>
                <p:tags r:id="rId35"/>
              </p:custDataLst>
            </p:nvPr>
          </p:nvSpPr>
          <p:spPr bwMode="auto">
            <a:xfrm>
              <a:off x="8645" y="3833"/>
              <a:ext cx="77" cy="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30"/>
            <p:cNvSpPr/>
            <p:nvPr>
              <p:custDataLst>
                <p:tags r:id="rId36"/>
              </p:custDataLst>
            </p:nvPr>
          </p:nvSpPr>
          <p:spPr bwMode="auto">
            <a:xfrm>
              <a:off x="8645" y="3777"/>
              <a:ext cx="77" cy="1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31"/>
            <p:cNvSpPr/>
            <p:nvPr>
              <p:custDataLst>
                <p:tags r:id="rId37"/>
              </p:custDataLst>
            </p:nvPr>
          </p:nvSpPr>
          <p:spPr bwMode="auto">
            <a:xfrm>
              <a:off x="8324" y="3700"/>
              <a:ext cx="113" cy="80"/>
            </a:xfrm>
            <a:custGeom>
              <a:avLst/>
              <a:gdLst>
                <a:gd name="T0" fmla="+- 0 10822 44"/>
                <a:gd name="T1" fmla="*/ T0 w 21556"/>
                <a:gd name="T2" fmla="+- 0 10826 53"/>
                <a:gd name="T3" fmla="*/ 10826 h 21547"/>
                <a:gd name="T4" fmla="+- 0 10822 44"/>
                <a:gd name="T5" fmla="*/ T4 w 21556"/>
                <a:gd name="T6" fmla="+- 0 10826 53"/>
                <a:gd name="T7" fmla="*/ 10826 h 21547"/>
                <a:gd name="T8" fmla="+- 0 10822 44"/>
                <a:gd name="T9" fmla="*/ T8 w 21556"/>
                <a:gd name="T10" fmla="+- 0 10826 53"/>
                <a:gd name="T11" fmla="*/ 10826 h 21547"/>
                <a:gd name="T12" fmla="+- 0 10822 44"/>
                <a:gd name="T13" fmla="*/ T12 w 21556"/>
                <a:gd name="T14" fmla="+- 0 10826 53"/>
                <a:gd name="T15" fmla="*/ 10826 h 2154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56" h="21547">
                  <a:moveTo>
                    <a:pt x="19751" y="2"/>
                  </a:moveTo>
                  <a:lnTo>
                    <a:pt x="3200" y="1845"/>
                  </a:lnTo>
                  <a:cubicBezTo>
                    <a:pt x="2215" y="2010"/>
                    <a:pt x="1272" y="3284"/>
                    <a:pt x="1106" y="4676"/>
                  </a:cubicBezTo>
                  <a:lnTo>
                    <a:pt x="1" y="18986"/>
                  </a:lnTo>
                  <a:cubicBezTo>
                    <a:pt x="-44" y="20398"/>
                    <a:pt x="724" y="21547"/>
                    <a:pt x="1712" y="21547"/>
                  </a:cubicBezTo>
                  <a:cubicBezTo>
                    <a:pt x="2698" y="21547"/>
                    <a:pt x="3542" y="20398"/>
                    <a:pt x="3582" y="18978"/>
                  </a:cubicBezTo>
                  <a:lnTo>
                    <a:pt x="4185" y="9251"/>
                  </a:lnTo>
                  <a:cubicBezTo>
                    <a:pt x="4319" y="7849"/>
                    <a:pt x="5235" y="6592"/>
                    <a:pt x="6220" y="6447"/>
                  </a:cubicBezTo>
                  <a:lnTo>
                    <a:pt x="19751" y="5128"/>
                  </a:lnTo>
                  <a:cubicBezTo>
                    <a:pt x="20743" y="5078"/>
                    <a:pt x="21556" y="3884"/>
                    <a:pt x="21556" y="2467"/>
                  </a:cubicBezTo>
                  <a:cubicBezTo>
                    <a:pt x="21556" y="1055"/>
                    <a:pt x="20743" y="-53"/>
                    <a:pt x="19751" y="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93725" y="2121535"/>
            <a:ext cx="3475990" cy="789305"/>
            <a:chOff x="935" y="3341"/>
            <a:chExt cx="5474" cy="1243"/>
          </a:xfrm>
        </p:grpSpPr>
        <p:sp>
          <p:nvSpPr>
            <p:cNvPr id="68" name="矩形 67"/>
            <p:cNvSpPr/>
            <p:nvPr>
              <p:custDataLst>
                <p:tags r:id="rId38"/>
              </p:custDataLst>
            </p:nvPr>
          </p:nvSpPr>
          <p:spPr>
            <a:xfrm>
              <a:off x="2895" y="3341"/>
              <a:ext cx="3514" cy="626"/>
            </a:xfrm>
            <a:prstGeom prst="rect">
              <a:avLst/>
            </a:prstGeom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mysql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数据库操作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47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935" y="3920"/>
              <a:ext cx="5474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mysql = require('mysql');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462520" y="4136390"/>
            <a:ext cx="4483100" cy="784225"/>
            <a:chOff x="11752" y="6514"/>
            <a:chExt cx="7060" cy="1235"/>
          </a:xfrm>
        </p:grpSpPr>
        <p:sp>
          <p:nvSpPr>
            <p:cNvPr id="71" name="矩形 70"/>
            <p:cNvSpPr/>
            <p:nvPr>
              <p:custDataLst>
                <p:tags r:id="rId40"/>
              </p:custDataLst>
            </p:nvPr>
          </p:nvSpPr>
          <p:spPr>
            <a:xfrm>
              <a:off x="12503" y="6514"/>
              <a:ext cx="2286" cy="626"/>
            </a:xfrm>
            <a:prstGeom prst="rect">
              <a:avLst/>
            </a:prstGeom>
            <a:effectLst/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格式化日期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47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1752" y="7085"/>
              <a:ext cx="7060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timestamp = require('time-stamp'); 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71475" y="4140200"/>
            <a:ext cx="3698240" cy="789940"/>
            <a:chOff x="585" y="6520"/>
            <a:chExt cx="5824" cy="1244"/>
          </a:xfrm>
        </p:grpSpPr>
        <p:sp>
          <p:nvSpPr>
            <p:cNvPr id="74" name="矩形 73"/>
            <p:cNvSpPr/>
            <p:nvPr>
              <p:custDataLst>
                <p:tags r:id="rId42"/>
              </p:custDataLst>
            </p:nvPr>
          </p:nvSpPr>
          <p:spPr>
            <a:xfrm>
              <a:off x="3795" y="6520"/>
              <a:ext cx="2614" cy="626"/>
            </a:xfrm>
            <a:prstGeom prst="rect">
              <a:avLst/>
            </a:prstGeom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express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框架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47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85" y="7099"/>
              <a:ext cx="5824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express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= require('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express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');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6" name="圆角矩形 8"/>
          <p:cNvSpPr/>
          <p:nvPr>
            <p:custDataLst>
              <p:tags r:id="rId44"/>
            </p:custDataLst>
          </p:nvPr>
        </p:nvSpPr>
        <p:spPr>
          <a:xfrm>
            <a:off x="1692910" y="1172845"/>
            <a:ext cx="9279890" cy="584835"/>
          </a:xfrm>
          <a:prstGeom prst="roundRect">
            <a:avLst>
              <a:gd name="adj" fmla="val 14029"/>
            </a:avLst>
          </a:prstGeom>
          <a:solidFill>
            <a:schemeClr val="accent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必须先使用 NPM 等工具进行下载，在代码中通过 require 加载。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286885" y="5529580"/>
            <a:ext cx="4579620" cy="813435"/>
            <a:chOff x="6751" y="8708"/>
            <a:chExt cx="7212" cy="1281"/>
          </a:xfrm>
        </p:grpSpPr>
        <p:sp>
          <p:nvSpPr>
            <p:cNvPr id="79" name="矩形 78"/>
            <p:cNvSpPr/>
            <p:nvPr>
              <p:custDataLst>
                <p:tags r:id="rId45"/>
              </p:custDataLst>
            </p:nvPr>
          </p:nvSpPr>
          <p:spPr>
            <a:xfrm>
              <a:off x="7738" y="8708"/>
              <a:ext cx="2636" cy="626"/>
            </a:xfrm>
            <a:prstGeom prst="rect">
              <a:avLst/>
            </a:prstGeom>
          </p:spPr>
          <p:txBody>
            <a:bodyPr wrap="none" lIns="91431" tIns="45716" rIns="91431" bIns="45716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session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处理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0" name="矩形 47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6751" y="9325"/>
              <a:ext cx="7212" cy="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 session = require('express-session');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4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380865" y="1875790"/>
            <a:ext cx="3404870" cy="3404870"/>
            <a:chOff x="6899" y="2954"/>
            <a:chExt cx="5362" cy="5362"/>
          </a:xfrm>
        </p:grpSpPr>
        <p:sp>
          <p:nvSpPr>
            <p:cNvPr id="54" name="任意多边形 2"/>
            <p:cNvSpPr/>
            <p:nvPr>
              <p:custDataLst>
                <p:tags r:id="rId3"/>
              </p:custDataLst>
            </p:nvPr>
          </p:nvSpPr>
          <p:spPr>
            <a:xfrm>
              <a:off x="6899" y="2954"/>
              <a:ext cx="5363" cy="5363"/>
            </a:xfrm>
            <a:custGeom>
              <a:avLst/>
              <a:gdLst>
                <a:gd name="connsiteX0" fmla="*/ 0 w 2554358"/>
                <a:gd name="connsiteY0" fmla="*/ 1912699 h 2554358"/>
                <a:gd name="connsiteX1" fmla="*/ 114698 w 2554358"/>
                <a:gd name="connsiteY1" fmla="*/ 1912699 h 2554358"/>
                <a:gd name="connsiteX2" fmla="*/ 178611 w 2554358"/>
                <a:gd name="connsiteY2" fmla="*/ 2017903 h 2554358"/>
                <a:gd name="connsiteX3" fmla="*/ 883216 w 2554358"/>
                <a:gd name="connsiteY3" fmla="*/ 2542445 h 2554358"/>
                <a:gd name="connsiteX4" fmla="*/ 929546 w 2554358"/>
                <a:gd name="connsiteY4" fmla="*/ 2554358 h 2554358"/>
                <a:gd name="connsiteX5" fmla="*/ 0 w 2554358"/>
                <a:gd name="connsiteY5" fmla="*/ 2554358 h 2554358"/>
                <a:gd name="connsiteX6" fmla="*/ 1277179 w 2554358"/>
                <a:gd name="connsiteY6" fmla="*/ 0 h 2554358"/>
                <a:gd name="connsiteX7" fmla="*/ 2554358 w 2554358"/>
                <a:gd name="connsiteY7" fmla="*/ 1277179 h 2554358"/>
                <a:gd name="connsiteX8" fmla="*/ 2453991 w 2554358"/>
                <a:gd name="connsiteY8" fmla="*/ 1774315 h 2554358"/>
                <a:gd name="connsiteX9" fmla="*/ 2401861 w 2554358"/>
                <a:gd name="connsiteY9" fmla="*/ 1870357 h 2554358"/>
                <a:gd name="connsiteX10" fmla="*/ 1510371 w 2554358"/>
                <a:gd name="connsiteY10" fmla="*/ 1870357 h 2554358"/>
                <a:gd name="connsiteX11" fmla="*/ 1525746 w 2554358"/>
                <a:gd name="connsiteY11" fmla="*/ 1865585 h 2554358"/>
                <a:gd name="connsiteX12" fmla="*/ 1915767 w 2554358"/>
                <a:gd name="connsiteY12" fmla="*/ 1277179 h 2554358"/>
                <a:gd name="connsiteX13" fmla="*/ 1277178 w 2554358"/>
                <a:gd name="connsiteY13" fmla="*/ 638590 h 2554358"/>
                <a:gd name="connsiteX14" fmla="*/ 638589 w 2554358"/>
                <a:gd name="connsiteY14" fmla="*/ 1277179 h 2554358"/>
                <a:gd name="connsiteX15" fmla="*/ 1277178 w 2554358"/>
                <a:gd name="connsiteY15" fmla="*/ 1915768 h 2554358"/>
                <a:gd name="connsiteX16" fmla="*/ 1277178 w 2554358"/>
                <a:gd name="connsiteY16" fmla="*/ 2554357 h 2554358"/>
                <a:gd name="connsiteX17" fmla="*/ 1277179 w 2554358"/>
                <a:gd name="connsiteY17" fmla="*/ 2554357 h 2554358"/>
                <a:gd name="connsiteX18" fmla="*/ 1277179 w 2554358"/>
                <a:gd name="connsiteY18" fmla="*/ 1912699 h 2554358"/>
                <a:gd name="connsiteX19" fmla="*/ 2554358 w 2554358"/>
                <a:gd name="connsiteY19" fmla="*/ 1912699 h 2554358"/>
                <a:gd name="connsiteX20" fmla="*/ 2554358 w 2554358"/>
                <a:gd name="connsiteY20" fmla="*/ 2554358 h 2554358"/>
                <a:gd name="connsiteX21" fmla="*/ 1277179 w 2554358"/>
                <a:gd name="connsiteY21" fmla="*/ 2554358 h 2554358"/>
                <a:gd name="connsiteX22" fmla="*/ 0 w 2554358"/>
                <a:gd name="connsiteY22" fmla="*/ 1277179 h 2554358"/>
                <a:gd name="connsiteX23" fmla="*/ 1277179 w 2554358"/>
                <a:gd name="connsiteY23" fmla="*/ 0 h 255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54358" h="2554358">
                  <a:moveTo>
                    <a:pt x="0" y="1912699"/>
                  </a:moveTo>
                  <a:lnTo>
                    <a:pt x="114698" y="1912699"/>
                  </a:lnTo>
                  <a:lnTo>
                    <a:pt x="178611" y="2017903"/>
                  </a:lnTo>
                  <a:cubicBezTo>
                    <a:pt x="345268" y="2264588"/>
                    <a:pt x="592826" y="2452125"/>
                    <a:pt x="883216" y="2542445"/>
                  </a:cubicBezTo>
                  <a:lnTo>
                    <a:pt x="929546" y="2554358"/>
                  </a:lnTo>
                  <a:lnTo>
                    <a:pt x="0" y="2554358"/>
                  </a:lnTo>
                  <a:close/>
                  <a:moveTo>
                    <a:pt x="1277179" y="0"/>
                  </a:moveTo>
                  <a:cubicBezTo>
                    <a:pt x="1982545" y="0"/>
                    <a:pt x="2554358" y="571813"/>
                    <a:pt x="2554358" y="1277179"/>
                  </a:cubicBezTo>
                  <a:cubicBezTo>
                    <a:pt x="2554358" y="1453521"/>
                    <a:pt x="2518620" y="1621515"/>
                    <a:pt x="2453991" y="1774315"/>
                  </a:cubicBezTo>
                  <a:lnTo>
                    <a:pt x="2401861" y="1870357"/>
                  </a:lnTo>
                  <a:lnTo>
                    <a:pt x="1510371" y="1870357"/>
                  </a:lnTo>
                  <a:lnTo>
                    <a:pt x="1525746" y="1865585"/>
                  </a:lnTo>
                  <a:cubicBezTo>
                    <a:pt x="1754945" y="1768642"/>
                    <a:pt x="1915767" y="1541691"/>
                    <a:pt x="1915767" y="1277179"/>
                  </a:cubicBezTo>
                  <a:cubicBezTo>
                    <a:pt x="1915767" y="924496"/>
                    <a:pt x="1629861" y="638590"/>
                    <a:pt x="1277178" y="638590"/>
                  </a:cubicBezTo>
                  <a:cubicBezTo>
                    <a:pt x="924495" y="638590"/>
                    <a:pt x="638589" y="924496"/>
                    <a:pt x="638589" y="1277179"/>
                  </a:cubicBezTo>
                  <a:cubicBezTo>
                    <a:pt x="638589" y="1629862"/>
                    <a:pt x="924495" y="1915768"/>
                    <a:pt x="1277178" y="1915768"/>
                  </a:cubicBezTo>
                  <a:lnTo>
                    <a:pt x="1277178" y="2554357"/>
                  </a:lnTo>
                  <a:lnTo>
                    <a:pt x="1277179" y="2554357"/>
                  </a:lnTo>
                  <a:lnTo>
                    <a:pt x="1277179" y="1912699"/>
                  </a:lnTo>
                  <a:lnTo>
                    <a:pt x="2554358" y="1912699"/>
                  </a:lnTo>
                  <a:lnTo>
                    <a:pt x="2554358" y="2554358"/>
                  </a:lnTo>
                  <a:lnTo>
                    <a:pt x="1277179" y="2554358"/>
                  </a:lnTo>
                  <a:cubicBezTo>
                    <a:pt x="571813" y="2554358"/>
                    <a:pt x="0" y="1982545"/>
                    <a:pt x="0" y="1277179"/>
                  </a:cubicBezTo>
                  <a:cubicBezTo>
                    <a:pt x="0" y="571813"/>
                    <a:pt x="571813" y="0"/>
                    <a:pt x="12771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8578" y="4957"/>
              <a:ext cx="2000" cy="87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自定义模块</a:t>
              </a:r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自定义模块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50265" y="4425950"/>
            <a:ext cx="3530600" cy="855980"/>
            <a:chOff x="1339" y="6970"/>
            <a:chExt cx="5560" cy="1348"/>
          </a:xfrm>
        </p:grpSpPr>
        <p:sp>
          <p:nvSpPr>
            <p:cNvPr id="42" name="任意多边形 4"/>
            <p:cNvSpPr/>
            <p:nvPr>
              <p:custDataLst>
                <p:tags r:id="rId5"/>
              </p:custDataLst>
            </p:nvPr>
          </p:nvSpPr>
          <p:spPr>
            <a:xfrm>
              <a:off x="1339" y="6970"/>
              <a:ext cx="5560" cy="1348"/>
            </a:xfrm>
            <a:custGeom>
              <a:avLst/>
              <a:gdLst>
                <a:gd name="connsiteX0" fmla="*/ 0 w 2468619"/>
                <a:gd name="connsiteY0" fmla="*/ 0 h 641798"/>
                <a:gd name="connsiteX1" fmla="*/ 2468619 w 2468619"/>
                <a:gd name="connsiteY1" fmla="*/ 0 h 641798"/>
                <a:gd name="connsiteX2" fmla="*/ 2468619 w 2468619"/>
                <a:gd name="connsiteY2" fmla="*/ 641798 h 641798"/>
                <a:gd name="connsiteX3" fmla="*/ 0 w 2468619"/>
                <a:gd name="connsiteY3" fmla="*/ 641798 h 641798"/>
                <a:gd name="connsiteX4" fmla="*/ 0 w 2468619"/>
                <a:gd name="connsiteY4" fmla="*/ 631152 h 641798"/>
                <a:gd name="connsiteX5" fmla="*/ 310253 w 2468619"/>
                <a:gd name="connsiteY5" fmla="*/ 320899 h 641798"/>
                <a:gd name="connsiteX6" fmla="*/ 0 w 2468619"/>
                <a:gd name="connsiteY6" fmla="*/ 10646 h 64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8619" h="641798">
                  <a:moveTo>
                    <a:pt x="0" y="0"/>
                  </a:moveTo>
                  <a:lnTo>
                    <a:pt x="2468619" y="0"/>
                  </a:lnTo>
                  <a:lnTo>
                    <a:pt x="2468619" y="641798"/>
                  </a:lnTo>
                  <a:lnTo>
                    <a:pt x="0" y="641798"/>
                  </a:lnTo>
                  <a:lnTo>
                    <a:pt x="0" y="631152"/>
                  </a:lnTo>
                  <a:lnTo>
                    <a:pt x="310253" y="320899"/>
                  </a:lnTo>
                  <a:lnTo>
                    <a:pt x="0" y="106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6"/>
              </p:custDataLst>
            </p:nvPr>
          </p:nvSpPr>
          <p:spPr>
            <a:xfrm>
              <a:off x="3381" y="7353"/>
              <a:ext cx="2506" cy="53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16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exports.</a:t>
              </a:r>
              <a:r>
                <a:rPr lang="zh-CN" altLang="en-US" sz="16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导出数据</a:t>
              </a:r>
              <a:endPara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7"/>
              </p:custDataLst>
            </p:nvPr>
          </p:nvSpPr>
          <p:spPr>
            <a:xfrm>
              <a:off x="2403" y="7215"/>
              <a:ext cx="606" cy="79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665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01</a:t>
              </a:r>
              <a:endPara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2235" y="7160"/>
              <a:ext cx="968" cy="968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55" name="文本框 54"/>
          <p:cNvSpPr txBox="1"/>
          <p:nvPr>
            <p:custDataLst>
              <p:tags r:id="rId9"/>
            </p:custDataLst>
          </p:nvPr>
        </p:nvSpPr>
        <p:spPr>
          <a:xfrm>
            <a:off x="5249115" y="4515510"/>
            <a:ext cx="2032000" cy="5835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自定义模块的两大对象</a:t>
            </a:r>
            <a:endParaRPr lang="en-US" altLang="zh-CN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exports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require</a:t>
            </a:r>
            <a:endParaRPr lang="en-US" altLang="zh-CN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7" name="TextBox 82"/>
          <p:cNvSpPr txBox="1"/>
          <p:nvPr>
            <p:custDataLst>
              <p:tags r:id="rId10"/>
            </p:custDataLst>
          </p:nvPr>
        </p:nvSpPr>
        <p:spPr>
          <a:xfrm>
            <a:off x="1262643" y="2646258"/>
            <a:ext cx="2781001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中所有的功能都是以模块的形式存在的。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l"/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模块之间相互独立。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任意多边形 3"/>
          <p:cNvSpPr/>
          <p:nvPr>
            <p:custDataLst>
              <p:tags r:id="rId11"/>
            </p:custDataLst>
          </p:nvPr>
        </p:nvSpPr>
        <p:spPr>
          <a:xfrm>
            <a:off x="7786683" y="4425849"/>
            <a:ext cx="3530849" cy="855731"/>
          </a:xfrm>
          <a:custGeom>
            <a:avLst/>
            <a:gdLst>
              <a:gd name="connsiteX0" fmla="*/ 0 w 2468619"/>
              <a:gd name="connsiteY0" fmla="*/ 0 h 641798"/>
              <a:gd name="connsiteX1" fmla="*/ 2147720 w 2468619"/>
              <a:gd name="connsiteY1" fmla="*/ 0 h 641798"/>
              <a:gd name="connsiteX2" fmla="*/ 2468619 w 2468619"/>
              <a:gd name="connsiteY2" fmla="*/ 320899 h 641798"/>
              <a:gd name="connsiteX3" fmla="*/ 2147720 w 2468619"/>
              <a:gd name="connsiteY3" fmla="*/ 641798 h 641798"/>
              <a:gd name="connsiteX4" fmla="*/ 0 w 2468619"/>
              <a:gd name="connsiteY4" fmla="*/ 641798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147720" y="0"/>
                </a:lnTo>
                <a:lnTo>
                  <a:pt x="2468619" y="320899"/>
                </a:lnTo>
                <a:lnTo>
                  <a:pt x="2147720" y="641798"/>
                </a:lnTo>
                <a:lnTo>
                  <a:pt x="0" y="6417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8557260" y="4678045"/>
            <a:ext cx="2606675" cy="33718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module.exports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=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导出数据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3"/>
            </p:custDataLst>
          </p:nvPr>
        </p:nvSpPr>
        <p:spPr>
          <a:xfrm>
            <a:off x="7985760" y="4581525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4" name="任意多边形 13"/>
          <p:cNvSpPr/>
          <p:nvPr>
            <p:custDataLst>
              <p:tags r:id="rId14"/>
            </p:custDataLst>
          </p:nvPr>
        </p:nvSpPr>
        <p:spPr>
          <a:xfrm>
            <a:off x="7879080" y="4546600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2" name="TextBox 82"/>
          <p:cNvSpPr txBox="1"/>
          <p:nvPr>
            <p:custDataLst>
              <p:tags r:id="rId15"/>
            </p:custDataLst>
          </p:nvPr>
        </p:nvSpPr>
        <p:spPr>
          <a:xfrm>
            <a:off x="8123278" y="2563771"/>
            <a:ext cx="2744627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如果需要在模块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B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中使用模块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的功能，模块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就需要将数据导出，模板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B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需加载模块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  <a:sym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9" grpId="0" bldLvl="0" animBg="1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自定义模块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3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 =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暴露数据的方式实现商品价格计算。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3045" y="2930525"/>
            <a:ext cx="7948930" cy="760730"/>
            <a:chOff x="367" y="5479"/>
            <a:chExt cx="12518" cy="1198"/>
          </a:xfrm>
        </p:grpSpPr>
        <p:sp>
          <p:nvSpPr>
            <p:cNvPr id="85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67" y="5578"/>
              <a:ext cx="4921" cy="9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计算：数量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*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单价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90" name="直接连接符 9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 flipV="1">
              <a:off x="6689" y="6159"/>
              <a:ext cx="19" cy="31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直接连接符 76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426" y="6182"/>
              <a:ext cx="12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直接连接符 90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426" y="5479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6689" y="6572"/>
              <a:ext cx="619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219075" y="4742815"/>
            <a:ext cx="6905625" cy="1126490"/>
            <a:chOff x="345" y="7523"/>
            <a:chExt cx="10875" cy="1774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45" y="7523"/>
              <a:ext cx="4921" cy="17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语法格式：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module.exports = { 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函数、变量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4" name="直接连接符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V="1">
              <a:off x="6686" y="8457"/>
              <a:ext cx="0" cy="47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404" y="8457"/>
              <a:ext cx="12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404" y="7858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6727" y="8935"/>
              <a:ext cx="4493" cy="2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3848100" y="1778635"/>
            <a:ext cx="7518400" cy="506730"/>
            <a:chOff x="6960" y="2771"/>
            <a:chExt cx="11840" cy="798"/>
          </a:xfrm>
        </p:grpSpPr>
        <p:sp>
          <p:nvSpPr>
            <p:cNvPr id="64" name="文本框 63"/>
            <p:cNvSpPr txBox="1"/>
            <p:nvPr>
              <p:custDataLst>
                <p:tags r:id="rId14"/>
              </p:custDataLst>
            </p:nvPr>
          </p:nvSpPr>
          <p:spPr>
            <a:xfrm>
              <a:off x="8112" y="2771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创建自定义模块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-price.js</a:t>
              </a:r>
              <a:endParaRPr lang="en-US" altLang="zh-CN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圆角矩形 52"/>
            <p:cNvSpPr/>
            <p:nvPr>
              <p:custDataLst>
                <p:tags r:id="rId15"/>
              </p:custDataLst>
            </p:nvPr>
          </p:nvSpPr>
          <p:spPr>
            <a:xfrm>
              <a:off x="6960" y="2983"/>
              <a:ext cx="955" cy="54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 lnSpcReduction="2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942715" y="2664460"/>
            <a:ext cx="7095490" cy="3354705"/>
            <a:chOff x="6209" y="4196"/>
            <a:chExt cx="11174" cy="5283"/>
          </a:xfrm>
        </p:grpSpPr>
        <p:sp>
          <p:nvSpPr>
            <p:cNvPr id="66" name="文本框 65"/>
            <p:cNvSpPr txBox="1"/>
            <p:nvPr>
              <p:custDataLst>
                <p:tags r:id="rId16"/>
              </p:custDataLst>
            </p:nvPr>
          </p:nvSpPr>
          <p:spPr>
            <a:xfrm>
              <a:off x="7142" y="4196"/>
              <a:ext cx="9002" cy="528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90000"/>
                </a:lnSpc>
                <a:spcBef>
                  <a:spcPct val="20000"/>
                </a:spcBef>
              </a:pP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function 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sumPrice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(amount,price) 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return amount * price;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}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90000"/>
                </a:lnSpc>
                <a:spcBef>
                  <a:spcPct val="20000"/>
                </a:spcBef>
              </a:pP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90000"/>
                </a:lnSpc>
                <a:spcBef>
                  <a:spcPct val="20000"/>
                </a:spcBef>
              </a:pP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module.exports = {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sumPrice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}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3" name="圆角矩形 25"/>
            <p:cNvSpPr/>
            <p:nvPr>
              <p:custDataLst>
                <p:tags r:id="rId17"/>
              </p:custDataLst>
            </p:nvPr>
          </p:nvSpPr>
          <p:spPr>
            <a:xfrm>
              <a:off x="6209" y="4437"/>
              <a:ext cx="11175" cy="5042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11175" y="1050925"/>
            <a:ext cx="2367280" cy="614045"/>
            <a:chOff x="805" y="1655"/>
            <a:chExt cx="3728" cy="967"/>
          </a:xfrm>
        </p:grpSpPr>
        <p:sp>
          <p:nvSpPr>
            <p:cNvPr id="95" name="矩形 1"/>
            <p:cNvSpPr/>
            <p:nvPr>
              <p:custDataLst>
                <p:tags r:id="rId18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9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自定义模块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3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 =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暴露数据的方式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实现商品价格计算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170" y="3406140"/>
            <a:ext cx="10529570" cy="1953260"/>
            <a:chOff x="742" y="5148"/>
            <a:chExt cx="16582" cy="3076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42" y="5148"/>
              <a:ext cx="4921" cy="3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调用接口并传入参数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exports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返回的是模块函数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module.exports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返回的是模块对象本身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4" name="直接连接符 9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V="1">
              <a:off x="7130" y="5895"/>
              <a:ext cx="0" cy="89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76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866" y="5895"/>
              <a:ext cx="12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90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866" y="5424"/>
              <a:ext cx="0" cy="258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7172" y="6788"/>
              <a:ext cx="1015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" name="组合 3"/>
          <p:cNvGrpSpPr/>
          <p:nvPr/>
        </p:nvGrpSpPr>
        <p:grpSpPr>
          <a:xfrm>
            <a:off x="4398645" y="2122170"/>
            <a:ext cx="7518400" cy="509270"/>
            <a:chOff x="6927" y="3342"/>
            <a:chExt cx="11840" cy="802"/>
          </a:xfrm>
        </p:grpSpPr>
        <p:sp>
          <p:nvSpPr>
            <p:cNvPr id="64" name="文本框 63"/>
            <p:cNvSpPr txBox="1"/>
            <p:nvPr>
              <p:custDataLst>
                <p:tags r:id="rId9"/>
              </p:custDataLst>
            </p:nvPr>
          </p:nvSpPr>
          <p:spPr>
            <a:xfrm>
              <a:off x="8079" y="3342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创建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main.js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调用模块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price.js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，对指定商品数量和单价计算总价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圆角矩形 52"/>
            <p:cNvSpPr/>
            <p:nvPr/>
          </p:nvSpPr>
          <p:spPr>
            <a:xfrm>
              <a:off x="6927" y="3600"/>
              <a:ext cx="955" cy="54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 lnSpcReduction="2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610100" y="2846705"/>
            <a:ext cx="6786880" cy="2981960"/>
            <a:chOff x="7260" y="4483"/>
            <a:chExt cx="10688" cy="4696"/>
          </a:xfrm>
        </p:grpSpPr>
        <p:sp>
          <p:nvSpPr>
            <p:cNvPr id="66" name="文本框 65"/>
            <p:cNvSpPr txBox="1"/>
            <p:nvPr>
              <p:custDataLst>
                <p:tags r:id="rId10"/>
              </p:custDataLst>
            </p:nvPr>
          </p:nvSpPr>
          <p:spPr>
            <a:xfrm>
              <a:off x="7743" y="4899"/>
              <a:ext cx="9235" cy="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let 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price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= require('./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price.js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20000"/>
                </a:lnSpc>
                <a:spcBef>
                  <a:spcPct val="20000"/>
                </a:spcBef>
              </a:pP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let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result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=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price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.</a:t>
              </a:r>
              <a:r>
                <a:rPr lang="en-US" altLang="zh-CN" sz="2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sumPrice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(4, 500)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result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0" name="圆角矩形 25"/>
            <p:cNvSpPr/>
            <p:nvPr>
              <p:custDataLst>
                <p:tags r:id="rId11"/>
              </p:custDataLst>
            </p:nvPr>
          </p:nvSpPr>
          <p:spPr>
            <a:xfrm>
              <a:off x="7260" y="4483"/>
              <a:ext cx="10689" cy="4697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692005" y="5394960"/>
            <a:ext cx="1656715" cy="38608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95" name="矩形 1"/>
          <p:cNvSpPr/>
          <p:nvPr>
            <p:custDataLst>
              <p:tags r:id="rId14"/>
            </p:custDataLst>
          </p:nvPr>
        </p:nvSpPr>
        <p:spPr bwMode="auto">
          <a:xfrm>
            <a:off x="5810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1321435" y="1257300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iconfont-1187-868615"/>
          <p:cNvSpPr/>
          <p:nvPr>
            <p:custDataLst>
              <p:tags r:id="rId15"/>
            </p:custDataLst>
          </p:nvPr>
        </p:nvSpPr>
        <p:spPr>
          <a:xfrm>
            <a:off x="511175" y="105092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84775" y="1833880"/>
            <a:ext cx="4349750" cy="1447800"/>
            <a:chOff x="8165" y="2888"/>
            <a:chExt cx="6850" cy="2280"/>
          </a:xfrm>
        </p:grpSpPr>
        <p:grpSp>
          <p:nvGrpSpPr>
            <p:cNvPr id="2" name="组合 1"/>
            <p:cNvGrpSpPr/>
            <p:nvPr/>
          </p:nvGrpSpPr>
          <p:grpSpPr>
            <a:xfrm>
              <a:off x="8165" y="2888"/>
              <a:ext cx="992" cy="992"/>
              <a:chOff x="8164" y="3867"/>
              <a:chExt cx="992" cy="992"/>
            </a:xfrm>
          </p:grpSpPr>
          <p:sp>
            <p:nvSpPr>
              <p:cNvPr id="11" name="椭圆 10"/>
              <p:cNvSpPr/>
              <p:nvPr>
                <p:custDataLst>
                  <p:tags r:id="rId3"/>
                </p:custDataLst>
              </p:nvPr>
            </p:nvSpPr>
            <p:spPr>
              <a:xfrm>
                <a:off x="8164" y="3867"/>
                <a:ext cx="993" cy="99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94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" name="任意多边形 12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8498" y="4099"/>
                <a:ext cx="369" cy="479"/>
              </a:xfrm>
              <a:custGeom>
                <a:avLst/>
                <a:gdLst>
                  <a:gd name="connsiteX0" fmla="*/ 344255 w 438150"/>
                  <a:gd name="connsiteY0" fmla="*/ 320246 h 568325"/>
                  <a:gd name="connsiteX1" fmla="*/ 438150 w 438150"/>
                  <a:gd name="connsiteY1" fmla="*/ 399092 h 568325"/>
                  <a:gd name="connsiteX2" fmla="*/ 438150 w 438150"/>
                  <a:gd name="connsiteY2" fmla="*/ 406601 h 568325"/>
                  <a:gd name="connsiteX3" fmla="*/ 438150 w 438150"/>
                  <a:gd name="connsiteY3" fmla="*/ 545520 h 568325"/>
                  <a:gd name="connsiteX4" fmla="*/ 438150 w 438150"/>
                  <a:gd name="connsiteY4" fmla="*/ 549275 h 568325"/>
                  <a:gd name="connsiteX5" fmla="*/ 284162 w 438150"/>
                  <a:gd name="connsiteY5" fmla="*/ 549275 h 568325"/>
                  <a:gd name="connsiteX6" fmla="*/ 284162 w 438150"/>
                  <a:gd name="connsiteY6" fmla="*/ 545520 h 568325"/>
                  <a:gd name="connsiteX7" fmla="*/ 284162 w 438150"/>
                  <a:gd name="connsiteY7" fmla="*/ 402847 h 568325"/>
                  <a:gd name="connsiteX8" fmla="*/ 344255 w 438150"/>
                  <a:gd name="connsiteY8" fmla="*/ 320246 h 568325"/>
                  <a:gd name="connsiteX9" fmla="*/ 352879 w 438150"/>
                  <a:gd name="connsiteY9" fmla="*/ 200025 h 568325"/>
                  <a:gd name="connsiteX10" fmla="*/ 356621 w 438150"/>
                  <a:gd name="connsiteY10" fmla="*/ 200025 h 568325"/>
                  <a:gd name="connsiteX11" fmla="*/ 367847 w 438150"/>
                  <a:gd name="connsiteY11" fmla="*/ 200025 h 568325"/>
                  <a:gd name="connsiteX12" fmla="*/ 379072 w 438150"/>
                  <a:gd name="connsiteY12" fmla="*/ 203767 h 568325"/>
                  <a:gd name="connsiteX13" fmla="*/ 409008 w 438150"/>
                  <a:gd name="connsiteY13" fmla="*/ 263638 h 568325"/>
                  <a:gd name="connsiteX14" fmla="*/ 360363 w 438150"/>
                  <a:gd name="connsiteY14" fmla="*/ 304800 h 568325"/>
                  <a:gd name="connsiteX15" fmla="*/ 311717 w 438150"/>
                  <a:gd name="connsiteY15" fmla="*/ 263638 h 568325"/>
                  <a:gd name="connsiteX16" fmla="*/ 352879 w 438150"/>
                  <a:gd name="connsiteY16" fmla="*/ 200025 h 568325"/>
                  <a:gd name="connsiteX17" fmla="*/ 100853 w 438150"/>
                  <a:gd name="connsiteY17" fmla="*/ 196018 h 568325"/>
                  <a:gd name="connsiteX18" fmla="*/ 254000 w 438150"/>
                  <a:gd name="connsiteY18" fmla="*/ 320120 h 568325"/>
                  <a:gd name="connsiteX19" fmla="*/ 254000 w 438150"/>
                  <a:gd name="connsiteY19" fmla="*/ 331402 h 568325"/>
                  <a:gd name="connsiteX20" fmla="*/ 254000 w 438150"/>
                  <a:gd name="connsiteY20" fmla="*/ 557043 h 568325"/>
                  <a:gd name="connsiteX21" fmla="*/ 254000 w 438150"/>
                  <a:gd name="connsiteY21" fmla="*/ 568325 h 568325"/>
                  <a:gd name="connsiteX22" fmla="*/ 0 w 438150"/>
                  <a:gd name="connsiteY22" fmla="*/ 568325 h 568325"/>
                  <a:gd name="connsiteX23" fmla="*/ 0 w 438150"/>
                  <a:gd name="connsiteY23" fmla="*/ 560804 h 568325"/>
                  <a:gd name="connsiteX24" fmla="*/ 0 w 438150"/>
                  <a:gd name="connsiteY24" fmla="*/ 327642 h 568325"/>
                  <a:gd name="connsiteX25" fmla="*/ 100853 w 438150"/>
                  <a:gd name="connsiteY25" fmla="*/ 196018 h 568325"/>
                  <a:gd name="connsiteX26" fmla="*/ 112091 w 438150"/>
                  <a:gd name="connsiteY26" fmla="*/ 0 h 568325"/>
                  <a:gd name="connsiteX27" fmla="*/ 115818 w 438150"/>
                  <a:gd name="connsiteY27" fmla="*/ 0 h 568325"/>
                  <a:gd name="connsiteX28" fmla="*/ 138181 w 438150"/>
                  <a:gd name="connsiteY28" fmla="*/ 0 h 568325"/>
                  <a:gd name="connsiteX29" fmla="*/ 153090 w 438150"/>
                  <a:gd name="connsiteY29" fmla="*/ 3762 h 568325"/>
                  <a:gd name="connsiteX30" fmla="*/ 205271 w 438150"/>
                  <a:gd name="connsiteY30" fmla="*/ 101566 h 568325"/>
                  <a:gd name="connsiteX31" fmla="*/ 127000 w 438150"/>
                  <a:gd name="connsiteY31" fmla="*/ 169276 h 568325"/>
                  <a:gd name="connsiteX32" fmla="*/ 48729 w 438150"/>
                  <a:gd name="connsiteY32" fmla="*/ 101566 h 568325"/>
                  <a:gd name="connsiteX33" fmla="*/ 112091 w 438150"/>
                  <a:gd name="connsiteY33" fmla="*/ 0 h 56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38150" h="568325">
                    <a:moveTo>
                      <a:pt x="344255" y="320246"/>
                    </a:moveTo>
                    <a:cubicBezTo>
                      <a:pt x="393080" y="312737"/>
                      <a:pt x="434394" y="346528"/>
                      <a:pt x="438150" y="399092"/>
                    </a:cubicBezTo>
                    <a:cubicBezTo>
                      <a:pt x="438150" y="399092"/>
                      <a:pt x="438150" y="402847"/>
                      <a:pt x="438150" y="406601"/>
                    </a:cubicBezTo>
                    <a:cubicBezTo>
                      <a:pt x="438150" y="451656"/>
                      <a:pt x="438150" y="496711"/>
                      <a:pt x="438150" y="545520"/>
                    </a:cubicBezTo>
                    <a:cubicBezTo>
                      <a:pt x="438150" y="545520"/>
                      <a:pt x="438150" y="545520"/>
                      <a:pt x="438150" y="549275"/>
                    </a:cubicBezTo>
                    <a:cubicBezTo>
                      <a:pt x="438150" y="549275"/>
                      <a:pt x="438150" y="549275"/>
                      <a:pt x="284162" y="549275"/>
                    </a:cubicBezTo>
                    <a:cubicBezTo>
                      <a:pt x="284162" y="549275"/>
                      <a:pt x="284162" y="545520"/>
                      <a:pt x="284162" y="545520"/>
                    </a:cubicBezTo>
                    <a:cubicBezTo>
                      <a:pt x="284162" y="496711"/>
                      <a:pt x="284162" y="451656"/>
                      <a:pt x="284162" y="402847"/>
                    </a:cubicBezTo>
                    <a:cubicBezTo>
                      <a:pt x="284162" y="361546"/>
                      <a:pt x="310453" y="327755"/>
                      <a:pt x="344255" y="320246"/>
                    </a:cubicBezTo>
                    <a:close/>
                    <a:moveTo>
                      <a:pt x="352879" y="200025"/>
                    </a:moveTo>
                    <a:cubicBezTo>
                      <a:pt x="352879" y="200025"/>
                      <a:pt x="352879" y="200025"/>
                      <a:pt x="356621" y="200025"/>
                    </a:cubicBezTo>
                    <a:cubicBezTo>
                      <a:pt x="356621" y="200025"/>
                      <a:pt x="356621" y="200025"/>
                      <a:pt x="367847" y="200025"/>
                    </a:cubicBezTo>
                    <a:cubicBezTo>
                      <a:pt x="371589" y="200025"/>
                      <a:pt x="375330" y="203767"/>
                      <a:pt x="379072" y="203767"/>
                    </a:cubicBezTo>
                    <a:cubicBezTo>
                      <a:pt x="401524" y="211251"/>
                      <a:pt x="412750" y="237445"/>
                      <a:pt x="409008" y="263638"/>
                    </a:cubicBezTo>
                    <a:cubicBezTo>
                      <a:pt x="405266" y="286090"/>
                      <a:pt x="386556" y="304800"/>
                      <a:pt x="360363" y="304800"/>
                    </a:cubicBezTo>
                    <a:cubicBezTo>
                      <a:pt x="337911" y="304800"/>
                      <a:pt x="319201" y="286090"/>
                      <a:pt x="311717" y="263638"/>
                    </a:cubicBezTo>
                    <a:cubicBezTo>
                      <a:pt x="307975" y="233703"/>
                      <a:pt x="326685" y="207509"/>
                      <a:pt x="352879" y="200025"/>
                    </a:cubicBezTo>
                    <a:close/>
                    <a:moveTo>
                      <a:pt x="100853" y="196018"/>
                    </a:moveTo>
                    <a:cubicBezTo>
                      <a:pt x="175559" y="180975"/>
                      <a:pt x="246529" y="241146"/>
                      <a:pt x="254000" y="320120"/>
                    </a:cubicBezTo>
                    <a:cubicBezTo>
                      <a:pt x="254000" y="323881"/>
                      <a:pt x="254000" y="327642"/>
                      <a:pt x="254000" y="331402"/>
                    </a:cubicBezTo>
                    <a:cubicBezTo>
                      <a:pt x="254000" y="406616"/>
                      <a:pt x="254000" y="481829"/>
                      <a:pt x="254000" y="557043"/>
                    </a:cubicBezTo>
                    <a:cubicBezTo>
                      <a:pt x="254000" y="557043"/>
                      <a:pt x="254000" y="557043"/>
                      <a:pt x="254000" y="568325"/>
                    </a:cubicBezTo>
                    <a:cubicBezTo>
                      <a:pt x="254000" y="568325"/>
                      <a:pt x="254000" y="568325"/>
                      <a:pt x="0" y="568325"/>
                    </a:cubicBezTo>
                    <a:cubicBezTo>
                      <a:pt x="0" y="564564"/>
                      <a:pt x="0" y="564564"/>
                      <a:pt x="0" y="560804"/>
                    </a:cubicBezTo>
                    <a:cubicBezTo>
                      <a:pt x="0" y="485590"/>
                      <a:pt x="0" y="406616"/>
                      <a:pt x="0" y="327642"/>
                    </a:cubicBezTo>
                    <a:cubicBezTo>
                      <a:pt x="0" y="263710"/>
                      <a:pt x="44823" y="211060"/>
                      <a:pt x="100853" y="196018"/>
                    </a:cubicBezTo>
                    <a:close/>
                    <a:moveTo>
                      <a:pt x="112091" y="0"/>
                    </a:moveTo>
                    <a:cubicBezTo>
                      <a:pt x="115818" y="0"/>
                      <a:pt x="115818" y="0"/>
                      <a:pt x="115818" y="0"/>
                    </a:cubicBezTo>
                    <a:cubicBezTo>
                      <a:pt x="115818" y="0"/>
                      <a:pt x="115818" y="0"/>
                      <a:pt x="138181" y="0"/>
                    </a:cubicBezTo>
                    <a:cubicBezTo>
                      <a:pt x="141909" y="0"/>
                      <a:pt x="149363" y="3762"/>
                      <a:pt x="153090" y="3762"/>
                    </a:cubicBezTo>
                    <a:cubicBezTo>
                      <a:pt x="190362" y="18808"/>
                      <a:pt x="212725" y="60187"/>
                      <a:pt x="205271" y="101566"/>
                    </a:cubicBezTo>
                    <a:cubicBezTo>
                      <a:pt x="197816" y="139183"/>
                      <a:pt x="164272" y="169276"/>
                      <a:pt x="127000" y="169276"/>
                    </a:cubicBezTo>
                    <a:cubicBezTo>
                      <a:pt x="89728" y="173038"/>
                      <a:pt x="56184" y="142944"/>
                      <a:pt x="48729" y="101566"/>
                    </a:cubicBezTo>
                    <a:cubicBezTo>
                      <a:pt x="41275" y="52664"/>
                      <a:pt x="71092" y="7523"/>
                      <a:pt x="1120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vert="horz" wrap="square" lIns="83999" tIns="41999" rIns="83999" bIns="41999" numCol="1" anchor="t" anchorCtr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02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9" name="TextBox 14"/>
            <p:cNvSpPr txBox="1"/>
            <p:nvPr/>
          </p:nvSpPr>
          <p:spPr>
            <a:xfrm>
              <a:off x="9671" y="2888"/>
              <a:ext cx="5344" cy="22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Node.js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模块的分类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l" eaLnBrk="1" hangingPunct="1">
                <a:lnSpc>
                  <a:spcPct val="130000"/>
                </a:lnSpc>
                <a:buClrTx/>
                <a:buSz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--核心模块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l" eaLnBrk="1" hangingPunct="1">
                <a:lnSpc>
                  <a:spcPct val="130000"/>
                </a:lnSpc>
                <a:buClrTx/>
                <a:buSz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--第三方模块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l" eaLnBrk="1" hangingPunct="1">
                <a:lnSpc>
                  <a:spcPct val="130000"/>
                </a:lnSpc>
                <a:buClrTx/>
                <a:buSz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--自定义模块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184140" y="3881755"/>
            <a:ext cx="4034155" cy="2033270"/>
            <a:chOff x="8164" y="6113"/>
            <a:chExt cx="6353" cy="3202"/>
          </a:xfrm>
        </p:grpSpPr>
        <p:grpSp>
          <p:nvGrpSpPr>
            <p:cNvPr id="3" name="组合 2"/>
            <p:cNvGrpSpPr/>
            <p:nvPr/>
          </p:nvGrpSpPr>
          <p:grpSpPr>
            <a:xfrm>
              <a:off x="8164" y="6240"/>
              <a:ext cx="992" cy="992"/>
              <a:chOff x="8164" y="6240"/>
              <a:chExt cx="992" cy="992"/>
            </a:xfrm>
          </p:grpSpPr>
          <p:sp>
            <p:nvSpPr>
              <p:cNvPr id="13" name="椭圆 12"/>
              <p:cNvSpPr/>
              <p:nvPr>
                <p:custDataLst>
                  <p:tags r:id="rId5"/>
                </p:custDataLst>
              </p:nvPr>
            </p:nvSpPr>
            <p:spPr>
              <a:xfrm>
                <a:off x="8164" y="6240"/>
                <a:ext cx="993" cy="99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94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5" name="Freeform 50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421" y="6535"/>
                <a:ext cx="448" cy="448"/>
              </a:xfrm>
              <a:custGeom>
                <a:avLst/>
                <a:gdLst>
                  <a:gd name="T0" fmla="*/ 92 w 184"/>
                  <a:gd name="T1" fmla="*/ 184 h 184"/>
                  <a:gd name="T2" fmla="*/ 184 w 184"/>
                  <a:gd name="T3" fmla="*/ 92 h 184"/>
                  <a:gd name="T4" fmla="*/ 173 w 184"/>
                  <a:gd name="T5" fmla="*/ 49 h 184"/>
                  <a:gd name="T6" fmla="*/ 171 w 184"/>
                  <a:gd name="T7" fmla="*/ 49 h 184"/>
                  <a:gd name="T8" fmla="*/ 170 w 184"/>
                  <a:gd name="T9" fmla="*/ 49 h 184"/>
                  <a:gd name="T10" fmla="*/ 158 w 184"/>
                  <a:gd name="T11" fmla="*/ 48 h 184"/>
                  <a:gd name="T12" fmla="*/ 149 w 184"/>
                  <a:gd name="T13" fmla="*/ 56 h 184"/>
                  <a:gd name="T14" fmla="*/ 160 w 184"/>
                  <a:gd name="T15" fmla="*/ 92 h 184"/>
                  <a:gd name="T16" fmla="*/ 92 w 184"/>
                  <a:gd name="T17" fmla="*/ 160 h 184"/>
                  <a:gd name="T18" fmla="*/ 24 w 184"/>
                  <a:gd name="T19" fmla="*/ 92 h 184"/>
                  <a:gd name="T20" fmla="*/ 92 w 184"/>
                  <a:gd name="T21" fmla="*/ 24 h 184"/>
                  <a:gd name="T22" fmla="*/ 128 w 184"/>
                  <a:gd name="T23" fmla="*/ 35 h 184"/>
                  <a:gd name="T24" fmla="*/ 135 w 184"/>
                  <a:gd name="T25" fmla="*/ 27 h 184"/>
                  <a:gd name="T26" fmla="*/ 134 w 184"/>
                  <a:gd name="T27" fmla="*/ 14 h 184"/>
                  <a:gd name="T28" fmla="*/ 134 w 184"/>
                  <a:gd name="T29" fmla="*/ 10 h 184"/>
                  <a:gd name="T30" fmla="*/ 92 w 184"/>
                  <a:gd name="T31" fmla="*/ 0 h 184"/>
                  <a:gd name="T32" fmla="*/ 0 w 184"/>
                  <a:gd name="T33" fmla="*/ 92 h 184"/>
                  <a:gd name="T34" fmla="*/ 92 w 184"/>
                  <a:gd name="T35" fmla="*/ 184 h 184"/>
                  <a:gd name="T36" fmla="*/ 92 w 184"/>
                  <a:gd name="T37" fmla="*/ 184 h 184"/>
                  <a:gd name="T38" fmla="*/ 92 w 184"/>
                  <a:gd name="T3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4" h="184">
                    <a:moveTo>
                      <a:pt x="92" y="184"/>
                    </a:moveTo>
                    <a:cubicBezTo>
                      <a:pt x="143" y="184"/>
                      <a:pt x="184" y="143"/>
                      <a:pt x="184" y="92"/>
                    </a:cubicBezTo>
                    <a:cubicBezTo>
                      <a:pt x="184" y="76"/>
                      <a:pt x="180" y="62"/>
                      <a:pt x="173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70" y="49"/>
                      <a:pt x="170" y="49"/>
                      <a:pt x="170" y="49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49" y="56"/>
                      <a:pt x="149" y="56"/>
                      <a:pt x="149" y="56"/>
                    </a:cubicBezTo>
                    <a:cubicBezTo>
                      <a:pt x="156" y="67"/>
                      <a:pt x="160" y="79"/>
                      <a:pt x="160" y="92"/>
                    </a:cubicBezTo>
                    <a:cubicBezTo>
                      <a:pt x="160" y="129"/>
                      <a:pt x="129" y="160"/>
                      <a:pt x="92" y="160"/>
                    </a:cubicBezTo>
                    <a:cubicBezTo>
                      <a:pt x="55" y="160"/>
                      <a:pt x="24" y="129"/>
                      <a:pt x="24" y="92"/>
                    </a:cubicBezTo>
                    <a:cubicBezTo>
                      <a:pt x="24" y="55"/>
                      <a:pt x="55" y="24"/>
                      <a:pt x="92" y="24"/>
                    </a:cubicBezTo>
                    <a:cubicBezTo>
                      <a:pt x="105" y="24"/>
                      <a:pt x="117" y="28"/>
                      <a:pt x="128" y="35"/>
                    </a:cubicBezTo>
                    <a:cubicBezTo>
                      <a:pt x="135" y="27"/>
                      <a:pt x="135" y="27"/>
                      <a:pt x="135" y="27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34" y="12"/>
                      <a:pt x="134" y="11"/>
                      <a:pt x="134" y="10"/>
                    </a:cubicBezTo>
                    <a:cubicBezTo>
                      <a:pt x="122" y="4"/>
                      <a:pt x="107" y="0"/>
                      <a:pt x="92" y="0"/>
                    </a:cubicBezTo>
                    <a:cubicBezTo>
                      <a:pt x="41" y="0"/>
                      <a:pt x="0" y="41"/>
                      <a:pt x="0" y="92"/>
                    </a:cubicBezTo>
                    <a:cubicBezTo>
                      <a:pt x="0" y="143"/>
                      <a:pt x="41" y="184"/>
                      <a:pt x="92" y="184"/>
                    </a:cubicBezTo>
                    <a:close/>
                    <a:moveTo>
                      <a:pt x="92" y="184"/>
                    </a:moveTo>
                    <a:cubicBezTo>
                      <a:pt x="92" y="184"/>
                      <a:pt x="92" y="184"/>
                      <a:pt x="92" y="18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vert="horz" wrap="square" lIns="83999" tIns="41999" rIns="83999" bIns="4199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02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6" name="Freeform 51"/>
              <p:cNvSpPr>
                <a:spLocks noEditPoint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536" y="6649"/>
                <a:ext cx="219" cy="219"/>
              </a:xfrm>
              <a:custGeom>
                <a:avLst/>
                <a:gdLst>
                  <a:gd name="T0" fmla="*/ 45 w 90"/>
                  <a:gd name="T1" fmla="*/ 21 h 90"/>
                  <a:gd name="T2" fmla="*/ 47 w 90"/>
                  <a:gd name="T3" fmla="*/ 21 h 90"/>
                  <a:gd name="T4" fmla="*/ 64 w 90"/>
                  <a:gd name="T5" fmla="*/ 4 h 90"/>
                  <a:gd name="T6" fmla="*/ 64 w 90"/>
                  <a:gd name="T7" fmla="*/ 4 h 90"/>
                  <a:gd name="T8" fmla="*/ 45 w 90"/>
                  <a:gd name="T9" fmla="*/ 0 h 90"/>
                  <a:gd name="T10" fmla="*/ 0 w 90"/>
                  <a:gd name="T11" fmla="*/ 45 h 90"/>
                  <a:gd name="T12" fmla="*/ 45 w 90"/>
                  <a:gd name="T13" fmla="*/ 90 h 90"/>
                  <a:gd name="T14" fmla="*/ 90 w 90"/>
                  <a:gd name="T15" fmla="*/ 45 h 90"/>
                  <a:gd name="T16" fmla="*/ 86 w 90"/>
                  <a:gd name="T17" fmla="*/ 26 h 90"/>
                  <a:gd name="T18" fmla="*/ 86 w 90"/>
                  <a:gd name="T19" fmla="*/ 26 h 90"/>
                  <a:gd name="T20" fmla="*/ 69 w 90"/>
                  <a:gd name="T21" fmla="*/ 43 h 90"/>
                  <a:gd name="T22" fmla="*/ 69 w 90"/>
                  <a:gd name="T23" fmla="*/ 45 h 90"/>
                  <a:gd name="T24" fmla="*/ 45 w 90"/>
                  <a:gd name="T25" fmla="*/ 69 h 90"/>
                  <a:gd name="T26" fmla="*/ 21 w 90"/>
                  <a:gd name="T27" fmla="*/ 45 h 90"/>
                  <a:gd name="T28" fmla="*/ 45 w 90"/>
                  <a:gd name="T29" fmla="*/ 21 h 90"/>
                  <a:gd name="T30" fmla="*/ 45 w 90"/>
                  <a:gd name="T31" fmla="*/ 21 h 90"/>
                  <a:gd name="T32" fmla="*/ 45 w 90"/>
                  <a:gd name="T33" fmla="*/ 2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0" h="90">
                    <a:moveTo>
                      <a:pt x="45" y="21"/>
                    </a:moveTo>
                    <a:cubicBezTo>
                      <a:pt x="46" y="21"/>
                      <a:pt x="46" y="21"/>
                      <a:pt x="47" y="21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58" y="1"/>
                      <a:pt x="52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70"/>
                      <a:pt x="20" y="90"/>
                      <a:pt x="45" y="90"/>
                    </a:cubicBezTo>
                    <a:cubicBezTo>
                      <a:pt x="70" y="90"/>
                      <a:pt x="90" y="70"/>
                      <a:pt x="90" y="45"/>
                    </a:cubicBezTo>
                    <a:cubicBezTo>
                      <a:pt x="90" y="38"/>
                      <a:pt x="89" y="32"/>
                      <a:pt x="86" y="26"/>
                    </a:cubicBezTo>
                    <a:cubicBezTo>
                      <a:pt x="86" y="26"/>
                      <a:pt x="86" y="26"/>
                      <a:pt x="86" y="26"/>
                    </a:cubicBezTo>
                    <a:cubicBezTo>
                      <a:pt x="69" y="43"/>
                      <a:pt x="69" y="43"/>
                      <a:pt x="69" y="43"/>
                    </a:cubicBezTo>
                    <a:cubicBezTo>
                      <a:pt x="69" y="44"/>
                      <a:pt x="69" y="44"/>
                      <a:pt x="69" y="45"/>
                    </a:cubicBezTo>
                    <a:cubicBezTo>
                      <a:pt x="69" y="58"/>
                      <a:pt x="58" y="69"/>
                      <a:pt x="45" y="69"/>
                    </a:cubicBezTo>
                    <a:cubicBezTo>
                      <a:pt x="32" y="69"/>
                      <a:pt x="21" y="58"/>
                      <a:pt x="21" y="45"/>
                    </a:cubicBezTo>
                    <a:cubicBezTo>
                      <a:pt x="21" y="32"/>
                      <a:pt x="32" y="21"/>
                      <a:pt x="45" y="21"/>
                    </a:cubicBezTo>
                    <a:close/>
                    <a:moveTo>
                      <a:pt x="45" y="21"/>
                    </a:moveTo>
                    <a:cubicBezTo>
                      <a:pt x="45" y="21"/>
                      <a:pt x="45" y="21"/>
                      <a:pt x="45" y="21"/>
                    </a:cubicBezTo>
                  </a:path>
                </a:pathLst>
              </a:custGeom>
              <a:solidFill>
                <a:schemeClr val="lt1">
                  <a:lumMod val="95000"/>
                </a:schemeClr>
              </a:solidFill>
              <a:ln>
                <a:noFill/>
              </a:ln>
            </p:spPr>
            <p:txBody>
              <a:bodyPr vert="horz" wrap="square" lIns="83999" tIns="41999" rIns="83999" bIns="4199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02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7" name="Freeform 52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8667" y="6489"/>
                <a:ext cx="248" cy="248"/>
              </a:xfrm>
              <a:custGeom>
                <a:avLst/>
                <a:gdLst>
                  <a:gd name="T0" fmla="*/ 86 w 102"/>
                  <a:gd name="T1" fmla="*/ 28 h 102"/>
                  <a:gd name="T2" fmla="*/ 91 w 102"/>
                  <a:gd name="T3" fmla="*/ 23 h 102"/>
                  <a:gd name="T4" fmla="*/ 91 w 102"/>
                  <a:gd name="T5" fmla="*/ 14 h 102"/>
                  <a:gd name="T6" fmla="*/ 87 w 102"/>
                  <a:gd name="T7" fmla="*/ 11 h 102"/>
                  <a:gd name="T8" fmla="*/ 83 w 102"/>
                  <a:gd name="T9" fmla="*/ 9 h 102"/>
                  <a:gd name="T10" fmla="*/ 79 w 102"/>
                  <a:gd name="T11" fmla="*/ 11 h 102"/>
                  <a:gd name="T12" fmla="*/ 74 w 102"/>
                  <a:gd name="T13" fmla="*/ 17 h 102"/>
                  <a:gd name="T14" fmla="*/ 72 w 102"/>
                  <a:gd name="T15" fmla="*/ 2 h 102"/>
                  <a:gd name="T16" fmla="*/ 70 w 102"/>
                  <a:gd name="T17" fmla="*/ 0 h 102"/>
                  <a:gd name="T18" fmla="*/ 69 w 102"/>
                  <a:gd name="T19" fmla="*/ 0 h 102"/>
                  <a:gd name="T20" fmla="*/ 47 w 102"/>
                  <a:gd name="T21" fmla="*/ 23 h 102"/>
                  <a:gd name="T22" fmla="*/ 44 w 102"/>
                  <a:gd name="T23" fmla="*/ 30 h 102"/>
                  <a:gd name="T24" fmla="*/ 44 w 102"/>
                  <a:gd name="T25" fmla="*/ 31 h 102"/>
                  <a:gd name="T26" fmla="*/ 45 w 102"/>
                  <a:gd name="T27" fmla="*/ 45 h 102"/>
                  <a:gd name="T28" fmla="*/ 37 w 102"/>
                  <a:gd name="T29" fmla="*/ 53 h 102"/>
                  <a:gd name="T30" fmla="*/ 22 w 102"/>
                  <a:gd name="T31" fmla="*/ 68 h 102"/>
                  <a:gd name="T32" fmla="*/ 22 w 102"/>
                  <a:gd name="T33" fmla="*/ 68 h 102"/>
                  <a:gd name="T34" fmla="*/ 8 w 102"/>
                  <a:gd name="T35" fmla="*/ 82 h 102"/>
                  <a:gd name="T36" fmla="*/ 2 w 102"/>
                  <a:gd name="T37" fmla="*/ 89 h 102"/>
                  <a:gd name="T38" fmla="*/ 0 w 102"/>
                  <a:gd name="T39" fmla="*/ 92 h 102"/>
                  <a:gd name="T40" fmla="*/ 0 w 102"/>
                  <a:gd name="T41" fmla="*/ 97 h 102"/>
                  <a:gd name="T42" fmla="*/ 5 w 102"/>
                  <a:gd name="T43" fmla="*/ 102 h 102"/>
                  <a:gd name="T44" fmla="*/ 5 w 102"/>
                  <a:gd name="T45" fmla="*/ 102 h 102"/>
                  <a:gd name="T46" fmla="*/ 10 w 102"/>
                  <a:gd name="T47" fmla="*/ 102 h 102"/>
                  <a:gd name="T48" fmla="*/ 13 w 102"/>
                  <a:gd name="T49" fmla="*/ 100 h 102"/>
                  <a:gd name="T50" fmla="*/ 57 w 102"/>
                  <a:gd name="T51" fmla="*/ 56 h 102"/>
                  <a:gd name="T52" fmla="*/ 70 w 102"/>
                  <a:gd name="T53" fmla="*/ 57 h 102"/>
                  <a:gd name="T54" fmla="*/ 71 w 102"/>
                  <a:gd name="T55" fmla="*/ 57 h 102"/>
                  <a:gd name="T56" fmla="*/ 71 w 102"/>
                  <a:gd name="T57" fmla="*/ 57 h 102"/>
                  <a:gd name="T58" fmla="*/ 78 w 102"/>
                  <a:gd name="T59" fmla="*/ 54 h 102"/>
                  <a:gd name="T60" fmla="*/ 101 w 102"/>
                  <a:gd name="T61" fmla="*/ 32 h 102"/>
                  <a:gd name="T62" fmla="*/ 100 w 102"/>
                  <a:gd name="T63" fmla="*/ 29 h 102"/>
                  <a:gd name="T64" fmla="*/ 86 w 102"/>
                  <a:gd name="T65" fmla="*/ 28 h 102"/>
                  <a:gd name="T66" fmla="*/ 86 w 102"/>
                  <a:gd name="T67" fmla="*/ 28 h 102"/>
                  <a:gd name="T68" fmla="*/ 86 w 102"/>
                  <a:gd name="T69" fmla="*/ 2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2" h="102">
                    <a:moveTo>
                      <a:pt x="86" y="28"/>
                    </a:moveTo>
                    <a:cubicBezTo>
                      <a:pt x="91" y="23"/>
                      <a:pt x="91" y="23"/>
                      <a:pt x="91" y="23"/>
                    </a:cubicBezTo>
                    <a:cubicBezTo>
                      <a:pt x="93" y="20"/>
                      <a:pt x="93" y="17"/>
                      <a:pt x="91" y="14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5" y="9"/>
                      <a:pt x="83" y="9"/>
                    </a:cubicBezTo>
                    <a:cubicBezTo>
                      <a:pt x="82" y="9"/>
                      <a:pt x="80" y="10"/>
                      <a:pt x="79" y="11"/>
                    </a:cubicBezTo>
                    <a:cubicBezTo>
                      <a:pt x="74" y="17"/>
                      <a:pt x="74" y="17"/>
                      <a:pt x="74" y="17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72" y="0"/>
                      <a:pt x="71" y="0"/>
                      <a:pt x="70" y="0"/>
                    </a:cubicBezTo>
                    <a:cubicBezTo>
                      <a:pt x="70" y="0"/>
                      <a:pt x="69" y="0"/>
                      <a:pt x="69" y="0"/>
                    </a:cubicBezTo>
                    <a:cubicBezTo>
                      <a:pt x="47" y="23"/>
                      <a:pt x="47" y="23"/>
                      <a:pt x="47" y="23"/>
                    </a:cubicBezTo>
                    <a:cubicBezTo>
                      <a:pt x="45" y="25"/>
                      <a:pt x="44" y="28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37" y="53"/>
                      <a:pt x="37" y="53"/>
                      <a:pt x="37" y="53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2" y="89"/>
                      <a:pt x="2" y="89"/>
                      <a:pt x="2" y="89"/>
                    </a:cubicBezTo>
                    <a:cubicBezTo>
                      <a:pt x="1" y="90"/>
                      <a:pt x="0" y="91"/>
                      <a:pt x="0" y="92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100"/>
                      <a:pt x="2" y="102"/>
                      <a:pt x="5" y="102"/>
                    </a:cubicBezTo>
                    <a:cubicBezTo>
                      <a:pt x="5" y="102"/>
                      <a:pt x="5" y="102"/>
                      <a:pt x="5" y="102"/>
                    </a:cubicBezTo>
                    <a:cubicBezTo>
                      <a:pt x="10" y="102"/>
                      <a:pt x="10" y="102"/>
                      <a:pt x="10" y="102"/>
                    </a:cubicBezTo>
                    <a:cubicBezTo>
                      <a:pt x="11" y="102"/>
                      <a:pt x="12" y="101"/>
                      <a:pt x="13" y="100"/>
                    </a:cubicBezTo>
                    <a:cubicBezTo>
                      <a:pt x="57" y="56"/>
                      <a:pt x="57" y="56"/>
                      <a:pt x="57" y="56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74" y="57"/>
                      <a:pt x="77" y="56"/>
                      <a:pt x="78" y="54"/>
                    </a:cubicBezTo>
                    <a:cubicBezTo>
                      <a:pt x="101" y="32"/>
                      <a:pt x="101" y="32"/>
                      <a:pt x="101" y="32"/>
                    </a:cubicBezTo>
                    <a:cubicBezTo>
                      <a:pt x="102" y="31"/>
                      <a:pt x="101" y="29"/>
                      <a:pt x="100" y="29"/>
                    </a:cubicBezTo>
                    <a:lnTo>
                      <a:pt x="86" y="28"/>
                    </a:lnTo>
                    <a:close/>
                    <a:moveTo>
                      <a:pt x="86" y="28"/>
                    </a:moveTo>
                    <a:cubicBezTo>
                      <a:pt x="86" y="28"/>
                      <a:pt x="86" y="28"/>
                      <a:pt x="86" y="28"/>
                    </a:cubicBezTo>
                  </a:path>
                </a:pathLst>
              </a:custGeom>
              <a:solidFill>
                <a:schemeClr val="lt1">
                  <a:lumMod val="95000"/>
                </a:schemeClr>
              </a:solidFill>
              <a:ln>
                <a:noFill/>
              </a:ln>
            </p:spPr>
            <p:txBody>
              <a:bodyPr vert="horz" wrap="square" lIns="83999" tIns="41999" rIns="83999" bIns="4199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02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23" name="TextBox 14"/>
            <p:cNvSpPr txBox="1"/>
            <p:nvPr/>
          </p:nvSpPr>
          <p:spPr>
            <a:xfrm>
              <a:off x="9671" y="6113"/>
              <a:ext cx="4847" cy="32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自定义模块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模块B中使用模块A的功能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</a:t>
              </a: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A导出数据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模板B加载模块A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endParaRPr kumimoji="0" lang="zh-CN" sz="2000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2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íśḻïḍè"/>
          <p:cNvSpPr/>
          <p:nvPr>
            <p:custDataLst>
              <p:tags r:id="rId9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îṩḷíďè"/>
          <p:cNvSpPr/>
          <p:nvPr>
            <p:custDataLst>
              <p:tags r:id="rId10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íşļïḍê"/>
          <p:cNvSpPr/>
          <p:nvPr>
            <p:custDataLst>
              <p:tags r:id="rId11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ïṡḷîḓê"/>
          <p:cNvSpPr/>
          <p:nvPr>
            <p:custDataLst>
              <p:tags r:id="rId12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íśḻîḑe"/>
          <p:cNvSpPr/>
          <p:nvPr>
            <p:custDataLst>
              <p:tags r:id="rId13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îSḷiḑé"/>
          <p:cNvSpPr/>
          <p:nvPr>
            <p:custDataLst>
              <p:tags r:id="rId14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îšľïḑé"/>
          <p:cNvSpPr/>
          <p:nvPr>
            <p:custDataLst>
              <p:tags r:id="rId15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ïṧḻïḍè"/>
          <p:cNvSpPr/>
          <p:nvPr>
            <p:custDataLst>
              <p:tags r:id="rId16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îSļîḍè"/>
          <p:cNvSpPr/>
          <p:nvPr>
            <p:custDataLst>
              <p:tags r:id="rId17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îsḷîḋè"/>
          <p:cNvSpPr/>
          <p:nvPr>
            <p:custDataLst>
              <p:tags r:id="rId18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išľíḍè"/>
          <p:cNvSpPr/>
          <p:nvPr>
            <p:custDataLst>
              <p:tags r:id="rId19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iŝḷiḓê"/>
          <p:cNvSpPr/>
          <p:nvPr>
            <p:custDataLst>
              <p:tags r:id="rId20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iṡḷíďé"/>
          <p:cNvSpPr/>
          <p:nvPr>
            <p:custDataLst>
              <p:tags r:id="rId21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îşļíḑè"/>
          <p:cNvSpPr/>
          <p:nvPr>
            <p:custDataLst>
              <p:tags r:id="rId22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ïşļiḑé"/>
          <p:cNvSpPr/>
          <p:nvPr>
            <p:custDataLst>
              <p:tags r:id="rId23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îśļiḓè"/>
          <p:cNvSpPr/>
          <p:nvPr>
            <p:custDataLst>
              <p:tags r:id="rId24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îṡlíḍê"/>
          <p:cNvSpPr/>
          <p:nvPr>
            <p:custDataLst>
              <p:tags r:id="rId25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íṥ1ïḍe"/>
          <p:cNvSpPr/>
          <p:nvPr>
            <p:custDataLst>
              <p:tags r:id="rId26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îślïḋe"/>
          <p:cNvSpPr/>
          <p:nvPr>
            <p:custDataLst>
              <p:tags r:id="rId27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ïşḷiḍè"/>
          <p:cNvSpPr/>
          <p:nvPr>
            <p:custDataLst>
              <p:tags r:id="rId28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îŝḻiḍê"/>
          <p:cNvSpPr/>
          <p:nvPr>
            <p:custDataLst>
              <p:tags r:id="rId29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îṧḻíḋè"/>
          <p:cNvSpPr/>
          <p:nvPr>
            <p:custDataLst>
              <p:tags r:id="rId30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iṡļïḍé"/>
          <p:cNvSpPr/>
          <p:nvPr>
            <p:custDataLst>
              <p:tags r:id="rId31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î$1ïḓè"/>
          <p:cNvSpPr/>
          <p:nvPr>
            <p:custDataLst>
              <p:tags r:id="rId32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iṩ1iḍe"/>
          <p:cNvSpPr/>
          <p:nvPr>
            <p:custDataLst>
              <p:tags r:id="rId33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ïṡļidê"/>
          <p:cNvSpPr/>
          <p:nvPr>
            <p:custDataLst>
              <p:tags r:id="rId34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íšľíḑé"/>
          <p:cNvSpPr/>
          <p:nvPr>
            <p:custDataLst>
              <p:tags r:id="rId35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išlíḑe"/>
          <p:cNvSpPr/>
          <p:nvPr>
            <p:custDataLst>
              <p:tags r:id="rId36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ïṥlîḋè"/>
          <p:cNvSpPr/>
          <p:nvPr>
            <p:custDataLst>
              <p:tags r:id="rId37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íŝḻïḍé"/>
          <p:cNvSpPr/>
          <p:nvPr>
            <p:custDataLst>
              <p:tags r:id="rId38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íṧḻiḑé"/>
          <p:cNvSpPr/>
          <p:nvPr>
            <p:custDataLst>
              <p:tags r:id="rId39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ïšḻiḑè"/>
          <p:cNvSpPr/>
          <p:nvPr>
            <p:custDataLst>
              <p:tags r:id="rId40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ïṡlíḑe"/>
          <p:cNvSpPr/>
          <p:nvPr>
            <p:custDataLst>
              <p:tags r:id="rId41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iṥlïdê"/>
          <p:cNvSpPr/>
          <p:nvPr>
            <p:custDataLst>
              <p:tags r:id="rId42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4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PA" val="v5.2.10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02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603.xml><?xml version="1.0" encoding="utf-8"?>
<p:tagLst xmlns:p="http://schemas.openxmlformats.org/presentationml/2006/main">
  <p:tag name="PA" val="v5.2.10"/>
</p:tagLst>
</file>

<file path=ppt/tags/tag604.xml><?xml version="1.0" encoding="utf-8"?>
<p:tagLst xmlns:p="http://schemas.openxmlformats.org/presentationml/2006/main">
  <p:tag name="PA" val="v5.2.10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02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605.xml><?xml version="1.0" encoding="utf-8"?>
<p:tagLst xmlns:p="http://schemas.openxmlformats.org/presentationml/2006/main">
  <p:tag name="PA" val="v5.2.10"/>
</p:tagLst>
</file>

<file path=ppt/tags/tag606.xml><?xml version="1.0" encoding="utf-8"?>
<p:tagLst xmlns:p="http://schemas.openxmlformats.org/presentationml/2006/main">
  <p:tag name="KSO_WM_SLIDE_BACKGROUND_TYPE" val="general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SLIDE_BACKGROUND_TYPE" val="general"/>
</p:tagLst>
</file>

<file path=ppt/tags/tag67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79.xml><?xml version="1.0" encoding="utf-8"?>
<p:tagLst xmlns:p="http://schemas.openxmlformats.org/presentationml/2006/main">
  <p:tag name="KSO_WM_DIAGRAM_VIRTUALLY_FRAME" val="{&quot;height&quot;:55,&quot;left&quot;:239.75,&quot;top&quot;:215.95,&quot;width&quot;:556.4}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3*l_h_i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55,&quot;left&quot;:239.75,&quot;top&quot;:215.95,&quot;width&quot;:556.4}"/>
</p:tagLst>
</file>

<file path=ppt/tags/tag68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3*l_h_a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55,&quot;left&quot;:239.75,&quot;top&quot;:215.95,&quot;width&quot;:556.4}"/>
</p:tagLst>
</file>

<file path=ppt/tags/tag682.xml><?xml version="1.0" encoding="utf-8"?>
<p:tagLst xmlns:p="http://schemas.openxmlformats.org/presentationml/2006/main">
  <p:tag name="KSO_WM_DIAGRAM_VIRTUALLY_FRAME" val="{&quot;height&quot;:55,&quot;left&quot;:239.75,&quot;top&quot;:215.95,&quot;width&quot;:556.4}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3*l_h_i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55,&quot;left&quot;:239.75,&quot;top&quot;:215.95,&quot;width&quot;:556.4}"/>
</p:tagLst>
</file>

<file path=ppt/tags/tag68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3*l_h_a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55,&quot;left&quot;:239.75,&quot;top&quot;:215.95,&quot;width&quot;:556.4}"/>
</p:tagLst>
</file>

<file path=ppt/tags/tag685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SLIDE_BACKGROUND_TYPE" val="general"/>
</p:tagLst>
</file>

<file path=ppt/tags/tag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3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SLIDE_BACKGROUND_TYPE" val="general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</p:tagLst>
</file>

<file path=ppt/tags/tag740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5"/>
  <p:tag name="KSO_WM_UNIT_FILL_TYPE" val="1"/>
</p:tagLst>
</file>

<file path=ppt/tags/tag742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5"/>
  <p:tag name="KSO_WM_UNIT_FILL_TYPE" val="1"/>
</p:tagLst>
</file>

<file path=ppt/tags/tag743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5"/>
  <p:tag name="KSO_WM_UNIT_FILL_TYPE" val="1"/>
</p:tagLst>
</file>

<file path=ppt/tags/tag744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5"/>
  <p:tag name="KSO_WM_UNIT_FILL_TYPE" val="1"/>
</p:tagLst>
</file>

<file path=ppt/tags/tag745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5"/>
  <p:tag name="KSO_WM_UNIT_FILL_TYPE" val="1"/>
</p:tagLst>
</file>

<file path=ppt/tags/tag746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47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48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49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0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1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2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3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4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5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6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7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8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59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60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61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62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63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64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65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66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5"/>
  <p:tag name="KSO_WM_UNIT_FILL_TYPE" val="1"/>
</p:tagLst>
</file>

<file path=ppt/tags/tag767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68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69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70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71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72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73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FILL_FORE_SCHEMECOLOR_INDEX_BRIGHTNESS" val="0"/>
  <p:tag name="KSO_WM_UNIT_FILL_FORE_SCHEMECOLOR_INDEX" val="14"/>
  <p:tag name="KSO_WM_UNIT_FILL_TYPE" val="1"/>
</p:tagLst>
</file>

<file path=ppt/tags/tag774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</p:tagLst>
</file>

<file path=ppt/tags/tag775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</p:tagLst>
</file>

<file path=ppt/tags/tag777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</p:tagLst>
</file>

<file path=ppt/tags/tag779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1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</p:tagLst>
</file>

<file path=ppt/tags/tag782.xml><?xml version="1.0" encoding="utf-8"?>
<p:tagLst xmlns:p="http://schemas.openxmlformats.org/presentationml/2006/main">
  <p:tag name="KSO_WM_DIAGRAM_VIRTUALLY_FRAME" val="{&quot;height&quot;:335.2362992125984,&quot;left&quot;:29.267716535433056,&quot;top&quot;:162.2263779527559,&quot;width&quot;:916.8077165354331}"/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SLIDE_BACKGROUND_TYPE" val="general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9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SLIDE_BACKGROUND_TYPE" val="general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8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1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819.xml><?xml version="1.0" encoding="utf-8"?>
<p:tagLst xmlns:p="http://schemas.openxmlformats.org/presentationml/2006/main">
  <p:tag name="KSO_WM_SLIDE_BACKGROUND_TYPE" val="general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31.xml><?xml version="1.0" encoding="utf-8"?>
<p:tagLst xmlns:p="http://schemas.openxmlformats.org/presentationml/2006/main">
  <p:tag name="KSO_WM_UNIT_LINE_FORE_SCHEMECOLOR_INDEX_BRIGHTNESS" val="-0.05"/>
  <p:tag name="KSO_WM_UNIT_LINE_FORE_SCHEMECOLOR_INDEX" val="10"/>
  <p:tag name="KSO_WM_UNIT_LINE_FILL_TYPE" val="2"/>
</p:tagLst>
</file>

<file path=ppt/tags/tag83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834.xml><?xml version="1.0" encoding="utf-8"?>
<p:tagLst xmlns:p="http://schemas.openxmlformats.org/presentationml/2006/main">
  <p:tag name="KSO_WM_SLIDE_BACKGROUND_TYPE" val="general"/>
</p:tagLst>
</file>

<file path=ppt/tags/tag8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72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73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74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75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7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77.xml><?xml version="1.0" encoding="utf-8"?>
<p:tagLst xmlns:p="http://schemas.openxmlformats.org/presentationml/2006/main">
  <p:tag name="KSO_WM_SLIDE_BACKGROUND_TYPE" val="general"/>
</p:tagLst>
</file>

<file path=ppt/tags/tag878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79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80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1390</Words>
  <Application>WPS 演示</Application>
  <PresentationFormat>宽屏</PresentationFormat>
  <Paragraphs>174</Paragraphs>
  <Slides>12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Wingdings</vt:lpstr>
      <vt:lpstr>Calibri</vt:lpstr>
      <vt:lpstr>等线</vt:lpstr>
      <vt:lpstr>Calibri</vt:lpstr>
      <vt:lpstr>Open Sans</vt:lpstr>
      <vt:lpstr>Segoe Print</vt:lpstr>
      <vt:lpstr>Courier New</vt:lpstr>
      <vt:lpstr>Arial Unicode MS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TXY</cp:lastModifiedBy>
  <cp:revision>306</cp:revision>
  <dcterms:created xsi:type="dcterms:W3CDTF">2020-10-23T09:50:00Z</dcterms:created>
  <dcterms:modified xsi:type="dcterms:W3CDTF">2024-08-03T04:33:07Z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0B6D6344F96F4BABA552D95662CB0100_13</vt:lpwstr>
  </property>
  <property fmtid="{D5CDD505-2E9C-101B-9397-08002B2CF9AE}" pid="3" name="KSOProductBuildVer">
    <vt:lpwstr>2052-12.1.0.17147</vt:lpwstr>
  </property>
</Properties>
</file>