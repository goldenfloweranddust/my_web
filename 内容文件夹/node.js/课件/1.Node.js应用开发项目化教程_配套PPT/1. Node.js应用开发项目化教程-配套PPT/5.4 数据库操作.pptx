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24" r:id="rId4"/>
    <p:sldId id="425" r:id="rId6"/>
    <p:sldId id="426" r:id="rId7"/>
    <p:sldId id="427" r:id="rId8"/>
    <p:sldId id="428" r:id="rId9"/>
    <p:sldId id="429" r:id="rId10"/>
    <p:sldId id="430" r:id="rId11"/>
    <p:sldId id="441" r:id="rId12"/>
    <p:sldId id="442" r:id="rId13"/>
    <p:sldId id="439" r:id="rId14"/>
    <p:sldId id="440" r:id="rId15"/>
    <p:sldId id="443" r:id="rId16"/>
    <p:sldId id="433" r:id="rId17"/>
    <p:sldId id="444" r:id="rId18"/>
    <p:sldId id="445" r:id="rId19"/>
    <p:sldId id="446" r:id="rId20"/>
    <p:sldId id="436" r:id="rId21"/>
    <p:sldId id="437" r:id="rId22"/>
    <p:sldId id="438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7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4C944C"/>
    <a:srgbClr val="0070C0"/>
    <a:srgbClr val="000000"/>
    <a:srgbClr val="AFABAB"/>
    <a:srgbClr val="333333"/>
    <a:srgbClr val="3C853C"/>
    <a:srgbClr val="232323"/>
    <a:srgbClr val="D8606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48" d="100"/>
          <a:sy n="48" d="100"/>
        </p:scale>
        <p:origin x="48" y="504"/>
      </p:cViewPr>
      <p:guideLst>
        <p:guide orient="horz" pos="2227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963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594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00.xml"/><Relationship Id="rId5" Type="http://schemas.openxmlformats.org/officeDocument/2006/relationships/tags" Target="../tags/tag599.xml"/><Relationship Id="rId4" Type="http://schemas.openxmlformats.org/officeDocument/2006/relationships/tags" Target="../tags/tag598.xml"/><Relationship Id="rId3" Type="http://schemas.openxmlformats.org/officeDocument/2006/relationships/tags" Target="../tags/tag597.xml"/><Relationship Id="rId2" Type="http://schemas.openxmlformats.org/officeDocument/2006/relationships/tags" Target="../tags/tag596.xml"/><Relationship Id="rId1" Type="http://schemas.openxmlformats.org/officeDocument/2006/relationships/tags" Target="../tags/tag59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09.xml"/><Relationship Id="rId8" Type="http://schemas.openxmlformats.org/officeDocument/2006/relationships/tags" Target="../tags/tag608.xml"/><Relationship Id="rId7" Type="http://schemas.openxmlformats.org/officeDocument/2006/relationships/tags" Target="../tags/tag607.xml"/><Relationship Id="rId6" Type="http://schemas.openxmlformats.org/officeDocument/2006/relationships/tags" Target="../tags/tag606.xml"/><Relationship Id="rId5" Type="http://schemas.openxmlformats.org/officeDocument/2006/relationships/tags" Target="../tags/tag605.xml"/><Relationship Id="rId4" Type="http://schemas.openxmlformats.org/officeDocument/2006/relationships/tags" Target="../tags/tag604.xml"/><Relationship Id="rId3" Type="http://schemas.openxmlformats.org/officeDocument/2006/relationships/tags" Target="../tags/tag603.xml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1.xml"/><Relationship Id="rId20" Type="http://schemas.openxmlformats.org/officeDocument/2006/relationships/tags" Target="../tags/tag620.xml"/><Relationship Id="rId2" Type="http://schemas.openxmlformats.org/officeDocument/2006/relationships/tags" Target="../tags/tag602.xml"/><Relationship Id="rId19" Type="http://schemas.openxmlformats.org/officeDocument/2006/relationships/tags" Target="../tags/tag619.xml"/><Relationship Id="rId18" Type="http://schemas.openxmlformats.org/officeDocument/2006/relationships/tags" Target="../tags/tag618.xml"/><Relationship Id="rId17" Type="http://schemas.openxmlformats.org/officeDocument/2006/relationships/tags" Target="../tags/tag617.xml"/><Relationship Id="rId16" Type="http://schemas.openxmlformats.org/officeDocument/2006/relationships/tags" Target="../tags/tag616.xml"/><Relationship Id="rId15" Type="http://schemas.openxmlformats.org/officeDocument/2006/relationships/tags" Target="../tags/tag615.xml"/><Relationship Id="rId14" Type="http://schemas.openxmlformats.org/officeDocument/2006/relationships/tags" Target="../tags/tag614.xml"/><Relationship Id="rId13" Type="http://schemas.openxmlformats.org/officeDocument/2006/relationships/tags" Target="../tags/tag613.xml"/><Relationship Id="rId12" Type="http://schemas.openxmlformats.org/officeDocument/2006/relationships/tags" Target="../tags/tag612.xml"/><Relationship Id="rId11" Type="http://schemas.openxmlformats.org/officeDocument/2006/relationships/tags" Target="../tags/tag611.xml"/><Relationship Id="rId10" Type="http://schemas.openxmlformats.org/officeDocument/2006/relationships/tags" Target="../tags/tag610.xml"/><Relationship Id="rId1" Type="http://schemas.openxmlformats.org/officeDocument/2006/relationships/tags" Target="../tags/tag60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23.xml"/><Relationship Id="rId2" Type="http://schemas.openxmlformats.org/officeDocument/2006/relationships/tags" Target="../tags/tag622.xml"/><Relationship Id="rId1" Type="http://schemas.openxmlformats.org/officeDocument/2006/relationships/tags" Target="../tags/tag62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32.xml"/><Relationship Id="rId8" Type="http://schemas.openxmlformats.org/officeDocument/2006/relationships/tags" Target="../tags/tag631.xml"/><Relationship Id="rId7" Type="http://schemas.openxmlformats.org/officeDocument/2006/relationships/tags" Target="../tags/tag630.xml"/><Relationship Id="rId6" Type="http://schemas.openxmlformats.org/officeDocument/2006/relationships/tags" Target="../tags/tag629.xml"/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3" Type="http://schemas.openxmlformats.org/officeDocument/2006/relationships/slideLayout" Target="../slideLayouts/slideLayout11.xml"/><Relationship Id="rId32" Type="http://schemas.openxmlformats.org/officeDocument/2006/relationships/tags" Target="../tags/tag652.xml"/><Relationship Id="rId31" Type="http://schemas.openxmlformats.org/officeDocument/2006/relationships/image" Target="../media/image10.png"/><Relationship Id="rId30" Type="http://schemas.openxmlformats.org/officeDocument/2006/relationships/tags" Target="../tags/tag651.xml"/><Relationship Id="rId3" Type="http://schemas.openxmlformats.org/officeDocument/2006/relationships/tags" Target="../tags/tag626.xml"/><Relationship Id="rId29" Type="http://schemas.openxmlformats.org/officeDocument/2006/relationships/tags" Target="../tags/tag650.xml"/><Relationship Id="rId28" Type="http://schemas.openxmlformats.org/officeDocument/2006/relationships/tags" Target="../tags/tag649.xml"/><Relationship Id="rId27" Type="http://schemas.openxmlformats.org/officeDocument/2006/relationships/tags" Target="../tags/tag648.xml"/><Relationship Id="rId26" Type="http://schemas.openxmlformats.org/officeDocument/2006/relationships/tags" Target="../tags/tag647.xml"/><Relationship Id="rId25" Type="http://schemas.openxmlformats.org/officeDocument/2006/relationships/tags" Target="../tags/tag646.xml"/><Relationship Id="rId24" Type="http://schemas.openxmlformats.org/officeDocument/2006/relationships/tags" Target="../tags/tag645.xml"/><Relationship Id="rId23" Type="http://schemas.openxmlformats.org/officeDocument/2006/relationships/tags" Target="../tags/tag644.xml"/><Relationship Id="rId22" Type="http://schemas.openxmlformats.org/officeDocument/2006/relationships/tags" Target="../tags/tag643.xml"/><Relationship Id="rId21" Type="http://schemas.openxmlformats.org/officeDocument/2006/relationships/image" Target="../media/image9.png"/><Relationship Id="rId20" Type="http://schemas.openxmlformats.org/officeDocument/2006/relationships/image" Target="../media/image8.png"/><Relationship Id="rId2" Type="http://schemas.openxmlformats.org/officeDocument/2006/relationships/tags" Target="../tags/tag625.xml"/><Relationship Id="rId19" Type="http://schemas.openxmlformats.org/officeDocument/2006/relationships/tags" Target="../tags/tag642.xml"/><Relationship Id="rId18" Type="http://schemas.openxmlformats.org/officeDocument/2006/relationships/tags" Target="../tags/tag641.xml"/><Relationship Id="rId17" Type="http://schemas.openxmlformats.org/officeDocument/2006/relationships/tags" Target="../tags/tag640.xml"/><Relationship Id="rId16" Type="http://schemas.openxmlformats.org/officeDocument/2006/relationships/tags" Target="../tags/tag639.xml"/><Relationship Id="rId15" Type="http://schemas.openxmlformats.org/officeDocument/2006/relationships/tags" Target="../tags/tag638.xml"/><Relationship Id="rId14" Type="http://schemas.openxmlformats.org/officeDocument/2006/relationships/tags" Target="../tags/tag637.xml"/><Relationship Id="rId13" Type="http://schemas.openxmlformats.org/officeDocument/2006/relationships/tags" Target="../tags/tag636.xml"/><Relationship Id="rId12" Type="http://schemas.openxmlformats.org/officeDocument/2006/relationships/tags" Target="../tags/tag635.xml"/><Relationship Id="rId11" Type="http://schemas.openxmlformats.org/officeDocument/2006/relationships/tags" Target="../tags/tag634.xml"/><Relationship Id="rId10" Type="http://schemas.openxmlformats.org/officeDocument/2006/relationships/tags" Target="../tags/tag633.xml"/><Relationship Id="rId1" Type="http://schemas.openxmlformats.org/officeDocument/2006/relationships/tags" Target="../tags/tag62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61.xml"/><Relationship Id="rId8" Type="http://schemas.openxmlformats.org/officeDocument/2006/relationships/tags" Target="../tags/tag660.xml"/><Relationship Id="rId7" Type="http://schemas.openxmlformats.org/officeDocument/2006/relationships/tags" Target="../tags/tag659.xml"/><Relationship Id="rId6" Type="http://schemas.openxmlformats.org/officeDocument/2006/relationships/tags" Target="../tags/tag658.xml"/><Relationship Id="rId5" Type="http://schemas.openxmlformats.org/officeDocument/2006/relationships/tags" Target="../tags/tag657.xml"/><Relationship Id="rId4" Type="http://schemas.openxmlformats.org/officeDocument/2006/relationships/tags" Target="../tags/tag656.xml"/><Relationship Id="rId3" Type="http://schemas.openxmlformats.org/officeDocument/2006/relationships/tags" Target="../tags/tag655.xml"/><Relationship Id="rId2" Type="http://schemas.openxmlformats.org/officeDocument/2006/relationships/tags" Target="../tags/tag654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666.xml"/><Relationship Id="rId14" Type="http://schemas.openxmlformats.org/officeDocument/2006/relationships/image" Target="../media/image11.png"/><Relationship Id="rId13" Type="http://schemas.openxmlformats.org/officeDocument/2006/relationships/tags" Target="../tags/tag665.xml"/><Relationship Id="rId12" Type="http://schemas.openxmlformats.org/officeDocument/2006/relationships/tags" Target="../tags/tag664.xml"/><Relationship Id="rId11" Type="http://schemas.openxmlformats.org/officeDocument/2006/relationships/tags" Target="../tags/tag663.xml"/><Relationship Id="rId10" Type="http://schemas.openxmlformats.org/officeDocument/2006/relationships/tags" Target="../tags/tag662.xml"/><Relationship Id="rId1" Type="http://schemas.openxmlformats.org/officeDocument/2006/relationships/tags" Target="../tags/tag65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74.xml"/><Relationship Id="rId8" Type="http://schemas.openxmlformats.org/officeDocument/2006/relationships/tags" Target="../tags/tag673.xml"/><Relationship Id="rId7" Type="http://schemas.openxmlformats.org/officeDocument/2006/relationships/tags" Target="../tags/tag672.xml"/><Relationship Id="rId64" Type="http://schemas.openxmlformats.org/officeDocument/2006/relationships/slideLayout" Target="../slideLayouts/slideLayout11.xml"/><Relationship Id="rId63" Type="http://schemas.openxmlformats.org/officeDocument/2006/relationships/tags" Target="../tags/tag726.xml"/><Relationship Id="rId62" Type="http://schemas.openxmlformats.org/officeDocument/2006/relationships/image" Target="../media/image14.png"/><Relationship Id="rId61" Type="http://schemas.openxmlformats.org/officeDocument/2006/relationships/image" Target="../media/image13.png"/><Relationship Id="rId60" Type="http://schemas.openxmlformats.org/officeDocument/2006/relationships/tags" Target="../tags/tag725.xml"/><Relationship Id="rId6" Type="http://schemas.openxmlformats.org/officeDocument/2006/relationships/tags" Target="../tags/tag671.xml"/><Relationship Id="rId59" Type="http://schemas.openxmlformats.org/officeDocument/2006/relationships/tags" Target="../tags/tag724.xml"/><Relationship Id="rId58" Type="http://schemas.openxmlformats.org/officeDocument/2006/relationships/tags" Target="../tags/tag723.xml"/><Relationship Id="rId57" Type="http://schemas.openxmlformats.org/officeDocument/2006/relationships/tags" Target="../tags/tag722.xml"/><Relationship Id="rId56" Type="http://schemas.openxmlformats.org/officeDocument/2006/relationships/tags" Target="../tags/tag721.xml"/><Relationship Id="rId55" Type="http://schemas.openxmlformats.org/officeDocument/2006/relationships/tags" Target="../tags/tag720.xml"/><Relationship Id="rId54" Type="http://schemas.openxmlformats.org/officeDocument/2006/relationships/tags" Target="../tags/tag719.xml"/><Relationship Id="rId53" Type="http://schemas.openxmlformats.org/officeDocument/2006/relationships/tags" Target="../tags/tag718.xml"/><Relationship Id="rId52" Type="http://schemas.openxmlformats.org/officeDocument/2006/relationships/tags" Target="../tags/tag717.xml"/><Relationship Id="rId51" Type="http://schemas.openxmlformats.org/officeDocument/2006/relationships/tags" Target="../tags/tag716.xml"/><Relationship Id="rId50" Type="http://schemas.openxmlformats.org/officeDocument/2006/relationships/tags" Target="../tags/tag715.xml"/><Relationship Id="rId5" Type="http://schemas.openxmlformats.org/officeDocument/2006/relationships/tags" Target="../tags/tag670.xml"/><Relationship Id="rId49" Type="http://schemas.openxmlformats.org/officeDocument/2006/relationships/tags" Target="../tags/tag714.xml"/><Relationship Id="rId48" Type="http://schemas.openxmlformats.org/officeDocument/2006/relationships/tags" Target="../tags/tag713.xml"/><Relationship Id="rId47" Type="http://schemas.openxmlformats.org/officeDocument/2006/relationships/tags" Target="../tags/tag712.xml"/><Relationship Id="rId46" Type="http://schemas.openxmlformats.org/officeDocument/2006/relationships/tags" Target="../tags/tag711.xml"/><Relationship Id="rId45" Type="http://schemas.openxmlformats.org/officeDocument/2006/relationships/tags" Target="../tags/tag710.xml"/><Relationship Id="rId44" Type="http://schemas.openxmlformats.org/officeDocument/2006/relationships/tags" Target="../tags/tag709.xml"/><Relationship Id="rId43" Type="http://schemas.openxmlformats.org/officeDocument/2006/relationships/tags" Target="../tags/tag708.xml"/><Relationship Id="rId42" Type="http://schemas.openxmlformats.org/officeDocument/2006/relationships/tags" Target="../tags/tag707.xml"/><Relationship Id="rId41" Type="http://schemas.openxmlformats.org/officeDocument/2006/relationships/tags" Target="../tags/tag706.xml"/><Relationship Id="rId40" Type="http://schemas.openxmlformats.org/officeDocument/2006/relationships/tags" Target="../tags/tag705.xml"/><Relationship Id="rId4" Type="http://schemas.openxmlformats.org/officeDocument/2006/relationships/tags" Target="../tags/tag669.xml"/><Relationship Id="rId39" Type="http://schemas.openxmlformats.org/officeDocument/2006/relationships/tags" Target="../tags/tag704.xml"/><Relationship Id="rId38" Type="http://schemas.openxmlformats.org/officeDocument/2006/relationships/tags" Target="../tags/tag703.xml"/><Relationship Id="rId37" Type="http://schemas.openxmlformats.org/officeDocument/2006/relationships/tags" Target="../tags/tag702.xml"/><Relationship Id="rId36" Type="http://schemas.openxmlformats.org/officeDocument/2006/relationships/tags" Target="../tags/tag701.xml"/><Relationship Id="rId35" Type="http://schemas.openxmlformats.org/officeDocument/2006/relationships/tags" Target="../tags/tag700.xml"/><Relationship Id="rId34" Type="http://schemas.openxmlformats.org/officeDocument/2006/relationships/tags" Target="../tags/tag699.xml"/><Relationship Id="rId33" Type="http://schemas.openxmlformats.org/officeDocument/2006/relationships/tags" Target="../tags/tag698.xml"/><Relationship Id="rId32" Type="http://schemas.openxmlformats.org/officeDocument/2006/relationships/tags" Target="../tags/tag697.xml"/><Relationship Id="rId31" Type="http://schemas.openxmlformats.org/officeDocument/2006/relationships/tags" Target="../tags/tag696.xml"/><Relationship Id="rId30" Type="http://schemas.openxmlformats.org/officeDocument/2006/relationships/tags" Target="../tags/tag695.xml"/><Relationship Id="rId3" Type="http://schemas.openxmlformats.org/officeDocument/2006/relationships/image" Target="../media/image12.png"/><Relationship Id="rId29" Type="http://schemas.openxmlformats.org/officeDocument/2006/relationships/tags" Target="../tags/tag694.xml"/><Relationship Id="rId28" Type="http://schemas.openxmlformats.org/officeDocument/2006/relationships/tags" Target="../tags/tag693.xml"/><Relationship Id="rId27" Type="http://schemas.openxmlformats.org/officeDocument/2006/relationships/tags" Target="../tags/tag692.xml"/><Relationship Id="rId26" Type="http://schemas.openxmlformats.org/officeDocument/2006/relationships/tags" Target="../tags/tag691.xml"/><Relationship Id="rId25" Type="http://schemas.openxmlformats.org/officeDocument/2006/relationships/tags" Target="../tags/tag690.xml"/><Relationship Id="rId24" Type="http://schemas.openxmlformats.org/officeDocument/2006/relationships/tags" Target="../tags/tag689.xml"/><Relationship Id="rId23" Type="http://schemas.openxmlformats.org/officeDocument/2006/relationships/tags" Target="../tags/tag688.xml"/><Relationship Id="rId22" Type="http://schemas.openxmlformats.org/officeDocument/2006/relationships/tags" Target="../tags/tag687.xml"/><Relationship Id="rId21" Type="http://schemas.openxmlformats.org/officeDocument/2006/relationships/tags" Target="../tags/tag686.xml"/><Relationship Id="rId20" Type="http://schemas.openxmlformats.org/officeDocument/2006/relationships/tags" Target="../tags/tag685.xml"/><Relationship Id="rId2" Type="http://schemas.openxmlformats.org/officeDocument/2006/relationships/tags" Target="../tags/tag668.xml"/><Relationship Id="rId19" Type="http://schemas.openxmlformats.org/officeDocument/2006/relationships/tags" Target="../tags/tag684.xml"/><Relationship Id="rId18" Type="http://schemas.openxmlformats.org/officeDocument/2006/relationships/tags" Target="../tags/tag683.xml"/><Relationship Id="rId17" Type="http://schemas.openxmlformats.org/officeDocument/2006/relationships/tags" Target="../tags/tag682.xml"/><Relationship Id="rId16" Type="http://schemas.openxmlformats.org/officeDocument/2006/relationships/tags" Target="../tags/tag681.xml"/><Relationship Id="rId15" Type="http://schemas.openxmlformats.org/officeDocument/2006/relationships/tags" Target="../tags/tag680.xml"/><Relationship Id="rId14" Type="http://schemas.openxmlformats.org/officeDocument/2006/relationships/tags" Target="../tags/tag679.xml"/><Relationship Id="rId13" Type="http://schemas.openxmlformats.org/officeDocument/2006/relationships/tags" Target="../tags/tag678.xml"/><Relationship Id="rId12" Type="http://schemas.openxmlformats.org/officeDocument/2006/relationships/tags" Target="../tags/tag677.xml"/><Relationship Id="rId11" Type="http://schemas.openxmlformats.org/officeDocument/2006/relationships/tags" Target="../tags/tag676.xml"/><Relationship Id="rId10" Type="http://schemas.openxmlformats.org/officeDocument/2006/relationships/tags" Target="../tags/tag675.xml"/><Relationship Id="rId1" Type="http://schemas.openxmlformats.org/officeDocument/2006/relationships/tags" Target="../tags/tag66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35.xml"/><Relationship Id="rId8" Type="http://schemas.openxmlformats.org/officeDocument/2006/relationships/tags" Target="../tags/tag734.xml"/><Relationship Id="rId7" Type="http://schemas.openxmlformats.org/officeDocument/2006/relationships/tags" Target="../tags/tag733.xml"/><Relationship Id="rId6" Type="http://schemas.openxmlformats.org/officeDocument/2006/relationships/tags" Target="../tags/tag732.xml"/><Relationship Id="rId5" Type="http://schemas.openxmlformats.org/officeDocument/2006/relationships/tags" Target="../tags/tag731.xml"/><Relationship Id="rId4" Type="http://schemas.openxmlformats.org/officeDocument/2006/relationships/tags" Target="../tags/tag730.xml"/><Relationship Id="rId3" Type="http://schemas.openxmlformats.org/officeDocument/2006/relationships/tags" Target="../tags/tag729.xml"/><Relationship Id="rId2" Type="http://schemas.openxmlformats.org/officeDocument/2006/relationships/tags" Target="../tags/tag728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43.xml"/><Relationship Id="rId16" Type="http://schemas.openxmlformats.org/officeDocument/2006/relationships/tags" Target="../tags/tag742.xml"/><Relationship Id="rId15" Type="http://schemas.openxmlformats.org/officeDocument/2006/relationships/tags" Target="../tags/tag741.xml"/><Relationship Id="rId14" Type="http://schemas.openxmlformats.org/officeDocument/2006/relationships/tags" Target="../tags/tag740.xml"/><Relationship Id="rId13" Type="http://schemas.openxmlformats.org/officeDocument/2006/relationships/tags" Target="../tags/tag739.xml"/><Relationship Id="rId12" Type="http://schemas.openxmlformats.org/officeDocument/2006/relationships/tags" Target="../tags/tag738.xml"/><Relationship Id="rId11" Type="http://schemas.openxmlformats.org/officeDocument/2006/relationships/tags" Target="../tags/tag737.xml"/><Relationship Id="rId10" Type="http://schemas.openxmlformats.org/officeDocument/2006/relationships/tags" Target="../tags/tag736.xml"/><Relationship Id="rId1" Type="http://schemas.openxmlformats.org/officeDocument/2006/relationships/tags" Target="../tags/tag72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51.xml"/><Relationship Id="rId8" Type="http://schemas.openxmlformats.org/officeDocument/2006/relationships/tags" Target="../tags/tag750.xml"/><Relationship Id="rId7" Type="http://schemas.openxmlformats.org/officeDocument/2006/relationships/tags" Target="../tags/tag749.xml"/><Relationship Id="rId63" Type="http://schemas.openxmlformats.org/officeDocument/2006/relationships/slideLayout" Target="../slideLayouts/slideLayout11.xml"/><Relationship Id="rId62" Type="http://schemas.openxmlformats.org/officeDocument/2006/relationships/tags" Target="../tags/tag803.xml"/><Relationship Id="rId61" Type="http://schemas.openxmlformats.org/officeDocument/2006/relationships/image" Target="../media/image13.png"/><Relationship Id="rId60" Type="http://schemas.openxmlformats.org/officeDocument/2006/relationships/tags" Target="../tags/tag802.xml"/><Relationship Id="rId6" Type="http://schemas.openxmlformats.org/officeDocument/2006/relationships/tags" Target="../tags/tag748.xml"/><Relationship Id="rId59" Type="http://schemas.openxmlformats.org/officeDocument/2006/relationships/tags" Target="../tags/tag801.xml"/><Relationship Id="rId58" Type="http://schemas.openxmlformats.org/officeDocument/2006/relationships/tags" Target="../tags/tag800.xml"/><Relationship Id="rId57" Type="http://schemas.openxmlformats.org/officeDocument/2006/relationships/tags" Target="../tags/tag799.xml"/><Relationship Id="rId56" Type="http://schemas.openxmlformats.org/officeDocument/2006/relationships/tags" Target="../tags/tag798.xml"/><Relationship Id="rId55" Type="http://schemas.openxmlformats.org/officeDocument/2006/relationships/tags" Target="../tags/tag797.xml"/><Relationship Id="rId54" Type="http://schemas.openxmlformats.org/officeDocument/2006/relationships/tags" Target="../tags/tag796.xml"/><Relationship Id="rId53" Type="http://schemas.openxmlformats.org/officeDocument/2006/relationships/tags" Target="../tags/tag795.xml"/><Relationship Id="rId52" Type="http://schemas.openxmlformats.org/officeDocument/2006/relationships/tags" Target="../tags/tag794.xml"/><Relationship Id="rId51" Type="http://schemas.openxmlformats.org/officeDocument/2006/relationships/tags" Target="../tags/tag793.xml"/><Relationship Id="rId50" Type="http://schemas.openxmlformats.org/officeDocument/2006/relationships/tags" Target="../tags/tag792.xml"/><Relationship Id="rId5" Type="http://schemas.openxmlformats.org/officeDocument/2006/relationships/tags" Target="../tags/tag747.xml"/><Relationship Id="rId49" Type="http://schemas.openxmlformats.org/officeDocument/2006/relationships/tags" Target="../tags/tag791.xml"/><Relationship Id="rId48" Type="http://schemas.openxmlformats.org/officeDocument/2006/relationships/tags" Target="../tags/tag790.xml"/><Relationship Id="rId47" Type="http://schemas.openxmlformats.org/officeDocument/2006/relationships/tags" Target="../tags/tag789.xml"/><Relationship Id="rId46" Type="http://schemas.openxmlformats.org/officeDocument/2006/relationships/tags" Target="../tags/tag788.xml"/><Relationship Id="rId45" Type="http://schemas.openxmlformats.org/officeDocument/2006/relationships/tags" Target="../tags/tag787.xml"/><Relationship Id="rId44" Type="http://schemas.openxmlformats.org/officeDocument/2006/relationships/tags" Target="../tags/tag786.xml"/><Relationship Id="rId43" Type="http://schemas.openxmlformats.org/officeDocument/2006/relationships/tags" Target="../tags/tag785.xml"/><Relationship Id="rId42" Type="http://schemas.openxmlformats.org/officeDocument/2006/relationships/tags" Target="../tags/tag784.xml"/><Relationship Id="rId41" Type="http://schemas.openxmlformats.org/officeDocument/2006/relationships/tags" Target="../tags/tag783.xml"/><Relationship Id="rId40" Type="http://schemas.openxmlformats.org/officeDocument/2006/relationships/tags" Target="../tags/tag782.xml"/><Relationship Id="rId4" Type="http://schemas.openxmlformats.org/officeDocument/2006/relationships/tags" Target="../tags/tag746.xml"/><Relationship Id="rId39" Type="http://schemas.openxmlformats.org/officeDocument/2006/relationships/tags" Target="../tags/tag781.xml"/><Relationship Id="rId38" Type="http://schemas.openxmlformats.org/officeDocument/2006/relationships/tags" Target="../tags/tag780.xml"/><Relationship Id="rId37" Type="http://schemas.openxmlformats.org/officeDocument/2006/relationships/tags" Target="../tags/tag779.xml"/><Relationship Id="rId36" Type="http://schemas.openxmlformats.org/officeDocument/2006/relationships/tags" Target="../tags/tag778.xml"/><Relationship Id="rId35" Type="http://schemas.openxmlformats.org/officeDocument/2006/relationships/tags" Target="../tags/tag777.xml"/><Relationship Id="rId34" Type="http://schemas.openxmlformats.org/officeDocument/2006/relationships/tags" Target="../tags/tag776.xml"/><Relationship Id="rId33" Type="http://schemas.openxmlformats.org/officeDocument/2006/relationships/tags" Target="../tags/tag775.xml"/><Relationship Id="rId32" Type="http://schemas.openxmlformats.org/officeDocument/2006/relationships/tags" Target="../tags/tag774.xml"/><Relationship Id="rId31" Type="http://schemas.openxmlformats.org/officeDocument/2006/relationships/tags" Target="../tags/tag773.xml"/><Relationship Id="rId30" Type="http://schemas.openxmlformats.org/officeDocument/2006/relationships/tags" Target="../tags/tag772.xml"/><Relationship Id="rId3" Type="http://schemas.openxmlformats.org/officeDocument/2006/relationships/tags" Target="../tags/tag745.xml"/><Relationship Id="rId29" Type="http://schemas.openxmlformats.org/officeDocument/2006/relationships/tags" Target="../tags/tag771.xml"/><Relationship Id="rId28" Type="http://schemas.openxmlformats.org/officeDocument/2006/relationships/tags" Target="../tags/tag770.xml"/><Relationship Id="rId27" Type="http://schemas.openxmlformats.org/officeDocument/2006/relationships/tags" Target="../tags/tag769.xml"/><Relationship Id="rId26" Type="http://schemas.openxmlformats.org/officeDocument/2006/relationships/tags" Target="../tags/tag768.xml"/><Relationship Id="rId25" Type="http://schemas.openxmlformats.org/officeDocument/2006/relationships/tags" Target="../tags/tag767.xml"/><Relationship Id="rId24" Type="http://schemas.openxmlformats.org/officeDocument/2006/relationships/tags" Target="../tags/tag766.xml"/><Relationship Id="rId23" Type="http://schemas.openxmlformats.org/officeDocument/2006/relationships/tags" Target="../tags/tag765.xml"/><Relationship Id="rId22" Type="http://schemas.openxmlformats.org/officeDocument/2006/relationships/tags" Target="../tags/tag764.xml"/><Relationship Id="rId21" Type="http://schemas.openxmlformats.org/officeDocument/2006/relationships/tags" Target="../tags/tag763.xml"/><Relationship Id="rId20" Type="http://schemas.openxmlformats.org/officeDocument/2006/relationships/tags" Target="../tags/tag762.xml"/><Relationship Id="rId2" Type="http://schemas.openxmlformats.org/officeDocument/2006/relationships/tags" Target="../tags/tag744.xml"/><Relationship Id="rId19" Type="http://schemas.openxmlformats.org/officeDocument/2006/relationships/tags" Target="../tags/tag761.xml"/><Relationship Id="rId18" Type="http://schemas.openxmlformats.org/officeDocument/2006/relationships/tags" Target="../tags/tag760.xml"/><Relationship Id="rId17" Type="http://schemas.openxmlformats.org/officeDocument/2006/relationships/tags" Target="../tags/tag759.xml"/><Relationship Id="rId16" Type="http://schemas.openxmlformats.org/officeDocument/2006/relationships/tags" Target="../tags/tag758.xml"/><Relationship Id="rId15" Type="http://schemas.openxmlformats.org/officeDocument/2006/relationships/tags" Target="../tags/tag757.xml"/><Relationship Id="rId14" Type="http://schemas.openxmlformats.org/officeDocument/2006/relationships/tags" Target="../tags/tag756.xml"/><Relationship Id="rId13" Type="http://schemas.openxmlformats.org/officeDocument/2006/relationships/tags" Target="../tags/tag755.xml"/><Relationship Id="rId12" Type="http://schemas.openxmlformats.org/officeDocument/2006/relationships/tags" Target="../tags/tag754.xml"/><Relationship Id="rId11" Type="http://schemas.openxmlformats.org/officeDocument/2006/relationships/tags" Target="../tags/tag753.xml"/><Relationship Id="rId10" Type="http://schemas.openxmlformats.org/officeDocument/2006/relationships/tags" Target="../tags/tag75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12.xml"/><Relationship Id="rId8" Type="http://schemas.openxmlformats.org/officeDocument/2006/relationships/tags" Target="../tags/tag811.xml"/><Relationship Id="rId7" Type="http://schemas.openxmlformats.org/officeDocument/2006/relationships/tags" Target="../tags/tag810.xml"/><Relationship Id="rId6" Type="http://schemas.openxmlformats.org/officeDocument/2006/relationships/tags" Target="../tags/tag809.xml"/><Relationship Id="rId5" Type="http://schemas.openxmlformats.org/officeDocument/2006/relationships/tags" Target="../tags/tag808.xml"/><Relationship Id="rId4" Type="http://schemas.openxmlformats.org/officeDocument/2006/relationships/tags" Target="../tags/tag807.xml"/><Relationship Id="rId3" Type="http://schemas.openxmlformats.org/officeDocument/2006/relationships/tags" Target="../tags/tag806.xml"/><Relationship Id="rId2" Type="http://schemas.openxmlformats.org/officeDocument/2006/relationships/tags" Target="../tags/tag805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820.xml"/><Relationship Id="rId16" Type="http://schemas.openxmlformats.org/officeDocument/2006/relationships/tags" Target="../tags/tag819.xml"/><Relationship Id="rId15" Type="http://schemas.openxmlformats.org/officeDocument/2006/relationships/tags" Target="../tags/tag818.xml"/><Relationship Id="rId14" Type="http://schemas.openxmlformats.org/officeDocument/2006/relationships/tags" Target="../tags/tag817.xml"/><Relationship Id="rId13" Type="http://schemas.openxmlformats.org/officeDocument/2006/relationships/tags" Target="../tags/tag816.xml"/><Relationship Id="rId12" Type="http://schemas.openxmlformats.org/officeDocument/2006/relationships/tags" Target="../tags/tag815.xml"/><Relationship Id="rId11" Type="http://schemas.openxmlformats.org/officeDocument/2006/relationships/tags" Target="../tags/tag814.xml"/><Relationship Id="rId10" Type="http://schemas.openxmlformats.org/officeDocument/2006/relationships/tags" Target="../tags/tag813.xml"/><Relationship Id="rId1" Type="http://schemas.openxmlformats.org/officeDocument/2006/relationships/tags" Target="../tags/tag80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29.xml"/><Relationship Id="rId8" Type="http://schemas.openxmlformats.org/officeDocument/2006/relationships/tags" Target="../tags/tag828.xml"/><Relationship Id="rId7" Type="http://schemas.openxmlformats.org/officeDocument/2006/relationships/tags" Target="../tags/tag827.xml"/><Relationship Id="rId6" Type="http://schemas.openxmlformats.org/officeDocument/2006/relationships/tags" Target="../tags/tag826.xml"/><Relationship Id="rId5" Type="http://schemas.openxmlformats.org/officeDocument/2006/relationships/tags" Target="../tags/tag825.xml"/><Relationship Id="rId4" Type="http://schemas.openxmlformats.org/officeDocument/2006/relationships/tags" Target="../tags/tag824.xml"/><Relationship Id="rId30" Type="http://schemas.openxmlformats.org/officeDocument/2006/relationships/notesSlide" Target="../notesSlides/notesSlide9.xml"/><Relationship Id="rId3" Type="http://schemas.openxmlformats.org/officeDocument/2006/relationships/tags" Target="../tags/tag823.xml"/><Relationship Id="rId29" Type="http://schemas.openxmlformats.org/officeDocument/2006/relationships/slideLayout" Target="../slideLayouts/slideLayout11.xml"/><Relationship Id="rId28" Type="http://schemas.openxmlformats.org/officeDocument/2006/relationships/tags" Target="../tags/tag848.xml"/><Relationship Id="rId27" Type="http://schemas.openxmlformats.org/officeDocument/2006/relationships/tags" Target="../tags/tag847.xml"/><Relationship Id="rId26" Type="http://schemas.openxmlformats.org/officeDocument/2006/relationships/tags" Target="../tags/tag846.xml"/><Relationship Id="rId25" Type="http://schemas.openxmlformats.org/officeDocument/2006/relationships/tags" Target="../tags/tag845.xml"/><Relationship Id="rId24" Type="http://schemas.openxmlformats.org/officeDocument/2006/relationships/tags" Target="../tags/tag844.xml"/><Relationship Id="rId23" Type="http://schemas.openxmlformats.org/officeDocument/2006/relationships/tags" Target="../tags/tag843.xml"/><Relationship Id="rId22" Type="http://schemas.openxmlformats.org/officeDocument/2006/relationships/tags" Target="../tags/tag842.xml"/><Relationship Id="rId21" Type="http://schemas.openxmlformats.org/officeDocument/2006/relationships/tags" Target="../tags/tag841.xml"/><Relationship Id="rId20" Type="http://schemas.openxmlformats.org/officeDocument/2006/relationships/tags" Target="../tags/tag840.xml"/><Relationship Id="rId2" Type="http://schemas.openxmlformats.org/officeDocument/2006/relationships/tags" Target="../tags/tag822.xml"/><Relationship Id="rId19" Type="http://schemas.openxmlformats.org/officeDocument/2006/relationships/tags" Target="../tags/tag839.xml"/><Relationship Id="rId18" Type="http://schemas.openxmlformats.org/officeDocument/2006/relationships/tags" Target="../tags/tag838.xml"/><Relationship Id="rId17" Type="http://schemas.openxmlformats.org/officeDocument/2006/relationships/tags" Target="../tags/tag837.xml"/><Relationship Id="rId16" Type="http://schemas.openxmlformats.org/officeDocument/2006/relationships/tags" Target="../tags/tag836.xml"/><Relationship Id="rId15" Type="http://schemas.openxmlformats.org/officeDocument/2006/relationships/tags" Target="../tags/tag835.xml"/><Relationship Id="rId14" Type="http://schemas.openxmlformats.org/officeDocument/2006/relationships/tags" Target="../tags/tag834.xml"/><Relationship Id="rId13" Type="http://schemas.openxmlformats.org/officeDocument/2006/relationships/tags" Target="../tags/tag833.xml"/><Relationship Id="rId12" Type="http://schemas.openxmlformats.org/officeDocument/2006/relationships/tags" Target="../tags/tag832.xml"/><Relationship Id="rId11" Type="http://schemas.openxmlformats.org/officeDocument/2006/relationships/tags" Target="../tags/tag831.xml"/><Relationship Id="rId10" Type="http://schemas.openxmlformats.org/officeDocument/2006/relationships/tags" Target="../tags/tag830.xml"/><Relationship Id="rId1" Type="http://schemas.openxmlformats.org/officeDocument/2006/relationships/tags" Target="../tags/tag82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1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852.xml"/><Relationship Id="rId3" Type="http://schemas.openxmlformats.org/officeDocument/2006/relationships/tags" Target="../tags/tag851.xml"/><Relationship Id="rId2" Type="http://schemas.openxmlformats.org/officeDocument/2006/relationships/tags" Target="../tags/tag850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853.xml"/><Relationship Id="rId1" Type="http://schemas.openxmlformats.org/officeDocument/2006/relationships/tags" Target="../tags/tag84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62.xml"/><Relationship Id="rId8" Type="http://schemas.openxmlformats.org/officeDocument/2006/relationships/tags" Target="../tags/tag861.xml"/><Relationship Id="rId7" Type="http://schemas.openxmlformats.org/officeDocument/2006/relationships/tags" Target="../tags/tag860.xml"/><Relationship Id="rId6" Type="http://schemas.openxmlformats.org/officeDocument/2006/relationships/tags" Target="../tags/tag859.xml"/><Relationship Id="rId5" Type="http://schemas.openxmlformats.org/officeDocument/2006/relationships/tags" Target="../tags/tag858.xml"/><Relationship Id="rId4" Type="http://schemas.openxmlformats.org/officeDocument/2006/relationships/tags" Target="../tags/tag857.xml"/><Relationship Id="rId3" Type="http://schemas.openxmlformats.org/officeDocument/2006/relationships/tags" Target="../tags/tag856.xml"/><Relationship Id="rId24" Type="http://schemas.openxmlformats.org/officeDocument/2006/relationships/notesSlide" Target="../notesSlides/notesSlide10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875.xml"/><Relationship Id="rId21" Type="http://schemas.openxmlformats.org/officeDocument/2006/relationships/tags" Target="../tags/tag874.xml"/><Relationship Id="rId20" Type="http://schemas.openxmlformats.org/officeDocument/2006/relationships/tags" Target="../tags/tag873.xml"/><Relationship Id="rId2" Type="http://schemas.openxmlformats.org/officeDocument/2006/relationships/tags" Target="../tags/tag855.xml"/><Relationship Id="rId19" Type="http://schemas.openxmlformats.org/officeDocument/2006/relationships/tags" Target="../tags/tag872.xml"/><Relationship Id="rId18" Type="http://schemas.openxmlformats.org/officeDocument/2006/relationships/tags" Target="../tags/tag871.xml"/><Relationship Id="rId17" Type="http://schemas.openxmlformats.org/officeDocument/2006/relationships/tags" Target="../tags/tag870.xml"/><Relationship Id="rId16" Type="http://schemas.openxmlformats.org/officeDocument/2006/relationships/tags" Target="../tags/tag869.xml"/><Relationship Id="rId15" Type="http://schemas.openxmlformats.org/officeDocument/2006/relationships/tags" Target="../tags/tag868.xml"/><Relationship Id="rId14" Type="http://schemas.openxmlformats.org/officeDocument/2006/relationships/tags" Target="../tags/tag867.xml"/><Relationship Id="rId13" Type="http://schemas.openxmlformats.org/officeDocument/2006/relationships/tags" Target="../tags/tag866.xml"/><Relationship Id="rId12" Type="http://schemas.openxmlformats.org/officeDocument/2006/relationships/tags" Target="../tags/tag865.xml"/><Relationship Id="rId11" Type="http://schemas.openxmlformats.org/officeDocument/2006/relationships/tags" Target="../tags/tag864.xml"/><Relationship Id="rId10" Type="http://schemas.openxmlformats.org/officeDocument/2006/relationships/tags" Target="../tags/tag863.xml"/><Relationship Id="rId1" Type="http://schemas.openxmlformats.org/officeDocument/2006/relationships/tags" Target="../tags/tag85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84.xml"/><Relationship Id="rId8" Type="http://schemas.openxmlformats.org/officeDocument/2006/relationships/tags" Target="../tags/tag883.xml"/><Relationship Id="rId7" Type="http://schemas.openxmlformats.org/officeDocument/2006/relationships/tags" Target="../tags/tag882.xml"/><Relationship Id="rId6" Type="http://schemas.openxmlformats.org/officeDocument/2006/relationships/tags" Target="../tags/tag881.xml"/><Relationship Id="rId5" Type="http://schemas.openxmlformats.org/officeDocument/2006/relationships/tags" Target="../tags/tag880.xml"/><Relationship Id="rId4" Type="http://schemas.openxmlformats.org/officeDocument/2006/relationships/tags" Target="../tags/tag879.xml"/><Relationship Id="rId3" Type="http://schemas.openxmlformats.org/officeDocument/2006/relationships/tags" Target="../tags/tag878.xml"/><Relationship Id="rId2" Type="http://schemas.openxmlformats.org/officeDocument/2006/relationships/tags" Target="../tags/tag877.xml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889.xml"/><Relationship Id="rId13" Type="http://schemas.openxmlformats.org/officeDocument/2006/relationships/tags" Target="../tags/tag888.xml"/><Relationship Id="rId12" Type="http://schemas.openxmlformats.org/officeDocument/2006/relationships/tags" Target="../tags/tag887.xml"/><Relationship Id="rId11" Type="http://schemas.openxmlformats.org/officeDocument/2006/relationships/tags" Target="../tags/tag886.xml"/><Relationship Id="rId10" Type="http://schemas.openxmlformats.org/officeDocument/2006/relationships/tags" Target="../tags/tag885.xml"/><Relationship Id="rId1" Type="http://schemas.openxmlformats.org/officeDocument/2006/relationships/tags" Target="../tags/tag87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98.xml"/><Relationship Id="rId8" Type="http://schemas.openxmlformats.org/officeDocument/2006/relationships/tags" Target="../tags/tag897.xml"/><Relationship Id="rId7" Type="http://schemas.openxmlformats.org/officeDocument/2006/relationships/tags" Target="../tags/tag896.xml"/><Relationship Id="rId6" Type="http://schemas.openxmlformats.org/officeDocument/2006/relationships/tags" Target="../tags/tag895.xml"/><Relationship Id="rId5" Type="http://schemas.openxmlformats.org/officeDocument/2006/relationships/tags" Target="../tags/tag894.xml"/><Relationship Id="rId4" Type="http://schemas.openxmlformats.org/officeDocument/2006/relationships/tags" Target="../tags/tag893.xml"/><Relationship Id="rId3" Type="http://schemas.openxmlformats.org/officeDocument/2006/relationships/tags" Target="../tags/tag892.xml"/><Relationship Id="rId2" Type="http://schemas.openxmlformats.org/officeDocument/2006/relationships/tags" Target="../tags/tag891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903.xml"/><Relationship Id="rId13" Type="http://schemas.openxmlformats.org/officeDocument/2006/relationships/tags" Target="../tags/tag902.xml"/><Relationship Id="rId12" Type="http://schemas.openxmlformats.org/officeDocument/2006/relationships/tags" Target="../tags/tag901.xml"/><Relationship Id="rId11" Type="http://schemas.openxmlformats.org/officeDocument/2006/relationships/tags" Target="../tags/tag900.xml"/><Relationship Id="rId10" Type="http://schemas.openxmlformats.org/officeDocument/2006/relationships/tags" Target="../tags/tag899.xml"/><Relationship Id="rId1" Type="http://schemas.openxmlformats.org/officeDocument/2006/relationships/tags" Target="../tags/tag89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912.xml"/><Relationship Id="rId8" Type="http://schemas.openxmlformats.org/officeDocument/2006/relationships/tags" Target="../tags/tag911.xml"/><Relationship Id="rId7" Type="http://schemas.openxmlformats.org/officeDocument/2006/relationships/tags" Target="../tags/tag910.xml"/><Relationship Id="rId6" Type="http://schemas.openxmlformats.org/officeDocument/2006/relationships/tags" Target="../tags/tag909.xml"/><Relationship Id="rId5" Type="http://schemas.openxmlformats.org/officeDocument/2006/relationships/tags" Target="../tags/tag908.xml"/><Relationship Id="rId4" Type="http://schemas.openxmlformats.org/officeDocument/2006/relationships/tags" Target="../tags/tag907.xml"/><Relationship Id="rId3" Type="http://schemas.openxmlformats.org/officeDocument/2006/relationships/tags" Target="../tags/tag906.xml"/><Relationship Id="rId2" Type="http://schemas.openxmlformats.org/officeDocument/2006/relationships/tags" Target="../tags/tag905.xml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916.xml"/><Relationship Id="rId13" Type="http://schemas.openxmlformats.org/officeDocument/2006/relationships/tags" Target="../tags/tag915.xml"/><Relationship Id="rId12" Type="http://schemas.openxmlformats.org/officeDocument/2006/relationships/image" Target="../media/image9.png"/><Relationship Id="rId11" Type="http://schemas.openxmlformats.org/officeDocument/2006/relationships/tags" Target="../tags/tag914.xml"/><Relationship Id="rId10" Type="http://schemas.openxmlformats.org/officeDocument/2006/relationships/tags" Target="../tags/tag913.xml"/><Relationship Id="rId1" Type="http://schemas.openxmlformats.org/officeDocument/2006/relationships/tags" Target="../tags/tag90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25.xml"/><Relationship Id="rId8" Type="http://schemas.openxmlformats.org/officeDocument/2006/relationships/tags" Target="../tags/tag924.xml"/><Relationship Id="rId7" Type="http://schemas.openxmlformats.org/officeDocument/2006/relationships/tags" Target="../tags/tag923.xml"/><Relationship Id="rId6" Type="http://schemas.openxmlformats.org/officeDocument/2006/relationships/tags" Target="../tags/tag922.xml"/><Relationship Id="rId5" Type="http://schemas.openxmlformats.org/officeDocument/2006/relationships/tags" Target="../tags/tag921.xml"/><Relationship Id="rId47" Type="http://schemas.openxmlformats.org/officeDocument/2006/relationships/notesSlide" Target="../notesSlides/notesSlide14.xml"/><Relationship Id="rId46" Type="http://schemas.openxmlformats.org/officeDocument/2006/relationships/slideLayout" Target="../slideLayouts/slideLayout11.xml"/><Relationship Id="rId45" Type="http://schemas.openxmlformats.org/officeDocument/2006/relationships/tags" Target="../tags/tag960.xml"/><Relationship Id="rId44" Type="http://schemas.openxmlformats.org/officeDocument/2006/relationships/image" Target="../media/image14.png"/><Relationship Id="rId43" Type="http://schemas.openxmlformats.org/officeDocument/2006/relationships/tags" Target="../tags/tag959.xml"/><Relationship Id="rId42" Type="http://schemas.openxmlformats.org/officeDocument/2006/relationships/tags" Target="../tags/tag958.xml"/><Relationship Id="rId41" Type="http://schemas.openxmlformats.org/officeDocument/2006/relationships/tags" Target="../tags/tag957.xml"/><Relationship Id="rId40" Type="http://schemas.openxmlformats.org/officeDocument/2006/relationships/tags" Target="../tags/tag956.xml"/><Relationship Id="rId4" Type="http://schemas.openxmlformats.org/officeDocument/2006/relationships/tags" Target="../tags/tag920.xml"/><Relationship Id="rId39" Type="http://schemas.openxmlformats.org/officeDocument/2006/relationships/tags" Target="../tags/tag955.xml"/><Relationship Id="rId38" Type="http://schemas.openxmlformats.org/officeDocument/2006/relationships/tags" Target="../tags/tag954.xml"/><Relationship Id="rId37" Type="http://schemas.openxmlformats.org/officeDocument/2006/relationships/tags" Target="../tags/tag953.xml"/><Relationship Id="rId36" Type="http://schemas.openxmlformats.org/officeDocument/2006/relationships/tags" Target="../tags/tag952.xml"/><Relationship Id="rId35" Type="http://schemas.openxmlformats.org/officeDocument/2006/relationships/tags" Target="../tags/tag951.xml"/><Relationship Id="rId34" Type="http://schemas.openxmlformats.org/officeDocument/2006/relationships/tags" Target="../tags/tag950.xml"/><Relationship Id="rId33" Type="http://schemas.openxmlformats.org/officeDocument/2006/relationships/tags" Target="../tags/tag949.xml"/><Relationship Id="rId32" Type="http://schemas.openxmlformats.org/officeDocument/2006/relationships/tags" Target="../tags/tag948.xml"/><Relationship Id="rId31" Type="http://schemas.openxmlformats.org/officeDocument/2006/relationships/tags" Target="../tags/tag947.xml"/><Relationship Id="rId30" Type="http://schemas.openxmlformats.org/officeDocument/2006/relationships/tags" Target="../tags/tag946.xml"/><Relationship Id="rId3" Type="http://schemas.openxmlformats.org/officeDocument/2006/relationships/tags" Target="../tags/tag919.xml"/><Relationship Id="rId29" Type="http://schemas.openxmlformats.org/officeDocument/2006/relationships/tags" Target="../tags/tag945.xml"/><Relationship Id="rId28" Type="http://schemas.openxmlformats.org/officeDocument/2006/relationships/tags" Target="../tags/tag944.xml"/><Relationship Id="rId27" Type="http://schemas.openxmlformats.org/officeDocument/2006/relationships/tags" Target="../tags/tag943.xml"/><Relationship Id="rId26" Type="http://schemas.openxmlformats.org/officeDocument/2006/relationships/tags" Target="../tags/tag942.xml"/><Relationship Id="rId25" Type="http://schemas.openxmlformats.org/officeDocument/2006/relationships/tags" Target="../tags/tag941.xml"/><Relationship Id="rId24" Type="http://schemas.openxmlformats.org/officeDocument/2006/relationships/tags" Target="../tags/tag940.xml"/><Relationship Id="rId23" Type="http://schemas.openxmlformats.org/officeDocument/2006/relationships/tags" Target="../tags/tag939.xml"/><Relationship Id="rId22" Type="http://schemas.openxmlformats.org/officeDocument/2006/relationships/tags" Target="../tags/tag938.xml"/><Relationship Id="rId21" Type="http://schemas.openxmlformats.org/officeDocument/2006/relationships/tags" Target="../tags/tag937.xml"/><Relationship Id="rId20" Type="http://schemas.openxmlformats.org/officeDocument/2006/relationships/tags" Target="../tags/tag936.xml"/><Relationship Id="rId2" Type="http://schemas.openxmlformats.org/officeDocument/2006/relationships/tags" Target="../tags/tag918.xml"/><Relationship Id="rId19" Type="http://schemas.openxmlformats.org/officeDocument/2006/relationships/tags" Target="../tags/tag935.xml"/><Relationship Id="rId18" Type="http://schemas.openxmlformats.org/officeDocument/2006/relationships/tags" Target="../tags/tag934.xml"/><Relationship Id="rId17" Type="http://schemas.openxmlformats.org/officeDocument/2006/relationships/tags" Target="../tags/tag933.xml"/><Relationship Id="rId16" Type="http://schemas.openxmlformats.org/officeDocument/2006/relationships/tags" Target="../tags/tag932.xml"/><Relationship Id="rId15" Type="http://schemas.openxmlformats.org/officeDocument/2006/relationships/tags" Target="../tags/tag931.xml"/><Relationship Id="rId14" Type="http://schemas.openxmlformats.org/officeDocument/2006/relationships/tags" Target="../tags/tag930.xml"/><Relationship Id="rId13" Type="http://schemas.openxmlformats.org/officeDocument/2006/relationships/tags" Target="../tags/tag929.xml"/><Relationship Id="rId12" Type="http://schemas.openxmlformats.org/officeDocument/2006/relationships/tags" Target="../tags/tag928.xml"/><Relationship Id="rId11" Type="http://schemas.openxmlformats.org/officeDocument/2006/relationships/tags" Target="../tags/tag927.xml"/><Relationship Id="rId10" Type="http://schemas.openxmlformats.org/officeDocument/2006/relationships/tags" Target="../tags/tag926.xml"/><Relationship Id="rId1" Type="http://schemas.openxmlformats.org/officeDocument/2006/relationships/tags" Target="../tags/tag91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962.xml"/><Relationship Id="rId1" Type="http://schemas.openxmlformats.org/officeDocument/2006/relationships/tags" Target="../tags/tag9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数据库操作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36712" y="5218990"/>
            <a:ext cx="9516686" cy="1196731"/>
            <a:chOff x="2643438" y="4764377"/>
            <a:chExt cx="9516686" cy="1196731"/>
          </a:xfrm>
        </p:grpSpPr>
        <p:sp>
          <p:nvSpPr>
            <p:cNvPr id="4" name="TextBox 31"/>
            <p:cNvSpPr txBox="1">
              <a:spLocks noChangeArrowheads="1"/>
            </p:cNvSpPr>
            <p:nvPr/>
          </p:nvSpPr>
          <p:spPr bwMode="auto">
            <a:xfrm>
              <a:off x="3922131" y="5100477"/>
              <a:ext cx="8237993" cy="477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en-US" altLang="zh-CN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Node.js</a:t>
              </a:r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如何对数据库表中数据进行操作？</a:t>
              </a:r>
              <a:endPara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460" name="组合 45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2643438" y="4764377"/>
              <a:ext cx="1053301" cy="1196731"/>
              <a:chOff x="3990181" y="1352129"/>
              <a:chExt cx="4211637" cy="4785146"/>
            </a:xfrm>
          </p:grpSpPr>
          <p:sp>
            <p:nvSpPr>
              <p:cNvPr id="6" name="ï$líḍe"/>
              <p:cNvSpPr/>
              <p:nvPr/>
            </p:nvSpPr>
            <p:spPr bwMode="auto">
              <a:xfrm>
                <a:off x="5780459" y="3616271"/>
                <a:ext cx="284540" cy="342112"/>
              </a:xfrm>
              <a:custGeom>
                <a:avLst/>
                <a:gdLst>
                  <a:gd name="T0" fmla="*/ 86 w 153"/>
                  <a:gd name="T1" fmla="*/ 184 h 184"/>
                  <a:gd name="T2" fmla="*/ 88 w 153"/>
                  <a:gd name="T3" fmla="*/ 172 h 184"/>
                  <a:gd name="T4" fmla="*/ 153 w 153"/>
                  <a:gd name="T5" fmla="*/ 119 h 184"/>
                  <a:gd name="T6" fmla="*/ 124 w 153"/>
                  <a:gd name="T7" fmla="*/ 108 h 184"/>
                  <a:gd name="T8" fmla="*/ 99 w 153"/>
                  <a:gd name="T9" fmla="*/ 126 h 184"/>
                  <a:gd name="T10" fmla="*/ 112 w 153"/>
                  <a:gd name="T11" fmla="*/ 52 h 184"/>
                  <a:gd name="T12" fmla="*/ 86 w 153"/>
                  <a:gd name="T13" fmla="*/ 25 h 184"/>
                  <a:gd name="T14" fmla="*/ 72 w 153"/>
                  <a:gd name="T15" fmla="*/ 72 h 184"/>
                  <a:gd name="T16" fmla="*/ 58 w 153"/>
                  <a:gd name="T17" fmla="*/ 25 h 184"/>
                  <a:gd name="T18" fmla="*/ 37 w 153"/>
                  <a:gd name="T19" fmla="*/ 20 h 184"/>
                  <a:gd name="T20" fmla="*/ 34 w 153"/>
                  <a:gd name="T21" fmla="*/ 44 h 184"/>
                  <a:gd name="T22" fmla="*/ 35 w 153"/>
                  <a:gd name="T23" fmla="*/ 80 h 184"/>
                  <a:gd name="T24" fmla="*/ 3 w 153"/>
                  <a:gd name="T25" fmla="*/ 46 h 184"/>
                  <a:gd name="T26" fmla="*/ 10 w 153"/>
                  <a:gd name="T27" fmla="*/ 111 h 184"/>
                  <a:gd name="T28" fmla="*/ 10 w 153"/>
                  <a:gd name="T29" fmla="*/ 153 h 184"/>
                  <a:gd name="T30" fmla="*/ 10 w 153"/>
                  <a:gd name="T31" fmla="*/ 155 h 184"/>
                  <a:gd name="T32" fmla="*/ 86 w 153"/>
                  <a:gd name="T3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184">
                    <a:moveTo>
                      <a:pt x="86" y="184"/>
                    </a:moveTo>
                    <a:cubicBezTo>
                      <a:pt x="87" y="180"/>
                      <a:pt x="88" y="176"/>
                      <a:pt x="88" y="172"/>
                    </a:cubicBezTo>
                    <a:cubicBezTo>
                      <a:pt x="104" y="156"/>
                      <a:pt x="131" y="130"/>
                      <a:pt x="153" y="119"/>
                    </a:cubicBezTo>
                    <a:cubicBezTo>
                      <a:pt x="153" y="119"/>
                      <a:pt x="153" y="93"/>
                      <a:pt x="124" y="108"/>
                    </a:cubicBezTo>
                    <a:cubicBezTo>
                      <a:pt x="106" y="117"/>
                      <a:pt x="100" y="123"/>
                      <a:pt x="99" y="126"/>
                    </a:cubicBezTo>
                    <a:cubicBezTo>
                      <a:pt x="101" y="116"/>
                      <a:pt x="106" y="83"/>
                      <a:pt x="112" y="52"/>
                    </a:cubicBezTo>
                    <a:cubicBezTo>
                      <a:pt x="121" y="3"/>
                      <a:pt x="90" y="0"/>
                      <a:pt x="86" y="25"/>
                    </a:cubicBezTo>
                    <a:cubicBezTo>
                      <a:pt x="84" y="41"/>
                      <a:pt x="74" y="79"/>
                      <a:pt x="72" y="72"/>
                    </a:cubicBezTo>
                    <a:cubicBezTo>
                      <a:pt x="65" y="43"/>
                      <a:pt x="61" y="31"/>
                      <a:pt x="58" y="25"/>
                    </a:cubicBezTo>
                    <a:cubicBezTo>
                      <a:pt x="54" y="15"/>
                      <a:pt x="43" y="14"/>
                      <a:pt x="37" y="20"/>
                    </a:cubicBezTo>
                    <a:cubicBezTo>
                      <a:pt x="33" y="24"/>
                      <a:pt x="31" y="33"/>
                      <a:pt x="34" y="44"/>
                    </a:cubicBezTo>
                    <a:cubicBezTo>
                      <a:pt x="40" y="68"/>
                      <a:pt x="35" y="80"/>
                      <a:pt x="35" y="80"/>
                    </a:cubicBezTo>
                    <a:cubicBezTo>
                      <a:pt x="35" y="80"/>
                      <a:pt x="21" y="24"/>
                      <a:pt x="3" y="46"/>
                    </a:cubicBezTo>
                    <a:cubicBezTo>
                      <a:pt x="0" y="51"/>
                      <a:pt x="10" y="111"/>
                      <a:pt x="10" y="111"/>
                    </a:cubicBezTo>
                    <a:cubicBezTo>
                      <a:pt x="11" y="128"/>
                      <a:pt x="10" y="140"/>
                      <a:pt x="10" y="153"/>
                    </a:cubicBezTo>
                    <a:cubicBezTo>
                      <a:pt x="10" y="153"/>
                      <a:pt x="10" y="154"/>
                      <a:pt x="10" y="155"/>
                    </a:cubicBezTo>
                    <a:cubicBezTo>
                      <a:pt x="36" y="158"/>
                      <a:pt x="62" y="169"/>
                      <a:pt x="86" y="184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îşľîḋé"/>
              <p:cNvSpPr/>
              <p:nvPr/>
            </p:nvSpPr>
            <p:spPr bwMode="auto">
              <a:xfrm>
                <a:off x="4557047" y="5929129"/>
                <a:ext cx="1330806" cy="208146"/>
              </a:xfrm>
              <a:prstGeom prst="ellipse">
                <a:avLst/>
              </a:pr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îśḷïḋé"/>
              <p:cNvSpPr/>
              <p:nvPr/>
            </p:nvSpPr>
            <p:spPr bwMode="auto">
              <a:xfrm>
                <a:off x="5334273" y="3843239"/>
                <a:ext cx="615581" cy="552473"/>
              </a:xfrm>
              <a:custGeom>
                <a:avLst/>
                <a:gdLst>
                  <a:gd name="T0" fmla="*/ 249 w 331"/>
                  <a:gd name="T1" fmla="*/ 30 h 298"/>
                  <a:gd name="T2" fmla="*/ 1 w 331"/>
                  <a:gd name="T3" fmla="*/ 189 h 298"/>
                  <a:gd name="T4" fmla="*/ 5 w 331"/>
                  <a:gd name="T5" fmla="*/ 297 h 298"/>
                  <a:gd name="T6" fmla="*/ 9 w 331"/>
                  <a:gd name="T7" fmla="*/ 298 h 298"/>
                  <a:gd name="T8" fmla="*/ 331 w 331"/>
                  <a:gd name="T9" fmla="*/ 47 h 298"/>
                  <a:gd name="T10" fmla="*/ 249 w 331"/>
                  <a:gd name="T11" fmla="*/ 3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1" h="298">
                    <a:moveTo>
                      <a:pt x="249" y="30"/>
                    </a:moveTo>
                    <a:cubicBezTo>
                      <a:pt x="225" y="139"/>
                      <a:pt x="85" y="176"/>
                      <a:pt x="1" y="189"/>
                    </a:cubicBezTo>
                    <a:cubicBezTo>
                      <a:pt x="0" y="225"/>
                      <a:pt x="2" y="261"/>
                      <a:pt x="5" y="297"/>
                    </a:cubicBezTo>
                    <a:cubicBezTo>
                      <a:pt x="8" y="298"/>
                      <a:pt x="9" y="298"/>
                      <a:pt x="9" y="298"/>
                    </a:cubicBezTo>
                    <a:cubicBezTo>
                      <a:pt x="252" y="297"/>
                      <a:pt x="331" y="47"/>
                      <a:pt x="331" y="47"/>
                    </a:cubicBezTo>
                    <a:cubicBezTo>
                      <a:pt x="307" y="0"/>
                      <a:pt x="249" y="30"/>
                      <a:pt x="249" y="3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iṩḷïďê"/>
              <p:cNvSpPr/>
              <p:nvPr/>
            </p:nvSpPr>
            <p:spPr bwMode="auto">
              <a:xfrm>
                <a:off x="5810352" y="3906347"/>
                <a:ext cx="40965" cy="38751"/>
              </a:xfrm>
              <a:custGeom>
                <a:avLst/>
                <a:gdLst>
                  <a:gd name="T0" fmla="*/ 3 w 22"/>
                  <a:gd name="T1" fmla="*/ 17 h 21"/>
                  <a:gd name="T2" fmla="*/ 16 w 22"/>
                  <a:gd name="T3" fmla="*/ 17 h 21"/>
                  <a:gd name="T4" fmla="*/ 19 w 22"/>
                  <a:gd name="T5" fmla="*/ 4 h 21"/>
                  <a:gd name="T6" fmla="*/ 6 w 22"/>
                  <a:gd name="T7" fmla="*/ 3 h 21"/>
                  <a:gd name="T8" fmla="*/ 3 w 22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3" y="17"/>
                    </a:moveTo>
                    <a:cubicBezTo>
                      <a:pt x="6" y="20"/>
                      <a:pt x="12" y="21"/>
                      <a:pt x="16" y="17"/>
                    </a:cubicBezTo>
                    <a:cubicBezTo>
                      <a:pt x="21" y="14"/>
                      <a:pt x="22" y="8"/>
                      <a:pt x="19" y="4"/>
                    </a:cubicBezTo>
                    <a:cubicBezTo>
                      <a:pt x="17" y="0"/>
                      <a:pt x="11" y="0"/>
                      <a:pt x="6" y="3"/>
                    </a:cubicBezTo>
                    <a:cubicBezTo>
                      <a:pt x="1" y="7"/>
                      <a:pt x="0" y="13"/>
                      <a:pt x="3" y="17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îsľîḋé"/>
              <p:cNvSpPr/>
              <p:nvPr/>
            </p:nvSpPr>
            <p:spPr bwMode="auto">
              <a:xfrm>
                <a:off x="4934589" y="4041421"/>
                <a:ext cx="222539" cy="246897"/>
              </a:xfrm>
              <a:custGeom>
                <a:avLst/>
                <a:gdLst>
                  <a:gd name="T0" fmla="*/ 0 w 120"/>
                  <a:gd name="T1" fmla="*/ 34 h 133"/>
                  <a:gd name="T2" fmla="*/ 9 w 120"/>
                  <a:gd name="T3" fmla="*/ 82 h 133"/>
                  <a:gd name="T4" fmla="*/ 68 w 120"/>
                  <a:gd name="T5" fmla="*/ 130 h 133"/>
                  <a:gd name="T6" fmla="*/ 120 w 120"/>
                  <a:gd name="T7" fmla="*/ 81 h 133"/>
                  <a:gd name="T8" fmla="*/ 106 w 120"/>
                  <a:gd name="T9" fmla="*/ 36 h 133"/>
                  <a:gd name="T10" fmla="*/ 0 w 120"/>
                  <a:gd name="T11" fmla="*/ 3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133">
                    <a:moveTo>
                      <a:pt x="0" y="34"/>
                    </a:moveTo>
                    <a:cubicBezTo>
                      <a:pt x="0" y="34"/>
                      <a:pt x="11" y="75"/>
                      <a:pt x="9" y="82"/>
                    </a:cubicBezTo>
                    <a:cubicBezTo>
                      <a:pt x="9" y="82"/>
                      <a:pt x="17" y="133"/>
                      <a:pt x="68" y="130"/>
                    </a:cubicBezTo>
                    <a:cubicBezTo>
                      <a:pt x="119" y="127"/>
                      <a:pt x="120" y="81"/>
                      <a:pt x="120" y="81"/>
                    </a:cubicBezTo>
                    <a:cubicBezTo>
                      <a:pt x="120" y="81"/>
                      <a:pt x="109" y="47"/>
                      <a:pt x="106" y="36"/>
                    </a:cubicBezTo>
                    <a:cubicBezTo>
                      <a:pt x="103" y="25"/>
                      <a:pt x="63" y="0"/>
                      <a:pt x="0" y="34"/>
                    </a:cubicBezTo>
                    <a:close/>
                  </a:path>
                </a:pathLst>
              </a:custGeom>
              <a:solidFill>
                <a:srgbClr val="F4C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ïsḻïdê"/>
              <p:cNvSpPr/>
              <p:nvPr/>
            </p:nvSpPr>
            <p:spPr bwMode="auto">
              <a:xfrm>
                <a:off x="4971125" y="4030349"/>
                <a:ext cx="179360" cy="202610"/>
              </a:xfrm>
              <a:custGeom>
                <a:avLst/>
                <a:gdLst>
                  <a:gd name="T0" fmla="*/ 0 w 96"/>
                  <a:gd name="T1" fmla="*/ 35 h 109"/>
                  <a:gd name="T2" fmla="*/ 96 w 96"/>
                  <a:gd name="T3" fmla="*/ 75 h 109"/>
                  <a:gd name="T4" fmla="*/ 87 w 96"/>
                  <a:gd name="T5" fmla="*/ 45 h 109"/>
                  <a:gd name="T6" fmla="*/ 0 w 96"/>
                  <a:gd name="T7" fmla="*/ 3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109">
                    <a:moveTo>
                      <a:pt x="0" y="35"/>
                    </a:moveTo>
                    <a:cubicBezTo>
                      <a:pt x="0" y="35"/>
                      <a:pt x="22" y="109"/>
                      <a:pt x="96" y="75"/>
                    </a:cubicBezTo>
                    <a:cubicBezTo>
                      <a:pt x="96" y="75"/>
                      <a:pt x="87" y="51"/>
                      <a:pt x="87" y="45"/>
                    </a:cubicBezTo>
                    <a:cubicBezTo>
                      <a:pt x="86" y="39"/>
                      <a:pt x="63" y="0"/>
                      <a:pt x="0" y="35"/>
                    </a:cubicBezTo>
                    <a:close/>
                  </a:path>
                </a:pathLst>
              </a:custGeom>
              <a:solidFill>
                <a:srgbClr val="F4C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iS1îḍê"/>
              <p:cNvSpPr/>
              <p:nvPr/>
            </p:nvSpPr>
            <p:spPr bwMode="auto">
              <a:xfrm>
                <a:off x="4964482" y="4257317"/>
                <a:ext cx="191539" cy="389720"/>
              </a:xfrm>
              <a:custGeom>
                <a:avLst/>
                <a:gdLst>
                  <a:gd name="T0" fmla="*/ 0 w 103"/>
                  <a:gd name="T1" fmla="*/ 8 h 210"/>
                  <a:gd name="T2" fmla="*/ 94 w 103"/>
                  <a:gd name="T3" fmla="*/ 210 h 210"/>
                  <a:gd name="T4" fmla="*/ 103 w 103"/>
                  <a:gd name="T5" fmla="*/ 0 h 210"/>
                  <a:gd name="T6" fmla="*/ 61 w 103"/>
                  <a:gd name="T7" fmla="*/ 21 h 210"/>
                  <a:gd name="T8" fmla="*/ 0 w 103"/>
                  <a:gd name="T9" fmla="*/ 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0">
                    <a:moveTo>
                      <a:pt x="0" y="8"/>
                    </a:moveTo>
                    <a:cubicBezTo>
                      <a:pt x="29" y="84"/>
                      <a:pt x="94" y="210"/>
                      <a:pt x="94" y="210"/>
                    </a:cubicBezTo>
                    <a:cubicBezTo>
                      <a:pt x="96" y="202"/>
                      <a:pt x="100" y="74"/>
                      <a:pt x="103" y="0"/>
                    </a:cubicBezTo>
                    <a:cubicBezTo>
                      <a:pt x="93" y="10"/>
                      <a:pt x="78" y="18"/>
                      <a:pt x="61" y="21"/>
                    </a:cubicBezTo>
                    <a:cubicBezTo>
                      <a:pt x="37" y="25"/>
                      <a:pt x="15" y="20"/>
                      <a:pt x="0" y="8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işļíḓé"/>
              <p:cNvSpPr/>
              <p:nvPr/>
            </p:nvSpPr>
            <p:spPr bwMode="auto">
              <a:xfrm>
                <a:off x="4940124" y="4158780"/>
                <a:ext cx="221432" cy="145038"/>
              </a:xfrm>
              <a:custGeom>
                <a:avLst/>
                <a:gdLst>
                  <a:gd name="T0" fmla="*/ 117 w 119"/>
                  <a:gd name="T1" fmla="*/ 1 h 78"/>
                  <a:gd name="T2" fmla="*/ 69 w 119"/>
                  <a:gd name="T3" fmla="*/ 58 h 78"/>
                  <a:gd name="T4" fmla="*/ 4 w 119"/>
                  <a:gd name="T5" fmla="*/ 25 h 78"/>
                  <a:gd name="T6" fmla="*/ 0 w 119"/>
                  <a:gd name="T7" fmla="*/ 23 h 78"/>
                  <a:gd name="T8" fmla="*/ 13 w 119"/>
                  <a:gd name="T9" fmla="*/ 61 h 78"/>
                  <a:gd name="T10" fmla="*/ 74 w 119"/>
                  <a:gd name="T11" fmla="*/ 74 h 78"/>
                  <a:gd name="T12" fmla="*/ 116 w 119"/>
                  <a:gd name="T13" fmla="*/ 53 h 78"/>
                  <a:gd name="T14" fmla="*/ 118 w 119"/>
                  <a:gd name="T15" fmla="*/ 0 h 78"/>
                  <a:gd name="T16" fmla="*/ 117 w 119"/>
                  <a:gd name="T17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78">
                    <a:moveTo>
                      <a:pt x="117" y="1"/>
                    </a:moveTo>
                    <a:cubicBezTo>
                      <a:pt x="119" y="28"/>
                      <a:pt x="98" y="52"/>
                      <a:pt x="69" y="58"/>
                    </a:cubicBezTo>
                    <a:cubicBezTo>
                      <a:pt x="40" y="63"/>
                      <a:pt x="13" y="49"/>
                      <a:pt x="4" y="25"/>
                    </a:cubicBezTo>
                    <a:cubicBezTo>
                      <a:pt x="2" y="24"/>
                      <a:pt x="0" y="23"/>
                      <a:pt x="0" y="23"/>
                    </a:cubicBezTo>
                    <a:cubicBezTo>
                      <a:pt x="3" y="32"/>
                      <a:pt x="7" y="45"/>
                      <a:pt x="13" y="61"/>
                    </a:cubicBezTo>
                    <a:cubicBezTo>
                      <a:pt x="28" y="73"/>
                      <a:pt x="50" y="78"/>
                      <a:pt x="74" y="74"/>
                    </a:cubicBezTo>
                    <a:cubicBezTo>
                      <a:pt x="91" y="71"/>
                      <a:pt x="106" y="63"/>
                      <a:pt x="116" y="53"/>
                    </a:cubicBezTo>
                    <a:cubicBezTo>
                      <a:pt x="117" y="22"/>
                      <a:pt x="118" y="0"/>
                      <a:pt x="118" y="0"/>
                    </a:cubicBez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iŝ1îḓé"/>
              <p:cNvSpPr/>
              <p:nvPr/>
            </p:nvSpPr>
            <p:spPr bwMode="auto">
              <a:xfrm>
                <a:off x="5156021" y="4856291"/>
                <a:ext cx="466114" cy="1086124"/>
              </a:xfrm>
              <a:custGeom>
                <a:avLst/>
                <a:gdLst>
                  <a:gd name="T0" fmla="*/ 168 w 251"/>
                  <a:gd name="T1" fmla="*/ 577 h 585"/>
                  <a:gd name="T2" fmla="*/ 139 w 251"/>
                  <a:gd name="T3" fmla="*/ 531 h 585"/>
                  <a:gd name="T4" fmla="*/ 208 w 251"/>
                  <a:gd name="T5" fmla="*/ 361 h 585"/>
                  <a:gd name="T6" fmla="*/ 180 w 251"/>
                  <a:gd name="T7" fmla="*/ 21 h 585"/>
                  <a:gd name="T8" fmla="*/ 49 w 251"/>
                  <a:gd name="T9" fmla="*/ 147 h 585"/>
                  <a:gd name="T10" fmla="*/ 92 w 251"/>
                  <a:gd name="T11" fmla="*/ 518 h 585"/>
                  <a:gd name="T12" fmla="*/ 84 w 251"/>
                  <a:gd name="T13" fmla="*/ 574 h 585"/>
                  <a:gd name="T14" fmla="*/ 168 w 251"/>
                  <a:gd name="T15" fmla="*/ 57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5">
                    <a:moveTo>
                      <a:pt x="168" y="577"/>
                    </a:moveTo>
                    <a:cubicBezTo>
                      <a:pt x="139" y="531"/>
                      <a:pt x="139" y="531"/>
                      <a:pt x="139" y="531"/>
                    </a:cubicBezTo>
                    <a:cubicBezTo>
                      <a:pt x="139" y="531"/>
                      <a:pt x="164" y="500"/>
                      <a:pt x="208" y="361"/>
                    </a:cubicBezTo>
                    <a:cubicBezTo>
                      <a:pt x="251" y="222"/>
                      <a:pt x="180" y="21"/>
                      <a:pt x="180" y="21"/>
                    </a:cubicBezTo>
                    <a:cubicBezTo>
                      <a:pt x="90" y="0"/>
                      <a:pt x="0" y="87"/>
                      <a:pt x="49" y="147"/>
                    </a:cubicBezTo>
                    <a:cubicBezTo>
                      <a:pt x="99" y="207"/>
                      <a:pt x="103" y="474"/>
                      <a:pt x="92" y="518"/>
                    </a:cubicBezTo>
                    <a:cubicBezTo>
                      <a:pt x="88" y="535"/>
                      <a:pt x="85" y="556"/>
                      <a:pt x="84" y="574"/>
                    </a:cubicBezTo>
                    <a:cubicBezTo>
                      <a:pt x="112" y="585"/>
                      <a:pt x="140" y="584"/>
                      <a:pt x="168" y="577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íşlíḑè"/>
              <p:cNvSpPr/>
              <p:nvPr/>
            </p:nvSpPr>
            <p:spPr bwMode="auto">
              <a:xfrm>
                <a:off x="5307702" y="5921379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19 w 121"/>
                  <a:gd name="T7" fmla="*/ 32 h 59"/>
                  <a:gd name="T8" fmla="*/ 52 w 121"/>
                  <a:gd name="T9" fmla="*/ 55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3" y="43"/>
                      <a:pt x="19" y="32"/>
                    </a:cubicBezTo>
                    <a:cubicBezTo>
                      <a:pt x="25" y="22"/>
                      <a:pt x="52" y="55"/>
                      <a:pt x="52" y="55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î$ļïḓe"/>
              <p:cNvSpPr/>
              <p:nvPr/>
            </p:nvSpPr>
            <p:spPr bwMode="auto">
              <a:xfrm>
                <a:off x="4817230" y="4854076"/>
                <a:ext cx="467222" cy="1083910"/>
              </a:xfrm>
              <a:custGeom>
                <a:avLst/>
                <a:gdLst>
                  <a:gd name="T0" fmla="*/ 168 w 251"/>
                  <a:gd name="T1" fmla="*/ 576 h 584"/>
                  <a:gd name="T2" fmla="*/ 140 w 251"/>
                  <a:gd name="T3" fmla="*/ 531 h 584"/>
                  <a:gd name="T4" fmla="*/ 208 w 251"/>
                  <a:gd name="T5" fmla="*/ 360 h 584"/>
                  <a:gd name="T6" fmla="*/ 181 w 251"/>
                  <a:gd name="T7" fmla="*/ 20 h 584"/>
                  <a:gd name="T8" fmla="*/ 50 w 251"/>
                  <a:gd name="T9" fmla="*/ 146 h 584"/>
                  <a:gd name="T10" fmla="*/ 92 w 251"/>
                  <a:gd name="T11" fmla="*/ 517 h 584"/>
                  <a:gd name="T12" fmla="*/ 84 w 251"/>
                  <a:gd name="T13" fmla="*/ 573 h 584"/>
                  <a:gd name="T14" fmla="*/ 168 w 251"/>
                  <a:gd name="T15" fmla="*/ 576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4">
                    <a:moveTo>
                      <a:pt x="168" y="576"/>
                    </a:moveTo>
                    <a:cubicBezTo>
                      <a:pt x="140" y="531"/>
                      <a:pt x="140" y="531"/>
                      <a:pt x="140" y="531"/>
                    </a:cubicBezTo>
                    <a:cubicBezTo>
                      <a:pt x="140" y="531"/>
                      <a:pt x="164" y="500"/>
                      <a:pt x="208" y="360"/>
                    </a:cubicBezTo>
                    <a:cubicBezTo>
                      <a:pt x="251" y="221"/>
                      <a:pt x="181" y="20"/>
                      <a:pt x="181" y="20"/>
                    </a:cubicBezTo>
                    <a:cubicBezTo>
                      <a:pt x="90" y="0"/>
                      <a:pt x="0" y="86"/>
                      <a:pt x="50" y="146"/>
                    </a:cubicBezTo>
                    <a:cubicBezTo>
                      <a:pt x="99" y="206"/>
                      <a:pt x="103" y="473"/>
                      <a:pt x="92" y="517"/>
                    </a:cubicBezTo>
                    <a:cubicBezTo>
                      <a:pt x="88" y="535"/>
                      <a:pt x="85" y="555"/>
                      <a:pt x="84" y="573"/>
                    </a:cubicBezTo>
                    <a:cubicBezTo>
                      <a:pt x="112" y="584"/>
                      <a:pt x="140" y="583"/>
                      <a:pt x="168" y="576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ïŝlïḓe"/>
              <p:cNvSpPr/>
              <p:nvPr/>
            </p:nvSpPr>
            <p:spPr bwMode="auto">
              <a:xfrm>
                <a:off x="4970018" y="5918057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20 w 121"/>
                  <a:gd name="T7" fmla="*/ 33 h 59"/>
                  <a:gd name="T8" fmla="*/ 52 w 121"/>
                  <a:gd name="T9" fmla="*/ 56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4" y="43"/>
                      <a:pt x="20" y="33"/>
                    </a:cubicBezTo>
                    <a:cubicBezTo>
                      <a:pt x="25" y="22"/>
                      <a:pt x="52" y="56"/>
                      <a:pt x="52" y="5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îṡḻîḓê"/>
              <p:cNvSpPr/>
              <p:nvPr/>
            </p:nvSpPr>
            <p:spPr bwMode="auto">
              <a:xfrm>
                <a:off x="4691013" y="4850755"/>
                <a:ext cx="1102731" cy="972087"/>
              </a:xfrm>
              <a:custGeom>
                <a:avLst/>
                <a:gdLst>
                  <a:gd name="T0" fmla="*/ 115 w 593"/>
                  <a:gd name="T1" fmla="*/ 56 h 524"/>
                  <a:gd name="T2" fmla="*/ 0 w 593"/>
                  <a:gd name="T3" fmla="*/ 264 h 524"/>
                  <a:gd name="T4" fmla="*/ 593 w 593"/>
                  <a:gd name="T5" fmla="*/ 162 h 524"/>
                  <a:gd name="T6" fmla="*/ 426 w 593"/>
                  <a:gd name="T7" fmla="*/ 0 h 524"/>
                  <a:gd name="T8" fmla="*/ 115 w 593"/>
                  <a:gd name="T9" fmla="*/ 56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524">
                    <a:moveTo>
                      <a:pt x="115" y="56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348" y="524"/>
                      <a:pt x="593" y="162"/>
                    </a:cubicBezTo>
                    <a:cubicBezTo>
                      <a:pt x="426" y="0"/>
                      <a:pt x="426" y="0"/>
                      <a:pt x="426" y="0"/>
                    </a:cubicBezTo>
                    <a:lnTo>
                      <a:pt x="115" y="56"/>
                    </a:ln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ísľïḍé"/>
              <p:cNvSpPr/>
              <p:nvPr/>
            </p:nvSpPr>
            <p:spPr bwMode="auto">
              <a:xfrm>
                <a:off x="4743050" y="4971435"/>
                <a:ext cx="256861" cy="504865"/>
              </a:xfrm>
              <a:custGeom>
                <a:avLst/>
                <a:gdLst>
                  <a:gd name="T0" fmla="*/ 117 w 138"/>
                  <a:gd name="T1" fmla="*/ 0 h 272"/>
                  <a:gd name="T2" fmla="*/ 0 w 138"/>
                  <a:gd name="T3" fmla="*/ 230 h 272"/>
                  <a:gd name="T4" fmla="*/ 52 w 138"/>
                  <a:gd name="T5" fmla="*/ 256 h 272"/>
                  <a:gd name="T6" fmla="*/ 138 w 138"/>
                  <a:gd name="T7" fmla="*/ 4 h 272"/>
                  <a:gd name="T8" fmla="*/ 117 w 138"/>
                  <a:gd name="T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272">
                    <a:moveTo>
                      <a:pt x="117" y="0"/>
                    </a:move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30"/>
                      <a:pt x="7" y="272"/>
                      <a:pt x="52" y="256"/>
                    </a:cubicBezTo>
                    <a:cubicBezTo>
                      <a:pt x="138" y="4"/>
                      <a:pt x="138" y="4"/>
                      <a:pt x="138" y="4"/>
                    </a:cubicBezTo>
                    <a:cubicBezTo>
                      <a:pt x="131" y="3"/>
                      <a:pt x="124" y="1"/>
                      <a:pt x="11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îṡľiḓe"/>
              <p:cNvSpPr/>
              <p:nvPr/>
            </p:nvSpPr>
            <p:spPr bwMode="auto">
              <a:xfrm>
                <a:off x="4915767" y="5003543"/>
                <a:ext cx="156110" cy="533651"/>
              </a:xfrm>
              <a:custGeom>
                <a:avLst/>
                <a:gdLst>
                  <a:gd name="T0" fmla="*/ 67 w 84"/>
                  <a:gd name="T1" fmla="*/ 0 h 288"/>
                  <a:gd name="T2" fmla="*/ 0 w 84"/>
                  <a:gd name="T3" fmla="*/ 258 h 288"/>
                  <a:gd name="T4" fmla="*/ 65 w 84"/>
                  <a:gd name="T5" fmla="*/ 272 h 288"/>
                  <a:gd name="T6" fmla="*/ 84 w 84"/>
                  <a:gd name="T7" fmla="*/ 1 h 288"/>
                  <a:gd name="T8" fmla="*/ 67 w 84"/>
                  <a:gd name="T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288">
                    <a:moveTo>
                      <a:pt x="67" y="0"/>
                    </a:move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8"/>
                      <a:pt x="13" y="288"/>
                      <a:pt x="65" y="27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79" y="1"/>
                      <a:pt x="73" y="1"/>
                      <a:pt x="6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îšľîdè"/>
              <p:cNvSpPr/>
              <p:nvPr/>
            </p:nvSpPr>
            <p:spPr bwMode="auto">
              <a:xfrm>
                <a:off x="5112841" y="5003543"/>
                <a:ext cx="117359" cy="549151"/>
              </a:xfrm>
              <a:custGeom>
                <a:avLst/>
                <a:gdLst>
                  <a:gd name="T0" fmla="*/ 3 w 63"/>
                  <a:gd name="T1" fmla="*/ 1 h 296"/>
                  <a:gd name="T2" fmla="*/ 0 w 63"/>
                  <a:gd name="T3" fmla="*/ 279 h 296"/>
                  <a:gd name="T4" fmla="*/ 63 w 63"/>
                  <a:gd name="T5" fmla="*/ 275 h 296"/>
                  <a:gd name="T6" fmla="*/ 23 w 63"/>
                  <a:gd name="T7" fmla="*/ 0 h 296"/>
                  <a:gd name="T8" fmla="*/ 3 w 63"/>
                  <a:gd name="T9" fmla="*/ 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96">
                    <a:moveTo>
                      <a:pt x="3" y="1"/>
                    </a:moveTo>
                    <a:cubicBezTo>
                      <a:pt x="0" y="279"/>
                      <a:pt x="0" y="279"/>
                      <a:pt x="0" y="279"/>
                    </a:cubicBezTo>
                    <a:cubicBezTo>
                      <a:pt x="0" y="279"/>
                      <a:pt x="29" y="296"/>
                      <a:pt x="63" y="27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0"/>
                      <a:pt x="11" y="1"/>
                      <a:pt x="3" y="1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íṡlîḓe"/>
              <p:cNvSpPr/>
              <p:nvPr/>
            </p:nvSpPr>
            <p:spPr bwMode="auto">
              <a:xfrm>
                <a:off x="5205843" y="4971435"/>
                <a:ext cx="252433" cy="548044"/>
              </a:xfrm>
              <a:custGeom>
                <a:avLst/>
                <a:gdLst>
                  <a:gd name="T0" fmla="*/ 0 w 136"/>
                  <a:gd name="T1" fmla="*/ 5 h 295"/>
                  <a:gd name="T2" fmla="*/ 77 w 136"/>
                  <a:gd name="T3" fmla="*/ 287 h 295"/>
                  <a:gd name="T4" fmla="*/ 136 w 136"/>
                  <a:gd name="T5" fmla="*/ 265 h 295"/>
                  <a:gd name="T6" fmla="*/ 25 w 136"/>
                  <a:gd name="T7" fmla="*/ 0 h 295"/>
                  <a:gd name="T8" fmla="*/ 0 w 136"/>
                  <a:gd name="T9" fmla="*/ 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295">
                    <a:moveTo>
                      <a:pt x="0" y="5"/>
                    </a:move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110" y="295"/>
                      <a:pt x="136" y="26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7" y="2"/>
                      <a:pt x="9" y="4"/>
                      <a:pt x="0" y="5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ís1ïďè"/>
              <p:cNvSpPr/>
              <p:nvPr/>
            </p:nvSpPr>
            <p:spPr bwMode="auto">
              <a:xfrm>
                <a:off x="5313237" y="4940435"/>
                <a:ext cx="331041" cy="474972"/>
              </a:xfrm>
              <a:custGeom>
                <a:avLst/>
                <a:gdLst>
                  <a:gd name="T0" fmla="*/ 24 w 178"/>
                  <a:gd name="T1" fmla="*/ 0 h 256"/>
                  <a:gd name="T2" fmla="*/ 0 w 178"/>
                  <a:gd name="T3" fmla="*/ 10 h 256"/>
                  <a:gd name="T4" fmla="*/ 127 w 178"/>
                  <a:gd name="T5" fmla="*/ 256 h 256"/>
                  <a:gd name="T6" fmla="*/ 178 w 178"/>
                  <a:gd name="T7" fmla="*/ 220 h 256"/>
                  <a:gd name="T8" fmla="*/ 24 w 178"/>
                  <a:gd name="T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56">
                    <a:moveTo>
                      <a:pt x="24" y="0"/>
                    </a:moveTo>
                    <a:cubicBezTo>
                      <a:pt x="16" y="3"/>
                      <a:pt x="8" y="7"/>
                      <a:pt x="0" y="10"/>
                    </a:cubicBezTo>
                    <a:cubicBezTo>
                      <a:pt x="127" y="256"/>
                      <a:pt x="127" y="256"/>
                      <a:pt x="127" y="256"/>
                    </a:cubicBezTo>
                    <a:cubicBezTo>
                      <a:pt x="127" y="256"/>
                      <a:pt x="160" y="255"/>
                      <a:pt x="178" y="22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îṣ1íďé"/>
              <p:cNvSpPr/>
              <p:nvPr/>
            </p:nvSpPr>
            <p:spPr bwMode="auto">
              <a:xfrm>
                <a:off x="5419525" y="4889506"/>
                <a:ext cx="356506" cy="386399"/>
              </a:xfrm>
              <a:custGeom>
                <a:avLst/>
                <a:gdLst>
                  <a:gd name="T0" fmla="*/ 20 w 192"/>
                  <a:gd name="T1" fmla="*/ 0 h 208"/>
                  <a:gd name="T2" fmla="*/ 0 w 192"/>
                  <a:gd name="T3" fmla="*/ 16 h 208"/>
                  <a:gd name="T4" fmla="*/ 155 w 192"/>
                  <a:gd name="T5" fmla="*/ 208 h 208"/>
                  <a:gd name="T6" fmla="*/ 192 w 192"/>
                  <a:gd name="T7" fmla="*/ 157 h 208"/>
                  <a:gd name="T8" fmla="*/ 20 w 192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208">
                    <a:moveTo>
                      <a:pt x="20" y="0"/>
                    </a:moveTo>
                    <a:cubicBezTo>
                      <a:pt x="14" y="6"/>
                      <a:pt x="7" y="11"/>
                      <a:pt x="0" y="16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5" y="208"/>
                      <a:pt x="187" y="197"/>
                      <a:pt x="192" y="157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ïṧḷiḋè"/>
              <p:cNvSpPr/>
              <p:nvPr/>
            </p:nvSpPr>
            <p:spPr bwMode="auto">
              <a:xfrm>
                <a:off x="4745264" y="4156566"/>
                <a:ext cx="797155" cy="894585"/>
              </a:xfrm>
              <a:custGeom>
                <a:avLst/>
                <a:gdLst>
                  <a:gd name="T0" fmla="*/ 0 w 429"/>
                  <a:gd name="T1" fmla="*/ 70 h 482"/>
                  <a:gd name="T2" fmla="*/ 111 w 429"/>
                  <a:gd name="T3" fmla="*/ 20 h 482"/>
                  <a:gd name="T4" fmla="*/ 211 w 429"/>
                  <a:gd name="T5" fmla="*/ 255 h 482"/>
                  <a:gd name="T6" fmla="*/ 218 w 429"/>
                  <a:gd name="T7" fmla="*/ 0 h 482"/>
                  <a:gd name="T8" fmla="*/ 352 w 429"/>
                  <a:gd name="T9" fmla="*/ 10 h 482"/>
                  <a:gd name="T10" fmla="*/ 360 w 429"/>
                  <a:gd name="T11" fmla="*/ 276 h 482"/>
                  <a:gd name="T12" fmla="*/ 429 w 429"/>
                  <a:gd name="T13" fmla="*/ 373 h 482"/>
                  <a:gd name="T14" fmla="*/ 50 w 429"/>
                  <a:gd name="T15" fmla="*/ 450 h 482"/>
                  <a:gd name="T16" fmla="*/ 0 w 429"/>
                  <a:gd name="T17" fmla="*/ 7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482">
                    <a:moveTo>
                      <a:pt x="0" y="7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211" y="255"/>
                      <a:pt x="211" y="255"/>
                      <a:pt x="211" y="255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352" y="10"/>
                      <a:pt x="352" y="10"/>
                      <a:pt x="352" y="10"/>
                    </a:cubicBezTo>
                    <a:cubicBezTo>
                      <a:pt x="352" y="10"/>
                      <a:pt x="333" y="217"/>
                      <a:pt x="360" y="276"/>
                    </a:cubicBezTo>
                    <a:cubicBezTo>
                      <a:pt x="387" y="336"/>
                      <a:pt x="429" y="373"/>
                      <a:pt x="429" y="373"/>
                    </a:cubicBezTo>
                    <a:cubicBezTo>
                      <a:pt x="320" y="461"/>
                      <a:pt x="196" y="482"/>
                      <a:pt x="50" y="450"/>
                    </a:cubicBezTo>
                    <a:cubicBezTo>
                      <a:pt x="50" y="450"/>
                      <a:pt x="124" y="332"/>
                      <a:pt x="0" y="7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ïṥ1iḍê"/>
              <p:cNvSpPr/>
              <p:nvPr/>
            </p:nvSpPr>
            <p:spPr bwMode="auto">
              <a:xfrm>
                <a:off x="4882552" y="4177602"/>
                <a:ext cx="254647" cy="452828"/>
              </a:xfrm>
              <a:custGeom>
                <a:avLst/>
                <a:gdLst>
                  <a:gd name="T0" fmla="*/ 36 w 137"/>
                  <a:gd name="T1" fmla="*/ 0 h 244"/>
                  <a:gd name="T2" fmla="*/ 8 w 137"/>
                  <a:gd name="T3" fmla="*/ 18 h 244"/>
                  <a:gd name="T4" fmla="*/ 0 w 137"/>
                  <a:gd name="T5" fmla="*/ 104 h 244"/>
                  <a:gd name="T6" fmla="*/ 53 w 137"/>
                  <a:gd name="T7" fmla="*/ 91 h 244"/>
                  <a:gd name="T8" fmla="*/ 32 w 137"/>
                  <a:gd name="T9" fmla="*/ 155 h 244"/>
                  <a:gd name="T10" fmla="*/ 137 w 137"/>
                  <a:gd name="T11" fmla="*/ 244 h 244"/>
                  <a:gd name="T12" fmla="*/ 36 w 137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244">
                    <a:moveTo>
                      <a:pt x="36" y="0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3" y="91"/>
                      <a:pt x="53" y="91"/>
                      <a:pt x="53" y="91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137" y="244"/>
                      <a:pt x="137" y="244"/>
                      <a:pt x="137" y="244"/>
                    </a:cubicBezTo>
                    <a:cubicBezTo>
                      <a:pt x="137" y="244"/>
                      <a:pt x="64" y="46"/>
                      <a:pt x="36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îşlîḍè"/>
              <p:cNvSpPr/>
              <p:nvPr/>
            </p:nvSpPr>
            <p:spPr bwMode="auto">
              <a:xfrm>
                <a:off x="5127234" y="4139958"/>
                <a:ext cx="150574" cy="490472"/>
              </a:xfrm>
              <a:custGeom>
                <a:avLst/>
                <a:gdLst>
                  <a:gd name="T0" fmla="*/ 10 w 81"/>
                  <a:gd name="T1" fmla="*/ 0 h 264"/>
                  <a:gd name="T2" fmla="*/ 42 w 81"/>
                  <a:gd name="T3" fmla="*/ 6 h 264"/>
                  <a:gd name="T4" fmla="*/ 81 w 81"/>
                  <a:gd name="T5" fmla="*/ 83 h 264"/>
                  <a:gd name="T6" fmla="*/ 27 w 81"/>
                  <a:gd name="T7" fmla="*/ 90 h 264"/>
                  <a:gd name="T8" fmla="*/ 70 w 81"/>
                  <a:gd name="T9" fmla="*/ 143 h 264"/>
                  <a:gd name="T10" fmla="*/ 5 w 81"/>
                  <a:gd name="T11" fmla="*/ 264 h 264"/>
                  <a:gd name="T12" fmla="*/ 10 w 81"/>
                  <a:gd name="T13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64">
                    <a:moveTo>
                      <a:pt x="10" y="0"/>
                    </a:moveTo>
                    <a:cubicBezTo>
                      <a:pt x="42" y="6"/>
                      <a:pt x="42" y="6"/>
                      <a:pt x="42" y="6"/>
                    </a:cubicBezTo>
                    <a:cubicBezTo>
                      <a:pt x="81" y="83"/>
                      <a:pt x="81" y="83"/>
                      <a:pt x="81" y="83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70" y="143"/>
                      <a:pt x="70" y="143"/>
                      <a:pt x="70" y="143"/>
                    </a:cubicBezTo>
                    <a:cubicBezTo>
                      <a:pt x="5" y="264"/>
                      <a:pt x="5" y="264"/>
                      <a:pt x="5" y="264"/>
                    </a:cubicBezTo>
                    <a:cubicBezTo>
                      <a:pt x="5" y="264"/>
                      <a:pt x="0" y="53"/>
                      <a:pt x="10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îṧľíḋe"/>
              <p:cNvSpPr/>
              <p:nvPr/>
            </p:nvSpPr>
            <p:spPr bwMode="auto">
              <a:xfrm>
                <a:off x="5129449" y="4680252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2"/>
                      <a:pt x="16" y="17"/>
                      <a:pt x="11" y="18"/>
                    </a:cubicBezTo>
                    <a:cubicBezTo>
                      <a:pt x="7" y="19"/>
                      <a:pt x="2" y="16"/>
                      <a:pt x="1" y="11"/>
                    </a:cubicBezTo>
                    <a:cubicBezTo>
                      <a:pt x="0" y="6"/>
                      <a:pt x="4" y="2"/>
                      <a:pt x="8" y="1"/>
                    </a:cubicBezTo>
                    <a:cubicBezTo>
                      <a:pt x="13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7" name="îṥļiḍe"/>
              <p:cNvSpPr/>
              <p:nvPr/>
            </p:nvSpPr>
            <p:spPr bwMode="auto">
              <a:xfrm>
                <a:off x="5146056" y="4763289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3"/>
                      <a:pt x="16" y="17"/>
                      <a:pt x="11" y="18"/>
                    </a:cubicBezTo>
                    <a:cubicBezTo>
                      <a:pt x="6" y="19"/>
                      <a:pt x="2" y="16"/>
                      <a:pt x="1" y="11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i$ḻïḓè"/>
              <p:cNvSpPr/>
              <p:nvPr/>
            </p:nvSpPr>
            <p:spPr bwMode="auto">
              <a:xfrm>
                <a:off x="5162664" y="4848541"/>
                <a:ext cx="34322" cy="35429"/>
              </a:xfrm>
              <a:custGeom>
                <a:avLst/>
                <a:gdLst>
                  <a:gd name="T0" fmla="*/ 18 w 18"/>
                  <a:gd name="T1" fmla="*/ 8 h 19"/>
                  <a:gd name="T2" fmla="*/ 11 w 18"/>
                  <a:gd name="T3" fmla="*/ 18 h 19"/>
                  <a:gd name="T4" fmla="*/ 1 w 18"/>
                  <a:gd name="T5" fmla="*/ 11 h 19"/>
                  <a:gd name="T6" fmla="*/ 7 w 18"/>
                  <a:gd name="T7" fmla="*/ 1 h 19"/>
                  <a:gd name="T8" fmla="*/ 18 w 18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8" y="8"/>
                    </a:moveTo>
                    <a:cubicBezTo>
                      <a:pt x="18" y="12"/>
                      <a:pt x="15" y="17"/>
                      <a:pt x="11" y="18"/>
                    </a:cubicBezTo>
                    <a:cubicBezTo>
                      <a:pt x="6" y="19"/>
                      <a:pt x="1" y="16"/>
                      <a:pt x="1" y="11"/>
                    </a:cubicBezTo>
                    <a:cubicBezTo>
                      <a:pt x="0" y="6"/>
                      <a:pt x="3" y="2"/>
                      <a:pt x="7" y="1"/>
                    </a:cubicBezTo>
                    <a:cubicBezTo>
                      <a:pt x="12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íś1iḓe"/>
              <p:cNvSpPr/>
              <p:nvPr/>
            </p:nvSpPr>
            <p:spPr bwMode="auto">
              <a:xfrm>
                <a:off x="4266971" y="2943118"/>
                <a:ext cx="1245555" cy="1279877"/>
              </a:xfrm>
              <a:custGeom>
                <a:avLst/>
                <a:gdLst>
                  <a:gd name="T0" fmla="*/ 479 w 670"/>
                  <a:gd name="T1" fmla="*/ 77 h 690"/>
                  <a:gd name="T2" fmla="*/ 645 w 670"/>
                  <a:gd name="T3" fmla="*/ 475 h 690"/>
                  <a:gd name="T4" fmla="*/ 541 w 670"/>
                  <a:gd name="T5" fmla="*/ 634 h 690"/>
                  <a:gd name="T6" fmla="*/ 246 w 670"/>
                  <a:gd name="T7" fmla="*/ 623 h 690"/>
                  <a:gd name="T8" fmla="*/ 67 w 670"/>
                  <a:gd name="T9" fmla="*/ 197 h 690"/>
                  <a:gd name="T10" fmla="*/ 479 w 670"/>
                  <a:gd name="T11" fmla="*/ 77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690">
                    <a:moveTo>
                      <a:pt x="479" y="77"/>
                    </a:moveTo>
                    <a:cubicBezTo>
                      <a:pt x="479" y="77"/>
                      <a:pt x="621" y="410"/>
                      <a:pt x="645" y="475"/>
                    </a:cubicBezTo>
                    <a:cubicBezTo>
                      <a:pt x="670" y="541"/>
                      <a:pt x="541" y="634"/>
                      <a:pt x="541" y="634"/>
                    </a:cubicBezTo>
                    <a:cubicBezTo>
                      <a:pt x="541" y="634"/>
                      <a:pt x="375" y="690"/>
                      <a:pt x="246" y="623"/>
                    </a:cubicBezTo>
                    <a:cubicBezTo>
                      <a:pt x="95" y="544"/>
                      <a:pt x="0" y="400"/>
                      <a:pt x="67" y="197"/>
                    </a:cubicBezTo>
                    <a:cubicBezTo>
                      <a:pt x="131" y="0"/>
                      <a:pt x="456" y="16"/>
                      <a:pt x="479" y="77"/>
                    </a:cubicBezTo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0" name="ïṩḷiḋê"/>
              <p:cNvSpPr/>
              <p:nvPr/>
            </p:nvSpPr>
            <p:spPr bwMode="auto">
              <a:xfrm>
                <a:off x="4594690" y="3939562"/>
                <a:ext cx="55358" cy="57572"/>
              </a:xfrm>
              <a:custGeom>
                <a:avLst/>
                <a:gdLst>
                  <a:gd name="T0" fmla="*/ 28 w 30"/>
                  <a:gd name="T1" fmla="*/ 11 h 31"/>
                  <a:gd name="T2" fmla="*/ 19 w 30"/>
                  <a:gd name="T3" fmla="*/ 28 h 31"/>
                  <a:gd name="T4" fmla="*/ 2 w 30"/>
                  <a:gd name="T5" fmla="*/ 19 h 31"/>
                  <a:gd name="T6" fmla="*/ 11 w 30"/>
                  <a:gd name="T7" fmla="*/ 2 h 31"/>
                  <a:gd name="T8" fmla="*/ 28 w 30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8" y="11"/>
                    </a:moveTo>
                    <a:cubicBezTo>
                      <a:pt x="30" y="18"/>
                      <a:pt x="26" y="26"/>
                      <a:pt x="19" y="28"/>
                    </a:cubicBezTo>
                    <a:cubicBezTo>
                      <a:pt x="12" y="31"/>
                      <a:pt x="4" y="27"/>
                      <a:pt x="2" y="19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8" y="0"/>
                      <a:pt x="26" y="4"/>
                      <a:pt x="28" y="11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iSlîḓe"/>
              <p:cNvSpPr/>
              <p:nvPr/>
            </p:nvSpPr>
            <p:spPr bwMode="auto">
              <a:xfrm>
                <a:off x="4880338" y="3867597"/>
                <a:ext cx="50929" cy="44286"/>
              </a:xfrm>
              <a:custGeom>
                <a:avLst/>
                <a:gdLst>
                  <a:gd name="T0" fmla="*/ 26 w 27"/>
                  <a:gd name="T1" fmla="*/ 0 h 24"/>
                  <a:gd name="T2" fmla="*/ 26 w 27"/>
                  <a:gd name="T3" fmla="*/ 0 h 24"/>
                  <a:gd name="T4" fmla="*/ 13 w 27"/>
                  <a:gd name="T5" fmla="*/ 10 h 24"/>
                  <a:gd name="T6" fmla="*/ 0 w 27"/>
                  <a:gd name="T7" fmla="*/ 24 h 24"/>
                  <a:gd name="T8" fmla="*/ 0 w 27"/>
                  <a:gd name="T9" fmla="*/ 24 h 24"/>
                  <a:gd name="T10" fmla="*/ 11 w 27"/>
                  <a:gd name="T11" fmla="*/ 16 h 24"/>
                  <a:gd name="T12" fmla="*/ 27 w 27"/>
                  <a:gd name="T13" fmla="*/ 1 h 24"/>
                  <a:gd name="T14" fmla="*/ 26 w 27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24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2"/>
                      <a:pt x="17" y="6"/>
                      <a:pt x="13" y="10"/>
                    </a:cubicBezTo>
                    <a:cubicBezTo>
                      <a:pt x="9" y="14"/>
                      <a:pt x="4" y="19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2"/>
                      <a:pt x="8" y="19"/>
                      <a:pt x="11" y="16"/>
                    </a:cubicBezTo>
                    <a:cubicBezTo>
                      <a:pt x="16" y="11"/>
                      <a:pt x="22" y="6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2" name="iṣľîḍé"/>
              <p:cNvSpPr/>
              <p:nvPr/>
            </p:nvSpPr>
            <p:spPr bwMode="auto">
              <a:xfrm>
                <a:off x="4912445" y="3856525"/>
                <a:ext cx="49822" cy="50929"/>
              </a:xfrm>
              <a:custGeom>
                <a:avLst/>
                <a:gdLst>
                  <a:gd name="T0" fmla="*/ 26 w 27"/>
                  <a:gd name="T1" fmla="*/ 0 h 28"/>
                  <a:gd name="T2" fmla="*/ 26 w 27"/>
                  <a:gd name="T3" fmla="*/ 0 h 28"/>
                  <a:gd name="T4" fmla="*/ 13 w 27"/>
                  <a:gd name="T5" fmla="*/ 13 h 28"/>
                  <a:gd name="T6" fmla="*/ 0 w 27"/>
                  <a:gd name="T7" fmla="*/ 28 h 28"/>
                  <a:gd name="T8" fmla="*/ 0 w 27"/>
                  <a:gd name="T9" fmla="*/ 28 h 28"/>
                  <a:gd name="T10" fmla="*/ 1 w 27"/>
                  <a:gd name="T11" fmla="*/ 28 h 28"/>
                  <a:gd name="T12" fmla="*/ 13 w 27"/>
                  <a:gd name="T13" fmla="*/ 16 h 28"/>
                  <a:gd name="T14" fmla="*/ 27 w 27"/>
                  <a:gd name="T15" fmla="*/ 1 h 28"/>
                  <a:gd name="T16" fmla="*/ 26 w 2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3"/>
                      <a:pt x="17" y="9"/>
                      <a:pt x="13" y="13"/>
                    </a:cubicBezTo>
                    <a:cubicBezTo>
                      <a:pt x="9" y="18"/>
                      <a:pt x="4" y="22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5" y="25"/>
                      <a:pt x="9" y="20"/>
                      <a:pt x="13" y="16"/>
                    </a:cubicBezTo>
                    <a:cubicBezTo>
                      <a:pt x="18" y="11"/>
                      <a:pt x="24" y="7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îṧ1ïdè"/>
              <p:cNvSpPr/>
              <p:nvPr/>
            </p:nvSpPr>
            <p:spPr bwMode="auto">
              <a:xfrm>
                <a:off x="4953410" y="3832168"/>
                <a:ext cx="55358" cy="63108"/>
              </a:xfrm>
              <a:custGeom>
                <a:avLst/>
                <a:gdLst>
                  <a:gd name="T0" fmla="*/ 29 w 30"/>
                  <a:gd name="T1" fmla="*/ 0 h 34"/>
                  <a:gd name="T2" fmla="*/ 28 w 30"/>
                  <a:gd name="T3" fmla="*/ 0 h 34"/>
                  <a:gd name="T4" fmla="*/ 13 w 30"/>
                  <a:gd name="T5" fmla="*/ 15 h 34"/>
                  <a:gd name="T6" fmla="*/ 0 w 30"/>
                  <a:gd name="T7" fmla="*/ 33 h 34"/>
                  <a:gd name="T8" fmla="*/ 0 w 30"/>
                  <a:gd name="T9" fmla="*/ 34 h 34"/>
                  <a:gd name="T10" fmla="*/ 2 w 30"/>
                  <a:gd name="T11" fmla="*/ 33 h 34"/>
                  <a:gd name="T12" fmla="*/ 16 w 30"/>
                  <a:gd name="T13" fmla="*/ 15 h 34"/>
                  <a:gd name="T14" fmla="*/ 29 w 30"/>
                  <a:gd name="T15" fmla="*/ 1 h 34"/>
                  <a:gd name="T16" fmla="*/ 29 w 30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4">
                    <a:moveTo>
                      <a:pt x="29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7" y="10"/>
                      <a:pt x="13" y="15"/>
                    </a:cubicBezTo>
                    <a:cubicBezTo>
                      <a:pt x="8" y="21"/>
                      <a:pt x="3" y="27"/>
                      <a:pt x="0" y="3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1" y="34"/>
                      <a:pt x="2" y="33"/>
                    </a:cubicBezTo>
                    <a:cubicBezTo>
                      <a:pt x="6" y="27"/>
                      <a:pt x="11" y="21"/>
                      <a:pt x="16" y="15"/>
                    </a:cubicBezTo>
                    <a:cubicBezTo>
                      <a:pt x="21" y="10"/>
                      <a:pt x="26" y="6"/>
                      <a:pt x="29" y="1"/>
                    </a:cubicBezTo>
                    <a:cubicBezTo>
                      <a:pt x="30" y="0"/>
                      <a:pt x="29" y="0"/>
                      <a:pt x="29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4" name="iṧlïḋe"/>
              <p:cNvSpPr/>
              <p:nvPr/>
            </p:nvSpPr>
            <p:spPr bwMode="auto">
              <a:xfrm>
                <a:off x="5241272" y="3733630"/>
                <a:ext cx="63108" cy="63108"/>
              </a:xfrm>
              <a:custGeom>
                <a:avLst/>
                <a:gdLst>
                  <a:gd name="T0" fmla="*/ 33 w 34"/>
                  <a:gd name="T1" fmla="*/ 0 h 34"/>
                  <a:gd name="T2" fmla="*/ 33 w 34"/>
                  <a:gd name="T3" fmla="*/ 0 h 34"/>
                  <a:gd name="T4" fmla="*/ 20 w 34"/>
                  <a:gd name="T5" fmla="*/ 14 h 34"/>
                  <a:gd name="T6" fmla="*/ 1 w 34"/>
                  <a:gd name="T7" fmla="*/ 32 h 34"/>
                  <a:gd name="T8" fmla="*/ 1 w 34"/>
                  <a:gd name="T9" fmla="*/ 34 h 34"/>
                  <a:gd name="T10" fmla="*/ 1 w 34"/>
                  <a:gd name="T11" fmla="*/ 34 h 34"/>
                  <a:gd name="T12" fmla="*/ 18 w 34"/>
                  <a:gd name="T13" fmla="*/ 19 h 34"/>
                  <a:gd name="T14" fmla="*/ 34 w 34"/>
                  <a:gd name="T15" fmla="*/ 0 h 34"/>
                  <a:gd name="T16" fmla="*/ 33 w 3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28" y="4"/>
                      <a:pt x="24" y="9"/>
                      <a:pt x="20" y="14"/>
                    </a:cubicBezTo>
                    <a:cubicBezTo>
                      <a:pt x="14" y="21"/>
                      <a:pt x="8" y="27"/>
                      <a:pt x="1" y="32"/>
                    </a:cubicBezTo>
                    <a:cubicBezTo>
                      <a:pt x="0" y="33"/>
                      <a:pt x="0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8" y="30"/>
                      <a:pt x="13" y="25"/>
                      <a:pt x="18" y="19"/>
                    </a:cubicBezTo>
                    <a:cubicBezTo>
                      <a:pt x="23" y="13"/>
                      <a:pt x="29" y="7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5" name="íṣ1íḍê"/>
              <p:cNvSpPr/>
              <p:nvPr/>
            </p:nvSpPr>
            <p:spPr bwMode="auto">
              <a:xfrm>
                <a:off x="5277808" y="3720344"/>
                <a:ext cx="64215" cy="68644"/>
              </a:xfrm>
              <a:custGeom>
                <a:avLst/>
                <a:gdLst>
                  <a:gd name="T0" fmla="*/ 33 w 34"/>
                  <a:gd name="T1" fmla="*/ 0 h 37"/>
                  <a:gd name="T2" fmla="*/ 32 w 34"/>
                  <a:gd name="T3" fmla="*/ 0 h 37"/>
                  <a:gd name="T4" fmla="*/ 14 w 34"/>
                  <a:gd name="T5" fmla="*/ 18 h 37"/>
                  <a:gd name="T6" fmla="*/ 0 w 34"/>
                  <a:gd name="T7" fmla="*/ 37 h 37"/>
                  <a:gd name="T8" fmla="*/ 1 w 34"/>
                  <a:gd name="T9" fmla="*/ 37 h 37"/>
                  <a:gd name="T10" fmla="*/ 1 w 34"/>
                  <a:gd name="T11" fmla="*/ 37 h 37"/>
                  <a:gd name="T12" fmla="*/ 18 w 34"/>
                  <a:gd name="T13" fmla="*/ 17 h 37"/>
                  <a:gd name="T14" fmla="*/ 33 w 34"/>
                  <a:gd name="T15" fmla="*/ 1 h 37"/>
                  <a:gd name="T16" fmla="*/ 33 w 34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7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5" y="5"/>
                      <a:pt x="19" y="12"/>
                      <a:pt x="14" y="18"/>
                    </a:cubicBezTo>
                    <a:cubicBezTo>
                      <a:pt x="9" y="24"/>
                      <a:pt x="4" y="30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7" y="31"/>
                      <a:pt x="12" y="24"/>
                      <a:pt x="18" y="17"/>
                    </a:cubicBezTo>
                    <a:cubicBezTo>
                      <a:pt x="23" y="12"/>
                      <a:pt x="29" y="7"/>
                      <a:pt x="33" y="1"/>
                    </a:cubicBezTo>
                    <a:cubicBezTo>
                      <a:pt x="34" y="0"/>
                      <a:pt x="33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" name="îṡľîďè"/>
              <p:cNvSpPr/>
              <p:nvPr/>
            </p:nvSpPr>
            <p:spPr bwMode="auto">
              <a:xfrm>
                <a:off x="5312130" y="3725880"/>
                <a:ext cx="53144" cy="52037"/>
              </a:xfrm>
              <a:custGeom>
                <a:avLst/>
                <a:gdLst>
                  <a:gd name="T0" fmla="*/ 27 w 29"/>
                  <a:gd name="T1" fmla="*/ 0 h 28"/>
                  <a:gd name="T2" fmla="*/ 26 w 29"/>
                  <a:gd name="T3" fmla="*/ 0 h 28"/>
                  <a:gd name="T4" fmla="*/ 0 w 29"/>
                  <a:gd name="T5" fmla="*/ 27 h 28"/>
                  <a:gd name="T6" fmla="*/ 1 w 29"/>
                  <a:gd name="T7" fmla="*/ 28 h 28"/>
                  <a:gd name="T8" fmla="*/ 1 w 29"/>
                  <a:gd name="T9" fmla="*/ 28 h 28"/>
                  <a:gd name="T10" fmla="*/ 28 w 29"/>
                  <a:gd name="T11" fmla="*/ 1 h 28"/>
                  <a:gd name="T12" fmla="*/ 27 w 29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8">
                    <a:moveTo>
                      <a:pt x="27" y="0"/>
                    </a:moveTo>
                    <a:cubicBezTo>
                      <a:pt x="27" y="0"/>
                      <a:pt x="27" y="0"/>
                      <a:pt x="26" y="0"/>
                    </a:cubicBezTo>
                    <a:cubicBezTo>
                      <a:pt x="16" y="7"/>
                      <a:pt x="9" y="18"/>
                      <a:pt x="0" y="27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1" y="20"/>
                      <a:pt x="20" y="11"/>
                      <a:pt x="28" y="1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" name="ïśľîḓe"/>
              <p:cNvSpPr/>
              <p:nvPr/>
            </p:nvSpPr>
            <p:spPr bwMode="auto">
              <a:xfrm>
                <a:off x="5175949" y="3542092"/>
                <a:ext cx="171610" cy="191539"/>
              </a:xfrm>
              <a:custGeom>
                <a:avLst/>
                <a:gdLst>
                  <a:gd name="T0" fmla="*/ 9 w 92"/>
                  <a:gd name="T1" fmla="*/ 66 h 103"/>
                  <a:gd name="T2" fmla="*/ 62 w 92"/>
                  <a:gd name="T3" fmla="*/ 95 h 103"/>
                  <a:gd name="T4" fmla="*/ 82 w 92"/>
                  <a:gd name="T5" fmla="*/ 37 h 103"/>
                  <a:gd name="T6" fmla="*/ 29 w 92"/>
                  <a:gd name="T7" fmla="*/ 8 h 103"/>
                  <a:gd name="T8" fmla="*/ 9 w 92"/>
                  <a:gd name="T9" fmla="*/ 6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103">
                    <a:moveTo>
                      <a:pt x="9" y="66"/>
                    </a:moveTo>
                    <a:cubicBezTo>
                      <a:pt x="18" y="90"/>
                      <a:pt x="42" y="103"/>
                      <a:pt x="62" y="95"/>
                    </a:cubicBezTo>
                    <a:cubicBezTo>
                      <a:pt x="83" y="87"/>
                      <a:pt x="92" y="61"/>
                      <a:pt x="82" y="37"/>
                    </a:cubicBezTo>
                    <a:cubicBezTo>
                      <a:pt x="73" y="13"/>
                      <a:pt x="49" y="0"/>
                      <a:pt x="29" y="8"/>
                    </a:cubicBezTo>
                    <a:cubicBezTo>
                      <a:pt x="9" y="16"/>
                      <a:pt x="0" y="42"/>
                      <a:pt x="9" y="66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" name="ïšḻíḋê"/>
              <p:cNvSpPr/>
              <p:nvPr/>
            </p:nvSpPr>
            <p:spPr bwMode="auto">
              <a:xfrm>
                <a:off x="5237950" y="3555378"/>
                <a:ext cx="71965" cy="79716"/>
              </a:xfrm>
              <a:custGeom>
                <a:avLst/>
                <a:gdLst>
                  <a:gd name="T0" fmla="*/ 4 w 39"/>
                  <a:gd name="T1" fmla="*/ 27 h 43"/>
                  <a:gd name="T2" fmla="*/ 26 w 39"/>
                  <a:gd name="T3" fmla="*/ 40 h 43"/>
                  <a:gd name="T4" fmla="*/ 35 w 39"/>
                  <a:gd name="T5" fmla="*/ 15 h 43"/>
                  <a:gd name="T6" fmla="*/ 12 w 39"/>
                  <a:gd name="T7" fmla="*/ 3 h 43"/>
                  <a:gd name="T8" fmla="*/ 4 w 39"/>
                  <a:gd name="T9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3">
                    <a:moveTo>
                      <a:pt x="4" y="27"/>
                    </a:moveTo>
                    <a:cubicBezTo>
                      <a:pt x="8" y="37"/>
                      <a:pt x="18" y="43"/>
                      <a:pt x="26" y="40"/>
                    </a:cubicBezTo>
                    <a:cubicBezTo>
                      <a:pt x="35" y="36"/>
                      <a:pt x="39" y="25"/>
                      <a:pt x="35" y="15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4" y="6"/>
                      <a:pt x="0" y="17"/>
                      <a:pt x="4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" name="işľídè"/>
              <p:cNvSpPr/>
              <p:nvPr/>
            </p:nvSpPr>
            <p:spPr bwMode="auto">
              <a:xfrm>
                <a:off x="4808372" y="3646165"/>
                <a:ext cx="176038" cy="197074"/>
              </a:xfrm>
              <a:custGeom>
                <a:avLst/>
                <a:gdLst>
                  <a:gd name="T0" fmla="*/ 9 w 95"/>
                  <a:gd name="T1" fmla="*/ 68 h 106"/>
                  <a:gd name="T2" fmla="*/ 65 w 95"/>
                  <a:gd name="T3" fmla="*/ 98 h 106"/>
                  <a:gd name="T4" fmla="*/ 85 w 95"/>
                  <a:gd name="T5" fmla="*/ 38 h 106"/>
                  <a:gd name="T6" fmla="*/ 30 w 95"/>
                  <a:gd name="T7" fmla="*/ 8 h 106"/>
                  <a:gd name="T8" fmla="*/ 9 w 95"/>
                  <a:gd name="T9" fmla="*/ 6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6">
                    <a:moveTo>
                      <a:pt x="9" y="68"/>
                    </a:moveTo>
                    <a:cubicBezTo>
                      <a:pt x="19" y="93"/>
                      <a:pt x="44" y="106"/>
                      <a:pt x="65" y="98"/>
                    </a:cubicBezTo>
                    <a:cubicBezTo>
                      <a:pt x="86" y="90"/>
                      <a:pt x="95" y="63"/>
                      <a:pt x="85" y="38"/>
                    </a:cubicBezTo>
                    <a:cubicBezTo>
                      <a:pt x="76" y="14"/>
                      <a:pt x="51" y="0"/>
                      <a:pt x="30" y="8"/>
                    </a:cubicBezTo>
                    <a:cubicBezTo>
                      <a:pt x="9" y="16"/>
                      <a:pt x="0" y="43"/>
                      <a:pt x="9" y="68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îsḷiḍe"/>
              <p:cNvSpPr/>
              <p:nvPr/>
            </p:nvSpPr>
            <p:spPr bwMode="auto">
              <a:xfrm>
                <a:off x="4874802" y="3664986"/>
                <a:ext cx="70858" cy="79716"/>
              </a:xfrm>
              <a:custGeom>
                <a:avLst/>
                <a:gdLst>
                  <a:gd name="T0" fmla="*/ 4 w 38"/>
                  <a:gd name="T1" fmla="*/ 28 h 43"/>
                  <a:gd name="T2" fmla="*/ 26 w 38"/>
                  <a:gd name="T3" fmla="*/ 40 h 43"/>
                  <a:gd name="T4" fmla="*/ 35 w 38"/>
                  <a:gd name="T5" fmla="*/ 16 h 43"/>
                  <a:gd name="T6" fmla="*/ 12 w 38"/>
                  <a:gd name="T7" fmla="*/ 3 h 43"/>
                  <a:gd name="T8" fmla="*/ 4 w 38"/>
                  <a:gd name="T9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3">
                    <a:moveTo>
                      <a:pt x="4" y="28"/>
                    </a:moveTo>
                    <a:cubicBezTo>
                      <a:pt x="8" y="38"/>
                      <a:pt x="18" y="43"/>
                      <a:pt x="26" y="40"/>
                    </a:cubicBezTo>
                    <a:cubicBezTo>
                      <a:pt x="35" y="36"/>
                      <a:pt x="38" y="26"/>
                      <a:pt x="35" y="16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3" y="7"/>
                      <a:pt x="0" y="18"/>
                      <a:pt x="4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" name="iṧlîde"/>
              <p:cNvSpPr/>
              <p:nvPr/>
            </p:nvSpPr>
            <p:spPr bwMode="auto">
              <a:xfrm>
                <a:off x="4768515" y="3522163"/>
                <a:ext cx="162753" cy="116252"/>
              </a:xfrm>
              <a:custGeom>
                <a:avLst/>
                <a:gdLst>
                  <a:gd name="T0" fmla="*/ 81 w 87"/>
                  <a:gd name="T1" fmla="*/ 0 h 63"/>
                  <a:gd name="T2" fmla="*/ 73 w 87"/>
                  <a:gd name="T3" fmla="*/ 4 h 63"/>
                  <a:gd name="T4" fmla="*/ 73 w 87"/>
                  <a:gd name="T5" fmla="*/ 6 h 63"/>
                  <a:gd name="T6" fmla="*/ 49 w 87"/>
                  <a:gd name="T7" fmla="*/ 53 h 63"/>
                  <a:gd name="T8" fmla="*/ 39 w 87"/>
                  <a:gd name="T9" fmla="*/ 55 h 63"/>
                  <a:gd name="T10" fmla="*/ 9 w 87"/>
                  <a:gd name="T11" fmla="*/ 39 h 63"/>
                  <a:gd name="T12" fmla="*/ 8 w 87"/>
                  <a:gd name="T13" fmla="*/ 38 h 63"/>
                  <a:gd name="T14" fmla="*/ 6 w 87"/>
                  <a:gd name="T15" fmla="*/ 39 h 63"/>
                  <a:gd name="T16" fmla="*/ 4 w 87"/>
                  <a:gd name="T17" fmla="*/ 39 h 63"/>
                  <a:gd name="T18" fmla="*/ 0 w 87"/>
                  <a:gd name="T19" fmla="*/ 41 h 63"/>
                  <a:gd name="T20" fmla="*/ 1 w 87"/>
                  <a:gd name="T21" fmla="*/ 43 h 63"/>
                  <a:gd name="T22" fmla="*/ 39 w 87"/>
                  <a:gd name="T23" fmla="*/ 63 h 63"/>
                  <a:gd name="T24" fmla="*/ 51 w 87"/>
                  <a:gd name="T25" fmla="*/ 61 h 63"/>
                  <a:gd name="T26" fmla="*/ 81 w 87"/>
                  <a:gd name="T27" fmla="*/ 3 h 63"/>
                  <a:gd name="T28" fmla="*/ 81 w 87"/>
                  <a:gd name="T2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63">
                    <a:moveTo>
                      <a:pt x="81" y="0"/>
                    </a:moveTo>
                    <a:cubicBezTo>
                      <a:pt x="73" y="4"/>
                      <a:pt x="73" y="4"/>
                      <a:pt x="73" y="4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8" y="27"/>
                      <a:pt x="67" y="48"/>
                      <a:pt x="49" y="53"/>
                    </a:cubicBezTo>
                    <a:cubicBezTo>
                      <a:pt x="46" y="54"/>
                      <a:pt x="42" y="55"/>
                      <a:pt x="39" y="55"/>
                    </a:cubicBezTo>
                    <a:cubicBezTo>
                      <a:pt x="28" y="55"/>
                      <a:pt x="17" y="49"/>
                      <a:pt x="9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5" y="39"/>
                      <a:pt x="5" y="39"/>
                      <a:pt x="4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1" y="56"/>
                      <a:pt x="25" y="63"/>
                      <a:pt x="39" y="63"/>
                    </a:cubicBezTo>
                    <a:cubicBezTo>
                      <a:pt x="43" y="63"/>
                      <a:pt x="47" y="62"/>
                      <a:pt x="51" y="61"/>
                    </a:cubicBezTo>
                    <a:cubicBezTo>
                      <a:pt x="74" y="54"/>
                      <a:pt x="87" y="29"/>
                      <a:pt x="81" y="3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" name="ísḷîdé"/>
              <p:cNvSpPr/>
              <p:nvPr/>
            </p:nvSpPr>
            <p:spPr bwMode="auto">
              <a:xfrm>
                <a:off x="5087377" y="3397054"/>
                <a:ext cx="138395" cy="111823"/>
              </a:xfrm>
              <a:custGeom>
                <a:avLst/>
                <a:gdLst>
                  <a:gd name="T0" fmla="*/ 74 w 75"/>
                  <a:gd name="T1" fmla="*/ 21 h 60"/>
                  <a:gd name="T2" fmla="*/ 38 w 75"/>
                  <a:gd name="T3" fmla="*/ 0 h 60"/>
                  <a:gd name="T4" fmla="*/ 29 w 75"/>
                  <a:gd name="T5" fmla="*/ 1 h 60"/>
                  <a:gd name="T6" fmla="*/ 6 w 75"/>
                  <a:gd name="T7" fmla="*/ 58 h 60"/>
                  <a:gd name="T8" fmla="*/ 7 w 75"/>
                  <a:gd name="T9" fmla="*/ 60 h 60"/>
                  <a:gd name="T10" fmla="*/ 14 w 75"/>
                  <a:gd name="T11" fmla="*/ 56 h 60"/>
                  <a:gd name="T12" fmla="*/ 13 w 75"/>
                  <a:gd name="T13" fmla="*/ 55 h 60"/>
                  <a:gd name="T14" fmla="*/ 32 w 75"/>
                  <a:gd name="T15" fmla="*/ 9 h 60"/>
                  <a:gd name="T16" fmla="*/ 67 w 75"/>
                  <a:gd name="T17" fmla="*/ 25 h 60"/>
                  <a:gd name="T18" fmla="*/ 68 w 75"/>
                  <a:gd name="T19" fmla="*/ 26 h 60"/>
                  <a:gd name="T20" fmla="*/ 69 w 75"/>
                  <a:gd name="T21" fmla="*/ 26 h 60"/>
                  <a:gd name="T22" fmla="*/ 71 w 75"/>
                  <a:gd name="T23" fmla="*/ 25 h 60"/>
                  <a:gd name="T24" fmla="*/ 75 w 75"/>
                  <a:gd name="T25" fmla="*/ 23 h 60"/>
                  <a:gd name="T26" fmla="*/ 74 w 75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60">
                    <a:moveTo>
                      <a:pt x="74" y="21"/>
                    </a:moveTo>
                    <a:cubicBezTo>
                      <a:pt x="64" y="8"/>
                      <a:pt x="51" y="0"/>
                      <a:pt x="38" y="0"/>
                    </a:cubicBezTo>
                    <a:cubicBezTo>
                      <a:pt x="35" y="0"/>
                      <a:pt x="32" y="0"/>
                      <a:pt x="29" y="1"/>
                    </a:cubicBezTo>
                    <a:cubicBezTo>
                      <a:pt x="10" y="7"/>
                      <a:pt x="0" y="32"/>
                      <a:pt x="6" y="5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9" y="34"/>
                      <a:pt x="17" y="14"/>
                      <a:pt x="32" y="9"/>
                    </a:cubicBezTo>
                    <a:cubicBezTo>
                      <a:pt x="44" y="5"/>
                      <a:pt x="57" y="12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0" y="25"/>
                      <a:pt x="71" y="25"/>
                      <a:pt x="71" y="25"/>
                    </a:cubicBezTo>
                    <a:cubicBezTo>
                      <a:pt x="75" y="23"/>
                      <a:pt x="75" y="23"/>
                      <a:pt x="75" y="23"/>
                    </a:cubicBez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3" name="ïṡ1idè"/>
              <p:cNvSpPr/>
              <p:nvPr/>
            </p:nvSpPr>
            <p:spPr bwMode="auto">
              <a:xfrm>
                <a:off x="5030911" y="3876454"/>
                <a:ext cx="286754" cy="115145"/>
              </a:xfrm>
              <a:custGeom>
                <a:avLst/>
                <a:gdLst>
                  <a:gd name="T0" fmla="*/ 152 w 154"/>
                  <a:gd name="T1" fmla="*/ 1 h 62"/>
                  <a:gd name="T2" fmla="*/ 109 w 154"/>
                  <a:gd name="T3" fmla="*/ 39 h 62"/>
                  <a:gd name="T4" fmla="*/ 66 w 154"/>
                  <a:gd name="T5" fmla="*/ 36 h 62"/>
                  <a:gd name="T6" fmla="*/ 1 w 154"/>
                  <a:gd name="T7" fmla="*/ 60 h 62"/>
                  <a:gd name="T8" fmla="*/ 4 w 154"/>
                  <a:gd name="T9" fmla="*/ 61 h 62"/>
                  <a:gd name="T10" fmla="*/ 60 w 154"/>
                  <a:gd name="T11" fmla="*/ 40 h 62"/>
                  <a:gd name="T12" fmla="*/ 107 w 154"/>
                  <a:gd name="T13" fmla="*/ 43 h 62"/>
                  <a:gd name="T14" fmla="*/ 154 w 154"/>
                  <a:gd name="T15" fmla="*/ 1 h 62"/>
                  <a:gd name="T16" fmla="*/ 152 w 154"/>
                  <a:gd name="T17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" h="62">
                    <a:moveTo>
                      <a:pt x="152" y="1"/>
                    </a:moveTo>
                    <a:cubicBezTo>
                      <a:pt x="143" y="22"/>
                      <a:pt x="134" y="37"/>
                      <a:pt x="109" y="39"/>
                    </a:cubicBezTo>
                    <a:cubicBezTo>
                      <a:pt x="95" y="40"/>
                      <a:pt x="80" y="37"/>
                      <a:pt x="66" y="36"/>
                    </a:cubicBezTo>
                    <a:cubicBezTo>
                      <a:pt x="43" y="34"/>
                      <a:pt x="13" y="38"/>
                      <a:pt x="1" y="60"/>
                    </a:cubicBezTo>
                    <a:cubicBezTo>
                      <a:pt x="0" y="62"/>
                      <a:pt x="3" y="61"/>
                      <a:pt x="4" y="61"/>
                    </a:cubicBezTo>
                    <a:cubicBezTo>
                      <a:pt x="22" y="46"/>
                      <a:pt x="37" y="39"/>
                      <a:pt x="60" y="40"/>
                    </a:cubicBezTo>
                    <a:cubicBezTo>
                      <a:pt x="76" y="41"/>
                      <a:pt x="92" y="43"/>
                      <a:pt x="107" y="43"/>
                    </a:cubicBezTo>
                    <a:cubicBezTo>
                      <a:pt x="133" y="42"/>
                      <a:pt x="150" y="26"/>
                      <a:pt x="154" y="1"/>
                    </a:cubicBezTo>
                    <a:cubicBezTo>
                      <a:pt x="154" y="0"/>
                      <a:pt x="152" y="0"/>
                      <a:pt x="152" y="1"/>
                    </a:cubicBez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4" name="işliḋè"/>
              <p:cNvSpPr/>
              <p:nvPr/>
            </p:nvSpPr>
            <p:spPr bwMode="auto">
              <a:xfrm>
                <a:off x="4025610" y="2727222"/>
                <a:ext cx="1355164" cy="1978495"/>
              </a:xfrm>
              <a:custGeom>
                <a:avLst/>
                <a:gdLst>
                  <a:gd name="T0" fmla="*/ 307 w 729"/>
                  <a:gd name="T1" fmla="*/ 559 h 1066"/>
                  <a:gd name="T2" fmla="*/ 384 w 729"/>
                  <a:gd name="T3" fmla="*/ 318 h 1066"/>
                  <a:gd name="T4" fmla="*/ 729 w 729"/>
                  <a:gd name="T5" fmla="*/ 295 h 1066"/>
                  <a:gd name="T6" fmla="*/ 286 w 729"/>
                  <a:gd name="T7" fmla="*/ 86 h 1066"/>
                  <a:gd name="T8" fmla="*/ 162 w 729"/>
                  <a:gd name="T9" fmla="*/ 239 h 1066"/>
                  <a:gd name="T10" fmla="*/ 83 w 729"/>
                  <a:gd name="T11" fmla="*/ 608 h 1066"/>
                  <a:gd name="T12" fmla="*/ 236 w 729"/>
                  <a:gd name="T13" fmla="*/ 895 h 1066"/>
                  <a:gd name="T14" fmla="*/ 113 w 729"/>
                  <a:gd name="T15" fmla="*/ 962 h 1066"/>
                  <a:gd name="T16" fmla="*/ 371 w 729"/>
                  <a:gd name="T17" fmla="*/ 781 h 1066"/>
                  <a:gd name="T18" fmla="*/ 321 w 729"/>
                  <a:gd name="T19" fmla="*/ 680 h 1066"/>
                  <a:gd name="T20" fmla="*/ 259 w 729"/>
                  <a:gd name="T21" fmla="*/ 595 h 1066"/>
                  <a:gd name="T22" fmla="*/ 307 w 729"/>
                  <a:gd name="T23" fmla="*/ 559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9" h="1066">
                    <a:moveTo>
                      <a:pt x="307" y="559"/>
                    </a:moveTo>
                    <a:cubicBezTo>
                      <a:pt x="348" y="528"/>
                      <a:pt x="376" y="371"/>
                      <a:pt x="384" y="318"/>
                    </a:cubicBezTo>
                    <a:cubicBezTo>
                      <a:pt x="455" y="344"/>
                      <a:pt x="588" y="373"/>
                      <a:pt x="729" y="295"/>
                    </a:cubicBezTo>
                    <a:cubicBezTo>
                      <a:pt x="729" y="295"/>
                      <a:pt x="674" y="0"/>
                      <a:pt x="286" y="86"/>
                    </a:cubicBezTo>
                    <a:cubicBezTo>
                      <a:pt x="150" y="116"/>
                      <a:pt x="142" y="212"/>
                      <a:pt x="162" y="239"/>
                    </a:cubicBezTo>
                    <a:cubicBezTo>
                      <a:pt x="9" y="291"/>
                      <a:pt x="0" y="464"/>
                      <a:pt x="83" y="608"/>
                    </a:cubicBezTo>
                    <a:cubicBezTo>
                      <a:pt x="209" y="824"/>
                      <a:pt x="227" y="815"/>
                      <a:pt x="236" y="895"/>
                    </a:cubicBezTo>
                    <a:cubicBezTo>
                      <a:pt x="246" y="975"/>
                      <a:pt x="113" y="962"/>
                      <a:pt x="113" y="962"/>
                    </a:cubicBezTo>
                    <a:cubicBezTo>
                      <a:pt x="304" y="1066"/>
                      <a:pt x="381" y="833"/>
                      <a:pt x="371" y="781"/>
                    </a:cubicBezTo>
                    <a:cubicBezTo>
                      <a:pt x="361" y="729"/>
                      <a:pt x="321" y="680"/>
                      <a:pt x="321" y="680"/>
                    </a:cubicBezTo>
                    <a:cubicBezTo>
                      <a:pt x="267" y="681"/>
                      <a:pt x="255" y="635"/>
                      <a:pt x="259" y="595"/>
                    </a:cubicBezTo>
                    <a:cubicBezTo>
                      <a:pt x="262" y="556"/>
                      <a:pt x="307" y="559"/>
                      <a:pt x="307" y="559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5" name="íslïďê"/>
              <p:cNvSpPr/>
              <p:nvPr/>
            </p:nvSpPr>
            <p:spPr bwMode="auto">
              <a:xfrm>
                <a:off x="4409795" y="3503341"/>
                <a:ext cx="327719" cy="347648"/>
              </a:xfrm>
              <a:custGeom>
                <a:avLst/>
                <a:gdLst>
                  <a:gd name="T0" fmla="*/ 15 w 176"/>
                  <a:gd name="T1" fmla="*/ 167 h 187"/>
                  <a:gd name="T2" fmla="*/ 8 w 176"/>
                  <a:gd name="T3" fmla="*/ 142 h 187"/>
                  <a:gd name="T4" fmla="*/ 0 w 176"/>
                  <a:gd name="T5" fmla="*/ 112 h 187"/>
                  <a:gd name="T6" fmla="*/ 0 w 176"/>
                  <a:gd name="T7" fmla="*/ 110 h 187"/>
                  <a:gd name="T8" fmla="*/ 12 w 176"/>
                  <a:gd name="T9" fmla="*/ 87 h 187"/>
                  <a:gd name="T10" fmla="*/ 28 w 176"/>
                  <a:gd name="T11" fmla="*/ 71 h 187"/>
                  <a:gd name="T12" fmla="*/ 59 w 176"/>
                  <a:gd name="T13" fmla="*/ 60 h 187"/>
                  <a:gd name="T14" fmla="*/ 80 w 176"/>
                  <a:gd name="T15" fmla="*/ 21 h 187"/>
                  <a:gd name="T16" fmla="*/ 106 w 176"/>
                  <a:gd name="T17" fmla="*/ 44 h 187"/>
                  <a:gd name="T18" fmla="*/ 109 w 176"/>
                  <a:gd name="T19" fmla="*/ 94 h 187"/>
                  <a:gd name="T20" fmla="*/ 136 w 176"/>
                  <a:gd name="T21" fmla="*/ 87 h 187"/>
                  <a:gd name="T22" fmla="*/ 176 w 176"/>
                  <a:gd name="T23" fmla="*/ 103 h 187"/>
                  <a:gd name="T24" fmla="*/ 81 w 176"/>
                  <a:gd name="T25" fmla="*/ 185 h 187"/>
                  <a:gd name="T26" fmla="*/ 15 w 176"/>
                  <a:gd name="T27" fmla="*/ 16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6" h="187">
                    <a:moveTo>
                      <a:pt x="15" y="167"/>
                    </a:moveTo>
                    <a:cubicBezTo>
                      <a:pt x="8" y="142"/>
                      <a:pt x="8" y="142"/>
                      <a:pt x="8" y="142"/>
                    </a:cubicBezTo>
                    <a:cubicBezTo>
                      <a:pt x="6" y="133"/>
                      <a:pt x="4" y="123"/>
                      <a:pt x="0" y="112"/>
                    </a:cubicBezTo>
                    <a:cubicBezTo>
                      <a:pt x="0" y="112"/>
                      <a:pt x="0" y="111"/>
                      <a:pt x="0" y="110"/>
                    </a:cubicBezTo>
                    <a:cubicBezTo>
                      <a:pt x="1" y="102"/>
                      <a:pt x="5" y="93"/>
                      <a:pt x="12" y="87"/>
                    </a:cubicBezTo>
                    <a:cubicBezTo>
                      <a:pt x="20" y="82"/>
                      <a:pt x="23" y="77"/>
                      <a:pt x="28" y="71"/>
                    </a:cubicBezTo>
                    <a:cubicBezTo>
                      <a:pt x="42" y="57"/>
                      <a:pt x="58" y="61"/>
                      <a:pt x="59" y="60"/>
                    </a:cubicBezTo>
                    <a:cubicBezTo>
                      <a:pt x="60" y="59"/>
                      <a:pt x="51" y="45"/>
                      <a:pt x="80" y="21"/>
                    </a:cubicBezTo>
                    <a:cubicBezTo>
                      <a:pt x="106" y="0"/>
                      <a:pt x="147" y="16"/>
                      <a:pt x="106" y="44"/>
                    </a:cubicBezTo>
                    <a:cubicBezTo>
                      <a:pt x="79" y="63"/>
                      <a:pt x="99" y="88"/>
                      <a:pt x="109" y="94"/>
                    </a:cubicBezTo>
                    <a:cubicBezTo>
                      <a:pt x="117" y="95"/>
                      <a:pt x="117" y="95"/>
                      <a:pt x="136" y="87"/>
                    </a:cubicBezTo>
                    <a:cubicBezTo>
                      <a:pt x="167" y="73"/>
                      <a:pt x="176" y="103"/>
                      <a:pt x="176" y="103"/>
                    </a:cubicBezTo>
                    <a:cubicBezTo>
                      <a:pt x="140" y="106"/>
                      <a:pt x="96" y="164"/>
                      <a:pt x="81" y="185"/>
                    </a:cubicBezTo>
                    <a:cubicBezTo>
                      <a:pt x="50" y="187"/>
                      <a:pt x="45" y="176"/>
                      <a:pt x="15" y="167"/>
                    </a:cubicBezTo>
                    <a:close/>
                  </a:path>
                </a:pathLst>
              </a:custGeom>
              <a:solidFill>
                <a:srgbClr val="EAC9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îṣḻíḑe"/>
              <p:cNvSpPr/>
              <p:nvPr/>
            </p:nvSpPr>
            <p:spPr bwMode="auto">
              <a:xfrm>
                <a:off x="4252578" y="3741381"/>
                <a:ext cx="592331" cy="815977"/>
              </a:xfrm>
              <a:custGeom>
                <a:avLst/>
                <a:gdLst>
                  <a:gd name="T0" fmla="*/ 170 w 319"/>
                  <a:gd name="T1" fmla="*/ 57 h 440"/>
                  <a:gd name="T2" fmla="*/ 265 w 319"/>
                  <a:gd name="T3" fmla="*/ 294 h 440"/>
                  <a:gd name="T4" fmla="*/ 297 w 319"/>
                  <a:gd name="T5" fmla="*/ 363 h 440"/>
                  <a:gd name="T6" fmla="*/ 319 w 319"/>
                  <a:gd name="T7" fmla="*/ 440 h 440"/>
                  <a:gd name="T8" fmla="*/ 95 w 319"/>
                  <a:gd name="T9" fmla="*/ 22 h 440"/>
                  <a:gd name="T10" fmla="*/ 170 w 319"/>
                  <a:gd name="T11" fmla="*/ 57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440">
                    <a:moveTo>
                      <a:pt x="170" y="57"/>
                    </a:moveTo>
                    <a:cubicBezTo>
                      <a:pt x="159" y="167"/>
                      <a:pt x="211" y="292"/>
                      <a:pt x="265" y="294"/>
                    </a:cubicBezTo>
                    <a:cubicBezTo>
                      <a:pt x="265" y="294"/>
                      <a:pt x="282" y="316"/>
                      <a:pt x="297" y="363"/>
                    </a:cubicBezTo>
                    <a:cubicBezTo>
                      <a:pt x="313" y="410"/>
                      <a:pt x="319" y="440"/>
                      <a:pt x="319" y="440"/>
                    </a:cubicBezTo>
                    <a:cubicBezTo>
                      <a:pt x="0" y="408"/>
                      <a:pt x="95" y="22"/>
                      <a:pt x="95" y="22"/>
                    </a:cubicBezTo>
                    <a:cubicBezTo>
                      <a:pt x="139" y="0"/>
                      <a:pt x="170" y="57"/>
                      <a:pt x="170" y="57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7" name="ïśḷïde"/>
              <p:cNvSpPr/>
              <p:nvPr/>
            </p:nvSpPr>
            <p:spPr bwMode="auto">
              <a:xfrm>
                <a:off x="4508332" y="3826632"/>
                <a:ext cx="35429" cy="40965"/>
              </a:xfrm>
              <a:custGeom>
                <a:avLst/>
                <a:gdLst>
                  <a:gd name="T0" fmla="*/ 13 w 19"/>
                  <a:gd name="T1" fmla="*/ 20 h 22"/>
                  <a:gd name="T2" fmla="*/ 2 w 19"/>
                  <a:gd name="T3" fmla="*/ 13 h 22"/>
                  <a:gd name="T4" fmla="*/ 6 w 19"/>
                  <a:gd name="T5" fmla="*/ 1 h 22"/>
                  <a:gd name="T6" fmla="*/ 18 w 19"/>
                  <a:gd name="T7" fmla="*/ 9 h 22"/>
                  <a:gd name="T8" fmla="*/ 13 w 19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3" y="20"/>
                    </a:moveTo>
                    <a:cubicBezTo>
                      <a:pt x="9" y="22"/>
                      <a:pt x="4" y="18"/>
                      <a:pt x="2" y="13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1" y="0"/>
                      <a:pt x="16" y="3"/>
                      <a:pt x="18" y="9"/>
                    </a:cubicBezTo>
                    <a:cubicBezTo>
                      <a:pt x="19" y="14"/>
                      <a:pt x="18" y="19"/>
                      <a:pt x="13" y="2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" name="iṡḷîḑê"/>
              <p:cNvSpPr/>
              <p:nvPr/>
            </p:nvSpPr>
            <p:spPr bwMode="auto">
              <a:xfrm>
                <a:off x="3990181" y="3178943"/>
                <a:ext cx="414078" cy="667618"/>
              </a:xfrm>
              <a:custGeom>
                <a:avLst/>
                <a:gdLst>
                  <a:gd name="T0" fmla="*/ 170 w 223"/>
                  <a:gd name="T1" fmla="*/ 0 h 360"/>
                  <a:gd name="T2" fmla="*/ 223 w 223"/>
                  <a:gd name="T3" fmla="*/ 360 h 360"/>
                  <a:gd name="T4" fmla="*/ 170 w 223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" h="360">
                    <a:moveTo>
                      <a:pt x="170" y="0"/>
                    </a:moveTo>
                    <a:cubicBezTo>
                      <a:pt x="170" y="0"/>
                      <a:pt x="0" y="234"/>
                      <a:pt x="223" y="360"/>
                    </a:cubicBezTo>
                    <a:cubicBezTo>
                      <a:pt x="223" y="360"/>
                      <a:pt x="72" y="251"/>
                      <a:pt x="170" y="0"/>
                    </a:cubicBezTo>
                    <a:close/>
                  </a:path>
                </a:pathLst>
              </a:custGeom>
              <a:solidFill>
                <a:srgbClr val="E58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" name="íṩ1ídè"/>
              <p:cNvSpPr/>
              <p:nvPr/>
            </p:nvSpPr>
            <p:spPr bwMode="auto">
              <a:xfrm>
                <a:off x="4167327" y="2163677"/>
                <a:ext cx="406328" cy="626653"/>
              </a:xfrm>
              <a:custGeom>
                <a:avLst/>
                <a:gdLst>
                  <a:gd name="T0" fmla="*/ 0 w 219"/>
                  <a:gd name="T1" fmla="*/ 81 h 338"/>
                  <a:gd name="T2" fmla="*/ 86 w 219"/>
                  <a:gd name="T3" fmla="*/ 18 h 338"/>
                  <a:gd name="T4" fmla="*/ 210 w 219"/>
                  <a:gd name="T5" fmla="*/ 67 h 338"/>
                  <a:gd name="T6" fmla="*/ 169 w 219"/>
                  <a:gd name="T7" fmla="*/ 170 h 338"/>
                  <a:gd name="T8" fmla="*/ 160 w 219"/>
                  <a:gd name="T9" fmla="*/ 226 h 338"/>
                  <a:gd name="T10" fmla="*/ 157 w 219"/>
                  <a:gd name="T11" fmla="*/ 230 h 338"/>
                  <a:gd name="T12" fmla="*/ 100 w 219"/>
                  <a:gd name="T13" fmla="*/ 187 h 338"/>
                  <a:gd name="T14" fmla="*/ 116 w 219"/>
                  <a:gd name="T15" fmla="*/ 87 h 338"/>
                  <a:gd name="T16" fmla="*/ 63 w 219"/>
                  <a:gd name="T17" fmla="*/ 46 h 338"/>
                  <a:gd name="T18" fmla="*/ 39 w 219"/>
                  <a:gd name="T19" fmla="*/ 124 h 338"/>
                  <a:gd name="T20" fmla="*/ 34 w 219"/>
                  <a:gd name="T21" fmla="*/ 125 h 338"/>
                  <a:gd name="T22" fmla="*/ 0 w 219"/>
                  <a:gd name="T23" fmla="*/ 81 h 338"/>
                  <a:gd name="T24" fmla="*/ 120 w 219"/>
                  <a:gd name="T25" fmla="*/ 304 h 338"/>
                  <a:gd name="T26" fmla="*/ 149 w 219"/>
                  <a:gd name="T27" fmla="*/ 254 h 338"/>
                  <a:gd name="T28" fmla="*/ 198 w 219"/>
                  <a:gd name="T29" fmla="*/ 283 h 338"/>
                  <a:gd name="T30" fmla="*/ 170 w 219"/>
                  <a:gd name="T31" fmla="*/ 332 h 338"/>
                  <a:gd name="T32" fmla="*/ 120 w 219"/>
                  <a:gd name="T33" fmla="*/ 304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9" h="338">
                    <a:moveTo>
                      <a:pt x="0" y="81"/>
                    </a:moveTo>
                    <a:cubicBezTo>
                      <a:pt x="7" y="55"/>
                      <a:pt x="38" y="30"/>
                      <a:pt x="86" y="18"/>
                    </a:cubicBezTo>
                    <a:cubicBezTo>
                      <a:pt x="153" y="0"/>
                      <a:pt x="198" y="18"/>
                      <a:pt x="210" y="67"/>
                    </a:cubicBezTo>
                    <a:cubicBezTo>
                      <a:pt x="219" y="102"/>
                      <a:pt x="205" y="127"/>
                      <a:pt x="169" y="170"/>
                    </a:cubicBezTo>
                    <a:cubicBezTo>
                      <a:pt x="155" y="188"/>
                      <a:pt x="141" y="204"/>
                      <a:pt x="160" y="226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30" y="230"/>
                      <a:pt x="104" y="217"/>
                      <a:pt x="100" y="187"/>
                    </a:cubicBezTo>
                    <a:cubicBezTo>
                      <a:pt x="94" y="150"/>
                      <a:pt x="131" y="142"/>
                      <a:pt x="116" y="87"/>
                    </a:cubicBezTo>
                    <a:cubicBezTo>
                      <a:pt x="107" y="55"/>
                      <a:pt x="89" y="40"/>
                      <a:pt x="63" y="46"/>
                    </a:cubicBezTo>
                    <a:cubicBezTo>
                      <a:pt x="37" y="53"/>
                      <a:pt x="27" y="78"/>
                      <a:pt x="39" y="124"/>
                    </a:cubicBezTo>
                    <a:cubicBezTo>
                      <a:pt x="34" y="125"/>
                      <a:pt x="34" y="125"/>
                      <a:pt x="34" y="125"/>
                    </a:cubicBezTo>
                    <a:lnTo>
                      <a:pt x="0" y="81"/>
                    </a:lnTo>
                    <a:close/>
                    <a:moveTo>
                      <a:pt x="120" y="304"/>
                    </a:moveTo>
                    <a:cubicBezTo>
                      <a:pt x="115" y="282"/>
                      <a:pt x="128" y="260"/>
                      <a:pt x="149" y="254"/>
                    </a:cubicBezTo>
                    <a:cubicBezTo>
                      <a:pt x="171" y="249"/>
                      <a:pt x="192" y="262"/>
                      <a:pt x="198" y="283"/>
                    </a:cubicBezTo>
                    <a:cubicBezTo>
                      <a:pt x="204" y="305"/>
                      <a:pt x="191" y="327"/>
                      <a:pt x="170" y="332"/>
                    </a:cubicBezTo>
                    <a:cubicBezTo>
                      <a:pt x="148" y="338"/>
                      <a:pt x="126" y="325"/>
                      <a:pt x="120" y="304"/>
                    </a:cubicBezTo>
                    <a:close/>
                  </a:path>
                </a:pathLst>
              </a:custGeom>
              <a:solidFill>
                <a:srgbClr val="769C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" name="ïSļîḋê"/>
              <p:cNvSpPr/>
              <p:nvPr/>
            </p:nvSpPr>
            <p:spPr bwMode="auto">
              <a:xfrm>
                <a:off x="6592007" y="5561552"/>
                <a:ext cx="1330806" cy="208146"/>
              </a:xfrm>
              <a:custGeom>
                <a:avLst/>
                <a:gdLst>
                  <a:gd name="T0" fmla="*/ 398 w 716"/>
                  <a:gd name="T1" fmla="*/ 0 h 112"/>
                  <a:gd name="T2" fmla="*/ 398 w 716"/>
                  <a:gd name="T3" fmla="*/ 36 h 112"/>
                  <a:gd name="T4" fmla="*/ 397 w 716"/>
                  <a:gd name="T5" fmla="*/ 49 h 112"/>
                  <a:gd name="T6" fmla="*/ 397 w 716"/>
                  <a:gd name="T7" fmla="*/ 49 h 112"/>
                  <a:gd name="T8" fmla="*/ 367 w 716"/>
                  <a:gd name="T9" fmla="*/ 49 h 112"/>
                  <a:gd name="T10" fmla="*/ 326 w 716"/>
                  <a:gd name="T11" fmla="*/ 49 h 112"/>
                  <a:gd name="T12" fmla="*/ 298 w 716"/>
                  <a:gd name="T13" fmla="*/ 49 h 112"/>
                  <a:gd name="T14" fmla="*/ 298 w 716"/>
                  <a:gd name="T15" fmla="*/ 0 h 112"/>
                  <a:gd name="T16" fmla="*/ 0 w 716"/>
                  <a:gd name="T17" fmla="*/ 56 h 112"/>
                  <a:gd name="T18" fmla="*/ 358 w 716"/>
                  <a:gd name="T19" fmla="*/ 112 h 112"/>
                  <a:gd name="T20" fmla="*/ 716 w 716"/>
                  <a:gd name="T21" fmla="*/ 56 h 112"/>
                  <a:gd name="T22" fmla="*/ 398 w 716"/>
                  <a:gd name="T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6" h="112">
                    <a:moveTo>
                      <a:pt x="398" y="0"/>
                    </a:moveTo>
                    <a:cubicBezTo>
                      <a:pt x="398" y="36"/>
                      <a:pt x="398" y="36"/>
                      <a:pt x="398" y="36"/>
                    </a:cubicBezTo>
                    <a:cubicBezTo>
                      <a:pt x="398" y="40"/>
                      <a:pt x="397" y="45"/>
                      <a:pt x="397" y="49"/>
                    </a:cubicBezTo>
                    <a:cubicBezTo>
                      <a:pt x="397" y="49"/>
                      <a:pt x="397" y="49"/>
                      <a:pt x="397" y="49"/>
                    </a:cubicBezTo>
                    <a:cubicBezTo>
                      <a:pt x="367" y="49"/>
                      <a:pt x="367" y="49"/>
                      <a:pt x="367" y="49"/>
                    </a:cubicBezTo>
                    <a:cubicBezTo>
                      <a:pt x="326" y="49"/>
                      <a:pt x="326" y="49"/>
                      <a:pt x="326" y="49"/>
                    </a:cubicBezTo>
                    <a:cubicBezTo>
                      <a:pt x="298" y="49"/>
                      <a:pt x="298" y="49"/>
                      <a:pt x="298" y="49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129" y="5"/>
                      <a:pt x="0" y="28"/>
                      <a:pt x="0" y="56"/>
                    </a:cubicBezTo>
                    <a:cubicBezTo>
                      <a:pt x="0" y="87"/>
                      <a:pt x="161" y="112"/>
                      <a:pt x="358" y="112"/>
                    </a:cubicBezTo>
                    <a:cubicBezTo>
                      <a:pt x="556" y="112"/>
                      <a:pt x="716" y="87"/>
                      <a:pt x="716" y="56"/>
                    </a:cubicBezTo>
                    <a:cubicBezTo>
                      <a:pt x="716" y="27"/>
                      <a:pt x="577" y="3"/>
                      <a:pt x="398" y="0"/>
                    </a:cubicBezTo>
                  </a:path>
                </a:pathLst>
              </a:cu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" name="ïś1iďé"/>
              <p:cNvSpPr/>
              <p:nvPr/>
            </p:nvSpPr>
            <p:spPr bwMode="auto">
              <a:xfrm>
                <a:off x="7146694" y="1352129"/>
                <a:ext cx="186003" cy="4300210"/>
              </a:xfrm>
              <a:custGeom>
                <a:avLst/>
                <a:gdLst>
                  <a:gd name="T0" fmla="*/ 60 w 100"/>
                  <a:gd name="T1" fmla="*/ 0 h 2317"/>
                  <a:gd name="T2" fmla="*/ 28 w 100"/>
                  <a:gd name="T3" fmla="*/ 0 h 2317"/>
                  <a:gd name="T4" fmla="*/ 0 w 100"/>
                  <a:gd name="T5" fmla="*/ 0 h 2317"/>
                  <a:gd name="T6" fmla="*/ 0 w 100"/>
                  <a:gd name="T7" fmla="*/ 2317 h 2317"/>
                  <a:gd name="T8" fmla="*/ 28 w 100"/>
                  <a:gd name="T9" fmla="*/ 2317 h 2317"/>
                  <a:gd name="T10" fmla="*/ 69 w 100"/>
                  <a:gd name="T11" fmla="*/ 2317 h 2317"/>
                  <a:gd name="T12" fmla="*/ 99 w 100"/>
                  <a:gd name="T13" fmla="*/ 2317 h 2317"/>
                  <a:gd name="T14" fmla="*/ 99 w 100"/>
                  <a:gd name="T15" fmla="*/ 2317 h 2317"/>
                  <a:gd name="T16" fmla="*/ 100 w 100"/>
                  <a:gd name="T17" fmla="*/ 2304 h 2317"/>
                  <a:gd name="T18" fmla="*/ 100 w 100"/>
                  <a:gd name="T19" fmla="*/ 0 h 2317"/>
                  <a:gd name="T20" fmla="*/ 60 w 100"/>
                  <a:gd name="T21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2317">
                    <a:moveTo>
                      <a:pt x="60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17"/>
                      <a:pt x="0" y="2317"/>
                      <a:pt x="0" y="2317"/>
                    </a:cubicBezTo>
                    <a:cubicBezTo>
                      <a:pt x="28" y="2317"/>
                      <a:pt x="28" y="2317"/>
                      <a:pt x="28" y="2317"/>
                    </a:cubicBezTo>
                    <a:cubicBezTo>
                      <a:pt x="69" y="2317"/>
                      <a:pt x="69" y="2317"/>
                      <a:pt x="6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3"/>
                      <a:pt x="100" y="2308"/>
                      <a:pt x="100" y="230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064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" name="îṩḷïḋ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" name="îṡḷiď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îṧ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5" name="îṡ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6" name="í$1ïďê"/>
              <p:cNvSpPr/>
              <p:nvPr/>
            </p:nvSpPr>
            <p:spPr bwMode="auto">
              <a:xfrm>
                <a:off x="6497899" y="3212158"/>
                <a:ext cx="1703919" cy="639939"/>
              </a:xfrm>
              <a:custGeom>
                <a:avLst/>
                <a:gdLst>
                  <a:gd name="T0" fmla="*/ 1509 w 1539"/>
                  <a:gd name="T1" fmla="*/ 293 h 578"/>
                  <a:gd name="T2" fmla="*/ 1539 w 1539"/>
                  <a:gd name="T3" fmla="*/ 261 h 578"/>
                  <a:gd name="T4" fmla="*/ 1153 w 1539"/>
                  <a:gd name="T5" fmla="*/ 0 h 578"/>
                  <a:gd name="T6" fmla="*/ 1141 w 1539"/>
                  <a:gd name="T7" fmla="*/ 12 h 578"/>
                  <a:gd name="T8" fmla="*/ 1146 w 1539"/>
                  <a:gd name="T9" fmla="*/ 147 h 578"/>
                  <a:gd name="T10" fmla="*/ 13 w 1539"/>
                  <a:gd name="T11" fmla="*/ 136 h 578"/>
                  <a:gd name="T12" fmla="*/ 0 w 1539"/>
                  <a:gd name="T13" fmla="*/ 151 h 578"/>
                  <a:gd name="T14" fmla="*/ 12 w 1539"/>
                  <a:gd name="T15" fmla="*/ 531 h 578"/>
                  <a:gd name="T16" fmla="*/ 1156 w 1539"/>
                  <a:gd name="T17" fmla="*/ 439 h 578"/>
                  <a:gd name="T18" fmla="*/ 1162 w 1539"/>
                  <a:gd name="T19" fmla="*/ 578 h 578"/>
                  <a:gd name="T20" fmla="*/ 1509 w 1539"/>
                  <a:gd name="T21" fmla="*/ 29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578">
                    <a:moveTo>
                      <a:pt x="1509" y="293"/>
                    </a:moveTo>
                    <a:lnTo>
                      <a:pt x="1539" y="261"/>
                    </a:lnTo>
                    <a:lnTo>
                      <a:pt x="1153" y="0"/>
                    </a:lnTo>
                    <a:lnTo>
                      <a:pt x="1141" y="12"/>
                    </a:lnTo>
                    <a:lnTo>
                      <a:pt x="1146" y="147"/>
                    </a:lnTo>
                    <a:lnTo>
                      <a:pt x="13" y="136"/>
                    </a:lnTo>
                    <a:lnTo>
                      <a:pt x="0" y="151"/>
                    </a:lnTo>
                    <a:lnTo>
                      <a:pt x="12" y="531"/>
                    </a:lnTo>
                    <a:lnTo>
                      <a:pt x="1156" y="439"/>
                    </a:lnTo>
                    <a:lnTo>
                      <a:pt x="1162" y="578"/>
                    </a:lnTo>
                    <a:lnTo>
                      <a:pt x="1509" y="29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7" name="isľíďe"/>
              <p:cNvSpPr/>
              <p:nvPr/>
            </p:nvSpPr>
            <p:spPr bwMode="auto">
              <a:xfrm>
                <a:off x="6512291" y="3212158"/>
                <a:ext cx="1689527" cy="606723"/>
              </a:xfrm>
              <a:custGeom>
                <a:avLst/>
                <a:gdLst>
                  <a:gd name="T0" fmla="*/ 1526 w 1526"/>
                  <a:gd name="T1" fmla="*/ 261 h 548"/>
                  <a:gd name="T2" fmla="*/ 1140 w 1526"/>
                  <a:gd name="T3" fmla="*/ 0 h 548"/>
                  <a:gd name="T4" fmla="*/ 1145 w 1526"/>
                  <a:gd name="T5" fmla="*/ 147 h 548"/>
                  <a:gd name="T6" fmla="*/ 0 w 1526"/>
                  <a:gd name="T7" fmla="*/ 136 h 548"/>
                  <a:gd name="T8" fmla="*/ 12 w 1526"/>
                  <a:gd name="T9" fmla="*/ 504 h 548"/>
                  <a:gd name="T10" fmla="*/ 1155 w 1526"/>
                  <a:gd name="T11" fmla="*/ 414 h 548"/>
                  <a:gd name="T12" fmla="*/ 1159 w 1526"/>
                  <a:gd name="T13" fmla="*/ 548 h 548"/>
                  <a:gd name="T14" fmla="*/ 1526 w 1526"/>
                  <a:gd name="T15" fmla="*/ 26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6" h="548">
                    <a:moveTo>
                      <a:pt x="1526" y="261"/>
                    </a:moveTo>
                    <a:lnTo>
                      <a:pt x="1140" y="0"/>
                    </a:lnTo>
                    <a:lnTo>
                      <a:pt x="1145" y="147"/>
                    </a:lnTo>
                    <a:lnTo>
                      <a:pt x="0" y="136"/>
                    </a:lnTo>
                    <a:lnTo>
                      <a:pt x="12" y="504"/>
                    </a:lnTo>
                    <a:lnTo>
                      <a:pt x="1155" y="414"/>
                    </a:lnTo>
                    <a:lnTo>
                      <a:pt x="1159" y="548"/>
                    </a:lnTo>
                    <a:lnTo>
                      <a:pt x="1526" y="2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8" name="ïṡlíḓé"/>
              <p:cNvSpPr/>
              <p:nvPr/>
            </p:nvSpPr>
            <p:spPr bwMode="auto">
              <a:xfrm>
                <a:off x="6361718" y="2369609"/>
                <a:ext cx="1708348" cy="763940"/>
              </a:xfrm>
              <a:custGeom>
                <a:avLst/>
                <a:gdLst>
                  <a:gd name="T0" fmla="*/ 0 w 1543"/>
                  <a:gd name="T1" fmla="*/ 191 h 690"/>
                  <a:gd name="T2" fmla="*/ 427 w 1543"/>
                  <a:gd name="T3" fmla="*/ 0 h 690"/>
                  <a:gd name="T4" fmla="*/ 437 w 1543"/>
                  <a:gd name="T5" fmla="*/ 13 h 690"/>
                  <a:gd name="T6" fmla="*/ 408 w 1543"/>
                  <a:gd name="T7" fmla="*/ 147 h 690"/>
                  <a:gd name="T8" fmla="*/ 1543 w 1543"/>
                  <a:gd name="T9" fmla="*/ 327 h 690"/>
                  <a:gd name="T10" fmla="*/ 1468 w 1543"/>
                  <a:gd name="T11" fmla="*/ 690 h 690"/>
                  <a:gd name="T12" fmla="*/ 358 w 1543"/>
                  <a:gd name="T13" fmla="*/ 405 h 690"/>
                  <a:gd name="T14" fmla="*/ 324 w 1543"/>
                  <a:gd name="T15" fmla="*/ 561 h 690"/>
                  <a:gd name="T16" fmla="*/ 0 w 1543"/>
                  <a:gd name="T17" fmla="*/ 191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3" h="690">
                    <a:moveTo>
                      <a:pt x="0" y="191"/>
                    </a:moveTo>
                    <a:lnTo>
                      <a:pt x="427" y="0"/>
                    </a:lnTo>
                    <a:lnTo>
                      <a:pt x="437" y="13"/>
                    </a:lnTo>
                    <a:lnTo>
                      <a:pt x="408" y="147"/>
                    </a:lnTo>
                    <a:lnTo>
                      <a:pt x="1543" y="327"/>
                    </a:lnTo>
                    <a:lnTo>
                      <a:pt x="1468" y="690"/>
                    </a:lnTo>
                    <a:lnTo>
                      <a:pt x="358" y="405"/>
                    </a:lnTo>
                    <a:lnTo>
                      <a:pt x="324" y="561"/>
                    </a:lnTo>
                    <a:lnTo>
                      <a:pt x="0" y="191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îŝ1îdè"/>
              <p:cNvSpPr/>
              <p:nvPr/>
            </p:nvSpPr>
            <p:spPr bwMode="auto">
              <a:xfrm>
                <a:off x="6382754" y="2359645"/>
                <a:ext cx="1690633" cy="750655"/>
              </a:xfrm>
              <a:custGeom>
                <a:avLst/>
                <a:gdLst>
                  <a:gd name="T0" fmla="*/ 0 w 1527"/>
                  <a:gd name="T1" fmla="*/ 192 h 678"/>
                  <a:gd name="T2" fmla="*/ 312 w 1527"/>
                  <a:gd name="T3" fmla="*/ 539 h 678"/>
                  <a:gd name="T4" fmla="*/ 342 w 1527"/>
                  <a:gd name="T5" fmla="*/ 393 h 678"/>
                  <a:gd name="T6" fmla="*/ 1452 w 1527"/>
                  <a:gd name="T7" fmla="*/ 678 h 678"/>
                  <a:gd name="T8" fmla="*/ 1527 w 1527"/>
                  <a:gd name="T9" fmla="*/ 317 h 678"/>
                  <a:gd name="T10" fmla="*/ 398 w 1527"/>
                  <a:gd name="T11" fmla="*/ 133 h 678"/>
                  <a:gd name="T12" fmla="*/ 426 w 1527"/>
                  <a:gd name="T13" fmla="*/ 0 h 678"/>
                  <a:gd name="T14" fmla="*/ 0 w 1527"/>
                  <a:gd name="T15" fmla="*/ 192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7" h="678">
                    <a:moveTo>
                      <a:pt x="0" y="192"/>
                    </a:moveTo>
                    <a:lnTo>
                      <a:pt x="312" y="539"/>
                    </a:lnTo>
                    <a:lnTo>
                      <a:pt x="342" y="393"/>
                    </a:lnTo>
                    <a:lnTo>
                      <a:pt x="1452" y="678"/>
                    </a:lnTo>
                    <a:lnTo>
                      <a:pt x="1527" y="317"/>
                    </a:lnTo>
                    <a:lnTo>
                      <a:pt x="398" y="133"/>
                    </a:lnTo>
                    <a:lnTo>
                      <a:pt x="426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0" name="íśḷîḍé"/>
              <p:cNvSpPr/>
              <p:nvPr/>
            </p:nvSpPr>
            <p:spPr bwMode="auto">
              <a:xfrm>
                <a:off x="6339575" y="4004885"/>
                <a:ext cx="1687312" cy="877978"/>
              </a:xfrm>
              <a:custGeom>
                <a:avLst/>
                <a:gdLst>
                  <a:gd name="T0" fmla="*/ 0 w 1524"/>
                  <a:gd name="T1" fmla="*/ 623 h 793"/>
                  <a:gd name="T2" fmla="*/ 280 w 1524"/>
                  <a:gd name="T3" fmla="*/ 251 h 793"/>
                  <a:gd name="T4" fmla="*/ 296 w 1524"/>
                  <a:gd name="T5" fmla="*/ 258 h 793"/>
                  <a:gd name="T6" fmla="*/ 334 w 1524"/>
                  <a:gd name="T7" fmla="*/ 387 h 793"/>
                  <a:gd name="T8" fmla="*/ 1417 w 1524"/>
                  <a:gd name="T9" fmla="*/ 0 h 793"/>
                  <a:gd name="T10" fmla="*/ 1524 w 1524"/>
                  <a:gd name="T11" fmla="*/ 355 h 793"/>
                  <a:gd name="T12" fmla="*/ 416 w 1524"/>
                  <a:gd name="T13" fmla="*/ 638 h 793"/>
                  <a:gd name="T14" fmla="*/ 462 w 1524"/>
                  <a:gd name="T15" fmla="*/ 793 h 793"/>
                  <a:gd name="T16" fmla="*/ 0 w 1524"/>
                  <a:gd name="T17" fmla="*/ 623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4" h="793">
                    <a:moveTo>
                      <a:pt x="0" y="623"/>
                    </a:moveTo>
                    <a:lnTo>
                      <a:pt x="280" y="251"/>
                    </a:lnTo>
                    <a:lnTo>
                      <a:pt x="296" y="258"/>
                    </a:lnTo>
                    <a:lnTo>
                      <a:pt x="334" y="387"/>
                    </a:lnTo>
                    <a:lnTo>
                      <a:pt x="1417" y="0"/>
                    </a:lnTo>
                    <a:lnTo>
                      <a:pt x="1524" y="355"/>
                    </a:lnTo>
                    <a:lnTo>
                      <a:pt x="416" y="638"/>
                    </a:lnTo>
                    <a:lnTo>
                      <a:pt x="462" y="793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1" name="ï$ḻíḑe"/>
              <p:cNvSpPr/>
              <p:nvPr/>
            </p:nvSpPr>
            <p:spPr bwMode="auto">
              <a:xfrm>
                <a:off x="6352861" y="3986063"/>
                <a:ext cx="1668490" cy="859156"/>
              </a:xfrm>
              <a:custGeom>
                <a:avLst/>
                <a:gdLst>
                  <a:gd name="T0" fmla="*/ 0 w 1507"/>
                  <a:gd name="T1" fmla="*/ 623 h 776"/>
                  <a:gd name="T2" fmla="*/ 440 w 1507"/>
                  <a:gd name="T3" fmla="*/ 776 h 776"/>
                  <a:gd name="T4" fmla="*/ 398 w 1507"/>
                  <a:gd name="T5" fmla="*/ 635 h 776"/>
                  <a:gd name="T6" fmla="*/ 1507 w 1507"/>
                  <a:gd name="T7" fmla="*/ 352 h 776"/>
                  <a:gd name="T8" fmla="*/ 1400 w 1507"/>
                  <a:gd name="T9" fmla="*/ 0 h 776"/>
                  <a:gd name="T10" fmla="*/ 320 w 1507"/>
                  <a:gd name="T11" fmla="*/ 380 h 776"/>
                  <a:gd name="T12" fmla="*/ 280 w 1507"/>
                  <a:gd name="T13" fmla="*/ 251 h 776"/>
                  <a:gd name="T14" fmla="*/ 0 w 1507"/>
                  <a:gd name="T15" fmla="*/ 623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7" h="776">
                    <a:moveTo>
                      <a:pt x="0" y="623"/>
                    </a:moveTo>
                    <a:lnTo>
                      <a:pt x="440" y="776"/>
                    </a:lnTo>
                    <a:lnTo>
                      <a:pt x="398" y="635"/>
                    </a:lnTo>
                    <a:lnTo>
                      <a:pt x="1507" y="352"/>
                    </a:lnTo>
                    <a:lnTo>
                      <a:pt x="1400" y="0"/>
                    </a:lnTo>
                    <a:lnTo>
                      <a:pt x="320" y="380"/>
                    </a:lnTo>
                    <a:lnTo>
                      <a:pt x="280" y="251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2" name="îŝľïďê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3" name="íṡḷíḑe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4" name="iśļïďê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5" name="íṧlîḍé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6" name="iṩļïḍê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7" name="íŝḻiḑe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8" name="iṣḷíḋé"/>
              <p:cNvSpPr/>
              <p:nvPr/>
            </p:nvSpPr>
            <p:spPr bwMode="auto">
              <a:xfrm>
                <a:off x="7146694" y="2918761"/>
                <a:ext cx="183789" cy="63108"/>
              </a:xfrm>
              <a:custGeom>
                <a:avLst/>
                <a:gdLst>
                  <a:gd name="T0" fmla="*/ 0 w 166"/>
                  <a:gd name="T1" fmla="*/ 57 h 57"/>
                  <a:gd name="T2" fmla="*/ 47 w 166"/>
                  <a:gd name="T3" fmla="*/ 23 h 57"/>
                  <a:gd name="T4" fmla="*/ 166 w 166"/>
                  <a:gd name="T5" fmla="*/ 42 h 57"/>
                  <a:gd name="T6" fmla="*/ 47 w 166"/>
                  <a:gd name="T7" fmla="*/ 12 h 57"/>
                  <a:gd name="T8" fmla="*/ 0 w 166"/>
                  <a:gd name="T9" fmla="*/ 0 h 57"/>
                  <a:gd name="T10" fmla="*/ 0 w 166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57">
                    <a:moveTo>
                      <a:pt x="0" y="57"/>
                    </a:moveTo>
                    <a:lnTo>
                      <a:pt x="47" y="23"/>
                    </a:lnTo>
                    <a:lnTo>
                      <a:pt x="166" y="42"/>
                    </a:lnTo>
                    <a:lnTo>
                      <a:pt x="47" y="12"/>
                    </a:lnTo>
                    <a:lnTo>
                      <a:pt x="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9" name="îSḷíḍe"/>
              <p:cNvSpPr/>
              <p:nvPr/>
            </p:nvSpPr>
            <p:spPr bwMode="auto">
              <a:xfrm>
                <a:off x="7146694" y="3733630"/>
                <a:ext cx="183789" cy="79716"/>
              </a:xfrm>
              <a:custGeom>
                <a:avLst/>
                <a:gdLst>
                  <a:gd name="T0" fmla="*/ 0 w 166"/>
                  <a:gd name="T1" fmla="*/ 72 h 72"/>
                  <a:gd name="T2" fmla="*/ 47 w 166"/>
                  <a:gd name="T3" fmla="*/ 30 h 72"/>
                  <a:gd name="T4" fmla="*/ 166 w 166"/>
                  <a:gd name="T5" fmla="*/ 0 h 72"/>
                  <a:gd name="T6" fmla="*/ 47 w 166"/>
                  <a:gd name="T7" fmla="*/ 10 h 72"/>
                  <a:gd name="T8" fmla="*/ 0 w 166"/>
                  <a:gd name="T9" fmla="*/ 13 h 72"/>
                  <a:gd name="T10" fmla="*/ 0 w 166"/>
                  <a:gd name="T1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72">
                    <a:moveTo>
                      <a:pt x="0" y="72"/>
                    </a:moveTo>
                    <a:lnTo>
                      <a:pt x="47" y="30"/>
                    </a:lnTo>
                    <a:lnTo>
                      <a:pt x="166" y="0"/>
                    </a:lnTo>
                    <a:lnTo>
                      <a:pt x="47" y="10"/>
                    </a:lnTo>
                    <a:lnTo>
                      <a:pt x="0" y="13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1" name="ïşliďê"/>
              <p:cNvSpPr/>
              <p:nvPr/>
            </p:nvSpPr>
            <p:spPr bwMode="auto">
              <a:xfrm>
                <a:off x="7146694" y="4576179"/>
                <a:ext cx="183789" cy="104073"/>
              </a:xfrm>
              <a:custGeom>
                <a:avLst/>
                <a:gdLst>
                  <a:gd name="T0" fmla="*/ 0 w 166"/>
                  <a:gd name="T1" fmla="*/ 94 h 94"/>
                  <a:gd name="T2" fmla="*/ 47 w 166"/>
                  <a:gd name="T3" fmla="*/ 45 h 94"/>
                  <a:gd name="T4" fmla="*/ 166 w 166"/>
                  <a:gd name="T5" fmla="*/ 0 h 94"/>
                  <a:gd name="T6" fmla="*/ 47 w 166"/>
                  <a:gd name="T7" fmla="*/ 30 h 94"/>
                  <a:gd name="T8" fmla="*/ 0 w 166"/>
                  <a:gd name="T9" fmla="*/ 44 h 94"/>
                  <a:gd name="T10" fmla="*/ 0 w 16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94">
                    <a:moveTo>
                      <a:pt x="0" y="94"/>
                    </a:moveTo>
                    <a:lnTo>
                      <a:pt x="47" y="45"/>
                    </a:lnTo>
                    <a:lnTo>
                      <a:pt x="166" y="0"/>
                    </a:lnTo>
                    <a:lnTo>
                      <a:pt x="47" y="30"/>
                    </a:lnTo>
                    <a:lnTo>
                      <a:pt x="0" y="44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4" t="4119" r="26652" b="19893"/>
          <a:stretch>
            <a:fillRect/>
          </a:stretch>
        </p:blipFill>
        <p:spPr>
          <a:xfrm>
            <a:off x="1603056" y="1714032"/>
            <a:ext cx="2457340" cy="2968368"/>
          </a:xfrm>
          <a:prstGeom prst="rect">
            <a:avLst/>
          </a:prstGeom>
        </p:spPr>
      </p:pic>
      <p:grpSp>
        <p:nvGrpSpPr>
          <p:cNvPr id="83" name="组合 82"/>
          <p:cNvGrpSpPr/>
          <p:nvPr/>
        </p:nvGrpSpPr>
        <p:grpSpPr>
          <a:xfrm>
            <a:off x="4416116" y="1323150"/>
            <a:ext cx="6936511" cy="3718775"/>
            <a:chOff x="4627132" y="1379421"/>
            <a:chExt cx="6936511" cy="3718775"/>
          </a:xfrm>
        </p:grpSpPr>
        <p:pic>
          <p:nvPicPr>
            <p:cNvPr id="84" name="图片 8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7" t="33405" r="50655" b="34534"/>
            <a:stretch>
              <a:fillRect/>
            </a:stretch>
          </p:blipFill>
          <p:spPr>
            <a:xfrm>
              <a:off x="4958436" y="3414074"/>
              <a:ext cx="1356401" cy="1394517"/>
            </a:xfrm>
            <a:prstGeom prst="rect">
              <a:avLst/>
            </a:prstGeom>
          </p:spPr>
        </p:pic>
        <p:pic>
          <p:nvPicPr>
            <p:cNvPr id="85" name="图片 8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249" t="68318" r="10732" b="1373"/>
            <a:stretch>
              <a:fillRect/>
            </a:stretch>
          </p:blipFill>
          <p:spPr>
            <a:xfrm>
              <a:off x="8297306" y="3378213"/>
              <a:ext cx="1325318" cy="1513733"/>
            </a:xfrm>
            <a:prstGeom prst="rect">
              <a:avLst/>
            </a:prstGeom>
          </p:spPr>
        </p:pic>
        <p:pic>
          <p:nvPicPr>
            <p:cNvPr id="86" name="图片 85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23" t="1518" r="8926" b="66420"/>
            <a:stretch>
              <a:fillRect/>
            </a:stretch>
          </p:blipFill>
          <p:spPr>
            <a:xfrm>
              <a:off x="9958756" y="3488128"/>
              <a:ext cx="1325318" cy="1461937"/>
            </a:xfrm>
            <a:prstGeom prst="rect">
              <a:avLst/>
            </a:prstGeom>
          </p:spPr>
        </p:pic>
        <p:sp>
          <p:nvSpPr>
            <p:cNvPr id="87" name="矩形: 圆角 18"/>
            <p:cNvSpPr/>
            <p:nvPr/>
          </p:nvSpPr>
          <p:spPr>
            <a:xfrm>
              <a:off x="4627132" y="3117244"/>
              <a:ext cx="6936511" cy="19809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34886" y="1379421"/>
              <a:ext cx="4942857" cy="1552381"/>
            </a:xfrm>
            <a:prstGeom prst="rect">
              <a:avLst/>
            </a:prstGeom>
          </p:spPr>
        </p:pic>
        <p:grpSp>
          <p:nvGrpSpPr>
            <p:cNvPr id="89" name="组合 88"/>
            <p:cNvGrpSpPr/>
            <p:nvPr/>
          </p:nvGrpSpPr>
          <p:grpSpPr>
            <a:xfrm>
              <a:off x="6650968" y="3353814"/>
              <a:ext cx="1310207" cy="1452585"/>
              <a:chOff x="6650968" y="3353814"/>
              <a:chExt cx="1310207" cy="1452585"/>
            </a:xfrm>
          </p:grpSpPr>
          <p:pic>
            <p:nvPicPr>
              <p:cNvPr id="90" name="图片 89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67" t="67937" r="57326" b="3177"/>
              <a:stretch>
                <a:fillRect/>
              </a:stretch>
            </p:blipFill>
            <p:spPr>
              <a:xfrm>
                <a:off x="6650968" y="3353814"/>
                <a:ext cx="1310207" cy="1452585"/>
              </a:xfrm>
              <a:prstGeom prst="rect">
                <a:avLst/>
              </a:prstGeom>
            </p:spPr>
          </p:pic>
          <p:pic>
            <p:nvPicPr>
              <p:cNvPr id="91" name="图片 90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26332" y="4159324"/>
                <a:ext cx="593159" cy="593159"/>
              </a:xfrm>
              <a:prstGeom prst="rect">
                <a:avLst/>
              </a:prstGeom>
            </p:spPr>
          </p:pic>
        </p:grpSp>
      </p:grp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81481E-6 L 0.25248 0.0048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17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750" fill="hold"/>
                                        <p:tgtEl>
                                          <p:spTgt spid="82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-0.14661 0.00579 " pathEditMode="relative" rAng="0" ptsTypes="AA">
                                      <p:cBhvr>
                                        <p:cTn id="28" dur="12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31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216910" y="2906395"/>
            <a:ext cx="3020695" cy="698500"/>
            <a:chOff x="5066" y="4577"/>
            <a:chExt cx="4757" cy="1100"/>
          </a:xfrm>
        </p:grpSpPr>
        <p:sp>
          <p:nvSpPr>
            <p:cNvPr id="5" name="矩形 4"/>
            <p:cNvSpPr/>
            <p:nvPr>
              <p:custDataLst>
                <p:tags r:id="rId2"/>
              </p:custDataLst>
            </p:nvPr>
          </p:nvSpPr>
          <p:spPr>
            <a:xfrm>
              <a:off x="5066" y="4577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6339" y="4752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数据查询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953250" y="2906395"/>
            <a:ext cx="3020695" cy="698500"/>
            <a:chOff x="10950" y="4577"/>
            <a:chExt cx="4757" cy="1100"/>
          </a:xfrm>
        </p:grpSpPr>
        <p:sp>
          <p:nvSpPr>
            <p:cNvPr id="8" name="矩形 7"/>
            <p:cNvSpPr/>
            <p:nvPr>
              <p:custDataLst>
                <p:tags r:id="rId4"/>
              </p:custDataLst>
            </p:nvPr>
          </p:nvSpPr>
          <p:spPr>
            <a:xfrm>
              <a:off x="10950" y="4577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5"/>
              </p:custDataLst>
            </p:nvPr>
          </p:nvSpPr>
          <p:spPr>
            <a:xfrm>
              <a:off x="12223" y="4752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数据增删改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数据库操作步骤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23110" y="1266825"/>
            <a:ext cx="8145780" cy="613410"/>
            <a:chOff x="3186" y="1995"/>
            <a:chExt cx="12828" cy="966"/>
          </a:xfrm>
        </p:grpSpPr>
        <p:sp>
          <p:nvSpPr>
            <p:cNvPr id="41" name="iŝľíḓé"/>
            <p:cNvSpPr/>
            <p:nvPr>
              <p:custDataLst>
                <p:tags r:id="rId3"/>
              </p:custDataLst>
            </p:nvPr>
          </p:nvSpPr>
          <p:spPr bwMode="auto">
            <a:xfrm>
              <a:off x="3186" y="1995"/>
              <a:ext cx="967" cy="967"/>
            </a:xfrm>
            <a:prstGeom prst="ellipse">
              <a:avLst/>
            </a:prstGeom>
            <a:solidFill>
              <a:srgbClr val="4C9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ïṣlîdè"/>
            <p:cNvSpPr/>
            <p:nvPr>
              <p:custDataLst>
                <p:tags r:id="rId4"/>
              </p:custDataLst>
            </p:nvPr>
          </p:nvSpPr>
          <p:spPr bwMode="auto">
            <a:xfrm>
              <a:off x="3467" y="2255"/>
              <a:ext cx="405" cy="500"/>
            </a:xfrm>
            <a:custGeom>
              <a:avLst/>
              <a:gdLst>
                <a:gd name="connsiteX0" fmla="*/ 324459 w 489089"/>
                <a:gd name="connsiteY0" fmla="*/ 442516 h 603828"/>
                <a:gd name="connsiteX1" fmla="*/ 386263 w 489089"/>
                <a:gd name="connsiteY1" fmla="*/ 442516 h 603828"/>
                <a:gd name="connsiteX2" fmla="*/ 386263 w 489089"/>
                <a:gd name="connsiteY2" fmla="*/ 452958 h 603828"/>
                <a:gd name="connsiteX3" fmla="*/ 402563 w 489089"/>
                <a:gd name="connsiteY3" fmla="*/ 469096 h 603828"/>
                <a:gd name="connsiteX4" fmla="*/ 489089 w 489089"/>
                <a:gd name="connsiteY4" fmla="*/ 469096 h 603828"/>
                <a:gd name="connsiteX5" fmla="*/ 489089 w 489089"/>
                <a:gd name="connsiteY5" fmla="*/ 587485 h 603828"/>
                <a:gd name="connsiteX6" fmla="*/ 472925 w 489089"/>
                <a:gd name="connsiteY6" fmla="*/ 603758 h 603828"/>
                <a:gd name="connsiteX7" fmla="*/ 324459 w 489089"/>
                <a:gd name="connsiteY7" fmla="*/ 603758 h 603828"/>
                <a:gd name="connsiteX8" fmla="*/ 308159 w 489089"/>
                <a:gd name="connsiteY8" fmla="*/ 587485 h 603828"/>
                <a:gd name="connsiteX9" fmla="*/ 308159 w 489089"/>
                <a:gd name="connsiteY9" fmla="*/ 458789 h 603828"/>
                <a:gd name="connsiteX10" fmla="*/ 324459 w 489089"/>
                <a:gd name="connsiteY10" fmla="*/ 442516 h 603828"/>
                <a:gd name="connsiteX11" fmla="*/ 16307 w 489089"/>
                <a:gd name="connsiteY11" fmla="*/ 442516 h 603828"/>
                <a:gd name="connsiteX12" fmla="*/ 78272 w 489089"/>
                <a:gd name="connsiteY12" fmla="*/ 442516 h 603828"/>
                <a:gd name="connsiteX13" fmla="*/ 78272 w 489089"/>
                <a:gd name="connsiteY13" fmla="*/ 452963 h 603828"/>
                <a:gd name="connsiteX14" fmla="*/ 94443 w 489089"/>
                <a:gd name="connsiteY14" fmla="*/ 469107 h 603828"/>
                <a:gd name="connsiteX15" fmla="*/ 181141 w 489089"/>
                <a:gd name="connsiteY15" fmla="*/ 469107 h 603828"/>
                <a:gd name="connsiteX16" fmla="*/ 181141 w 489089"/>
                <a:gd name="connsiteY16" fmla="*/ 587548 h 603828"/>
                <a:gd name="connsiteX17" fmla="*/ 164834 w 489089"/>
                <a:gd name="connsiteY17" fmla="*/ 603828 h 603828"/>
                <a:gd name="connsiteX18" fmla="*/ 16307 w 489089"/>
                <a:gd name="connsiteY18" fmla="*/ 603828 h 603828"/>
                <a:gd name="connsiteX19" fmla="*/ 0 w 489089"/>
                <a:gd name="connsiteY19" fmla="*/ 587548 h 603828"/>
                <a:gd name="connsiteX20" fmla="*/ 0 w 489089"/>
                <a:gd name="connsiteY20" fmla="*/ 458796 h 603828"/>
                <a:gd name="connsiteX21" fmla="*/ 16307 w 489089"/>
                <a:gd name="connsiteY21" fmla="*/ 442516 h 603828"/>
                <a:gd name="connsiteX22" fmla="*/ 311829 w 489089"/>
                <a:gd name="connsiteY22" fmla="*/ 339702 h 603828"/>
                <a:gd name="connsiteX23" fmla="*/ 343461 w 489089"/>
                <a:gd name="connsiteY23" fmla="*/ 339702 h 603828"/>
                <a:gd name="connsiteX24" fmla="*/ 377808 w 489089"/>
                <a:gd name="connsiteY24" fmla="*/ 422969 h 603828"/>
                <a:gd name="connsiteX25" fmla="*/ 346040 w 489089"/>
                <a:gd name="connsiteY25" fmla="*/ 422969 h 603828"/>
                <a:gd name="connsiteX26" fmla="*/ 145806 w 489089"/>
                <a:gd name="connsiteY26" fmla="*/ 339702 h 603828"/>
                <a:gd name="connsiteX27" fmla="*/ 177472 w 489089"/>
                <a:gd name="connsiteY27" fmla="*/ 339702 h 603828"/>
                <a:gd name="connsiteX28" fmla="*/ 132216 w 489089"/>
                <a:gd name="connsiteY28" fmla="*/ 449713 h 603828"/>
                <a:gd name="connsiteX29" fmla="*/ 100415 w 489089"/>
                <a:gd name="connsiteY29" fmla="*/ 449713 h 603828"/>
                <a:gd name="connsiteX30" fmla="*/ 270626 w 489089"/>
                <a:gd name="connsiteY30" fmla="*/ 0 h 603828"/>
                <a:gd name="connsiteX31" fmla="*/ 383104 w 489089"/>
                <a:gd name="connsiteY31" fmla="*/ 88302 h 603828"/>
                <a:gd name="connsiteX32" fmla="*/ 384326 w 489089"/>
                <a:gd name="connsiteY32" fmla="*/ 93321 h 603828"/>
                <a:gd name="connsiteX33" fmla="*/ 389217 w 489089"/>
                <a:gd name="connsiteY33" fmla="*/ 94813 h 603828"/>
                <a:gd name="connsiteX34" fmla="*/ 470178 w 489089"/>
                <a:gd name="connsiteY34" fmla="*/ 205224 h 603828"/>
                <a:gd name="connsiteX35" fmla="*/ 354441 w 489089"/>
                <a:gd name="connsiteY35" fmla="*/ 320790 h 603828"/>
                <a:gd name="connsiteX36" fmla="*/ 134785 w 489089"/>
                <a:gd name="connsiteY36" fmla="*/ 320790 h 603828"/>
                <a:gd name="connsiteX37" fmla="*/ 18912 w 489089"/>
                <a:gd name="connsiteY37" fmla="*/ 205224 h 603828"/>
                <a:gd name="connsiteX38" fmla="*/ 134785 w 489089"/>
                <a:gd name="connsiteY38" fmla="*/ 89523 h 603828"/>
                <a:gd name="connsiteX39" fmla="*/ 149320 w 489089"/>
                <a:gd name="connsiteY39" fmla="*/ 90472 h 603828"/>
                <a:gd name="connsiteX40" fmla="*/ 157063 w 489089"/>
                <a:gd name="connsiteY40" fmla="*/ 91422 h 603828"/>
                <a:gd name="connsiteX41" fmla="*/ 159236 w 489089"/>
                <a:gd name="connsiteY41" fmla="*/ 83962 h 603828"/>
                <a:gd name="connsiteX42" fmla="*/ 270626 w 489089"/>
                <a:gd name="connsiteY42" fmla="*/ 0 h 60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89089" h="603828">
                  <a:moveTo>
                    <a:pt x="324459" y="442516"/>
                  </a:moveTo>
                  <a:lnTo>
                    <a:pt x="386263" y="442516"/>
                  </a:lnTo>
                  <a:lnTo>
                    <a:pt x="386263" y="452958"/>
                  </a:lnTo>
                  <a:cubicBezTo>
                    <a:pt x="386263" y="461908"/>
                    <a:pt x="393598" y="469096"/>
                    <a:pt x="402563" y="469096"/>
                  </a:cubicBezTo>
                  <a:lnTo>
                    <a:pt x="489089" y="469096"/>
                  </a:lnTo>
                  <a:lnTo>
                    <a:pt x="489089" y="587485"/>
                  </a:lnTo>
                  <a:cubicBezTo>
                    <a:pt x="489089" y="596435"/>
                    <a:pt x="481890" y="603758"/>
                    <a:pt x="472925" y="603758"/>
                  </a:cubicBezTo>
                  <a:lnTo>
                    <a:pt x="324459" y="603758"/>
                  </a:lnTo>
                  <a:cubicBezTo>
                    <a:pt x="315358" y="603758"/>
                    <a:pt x="308159" y="596435"/>
                    <a:pt x="308159" y="587485"/>
                  </a:cubicBezTo>
                  <a:lnTo>
                    <a:pt x="308159" y="458789"/>
                  </a:lnTo>
                  <a:cubicBezTo>
                    <a:pt x="308159" y="449839"/>
                    <a:pt x="315358" y="442516"/>
                    <a:pt x="324459" y="442516"/>
                  </a:cubicBezTo>
                  <a:close/>
                  <a:moveTo>
                    <a:pt x="16307" y="442516"/>
                  </a:moveTo>
                  <a:lnTo>
                    <a:pt x="78272" y="442516"/>
                  </a:lnTo>
                  <a:lnTo>
                    <a:pt x="78272" y="452963"/>
                  </a:lnTo>
                  <a:cubicBezTo>
                    <a:pt x="78272" y="461917"/>
                    <a:pt x="85475" y="469107"/>
                    <a:pt x="94443" y="469107"/>
                  </a:cubicBezTo>
                  <a:lnTo>
                    <a:pt x="181141" y="469107"/>
                  </a:lnTo>
                  <a:lnTo>
                    <a:pt x="181141" y="587548"/>
                  </a:lnTo>
                  <a:cubicBezTo>
                    <a:pt x="181141" y="596502"/>
                    <a:pt x="173803" y="603828"/>
                    <a:pt x="164834" y="603828"/>
                  </a:cubicBezTo>
                  <a:lnTo>
                    <a:pt x="16307" y="603828"/>
                  </a:lnTo>
                  <a:cubicBezTo>
                    <a:pt x="7338" y="603828"/>
                    <a:pt x="0" y="596502"/>
                    <a:pt x="0" y="587548"/>
                  </a:cubicBezTo>
                  <a:lnTo>
                    <a:pt x="0" y="458796"/>
                  </a:lnTo>
                  <a:cubicBezTo>
                    <a:pt x="0" y="449842"/>
                    <a:pt x="7338" y="442516"/>
                    <a:pt x="16307" y="442516"/>
                  </a:cubicBezTo>
                  <a:close/>
                  <a:moveTo>
                    <a:pt x="311829" y="339702"/>
                  </a:moveTo>
                  <a:lnTo>
                    <a:pt x="343461" y="339702"/>
                  </a:lnTo>
                  <a:lnTo>
                    <a:pt x="377808" y="422969"/>
                  </a:lnTo>
                  <a:lnTo>
                    <a:pt x="346040" y="422969"/>
                  </a:lnTo>
                  <a:close/>
                  <a:moveTo>
                    <a:pt x="145806" y="339702"/>
                  </a:moveTo>
                  <a:lnTo>
                    <a:pt x="177472" y="339702"/>
                  </a:lnTo>
                  <a:lnTo>
                    <a:pt x="132216" y="449713"/>
                  </a:lnTo>
                  <a:lnTo>
                    <a:pt x="100415" y="449713"/>
                  </a:lnTo>
                  <a:close/>
                  <a:moveTo>
                    <a:pt x="270626" y="0"/>
                  </a:moveTo>
                  <a:cubicBezTo>
                    <a:pt x="324284" y="0"/>
                    <a:pt x="370606" y="36352"/>
                    <a:pt x="383104" y="88302"/>
                  </a:cubicBezTo>
                  <a:lnTo>
                    <a:pt x="384326" y="93321"/>
                  </a:lnTo>
                  <a:lnTo>
                    <a:pt x="389217" y="94813"/>
                  </a:lnTo>
                  <a:cubicBezTo>
                    <a:pt x="437712" y="110005"/>
                    <a:pt x="470178" y="154359"/>
                    <a:pt x="470178" y="205224"/>
                  </a:cubicBezTo>
                  <a:cubicBezTo>
                    <a:pt x="470178" y="268975"/>
                    <a:pt x="418287" y="320790"/>
                    <a:pt x="354441" y="320790"/>
                  </a:cubicBezTo>
                  <a:lnTo>
                    <a:pt x="134785" y="320790"/>
                  </a:lnTo>
                  <a:cubicBezTo>
                    <a:pt x="70939" y="320790"/>
                    <a:pt x="18912" y="268975"/>
                    <a:pt x="18912" y="205224"/>
                  </a:cubicBezTo>
                  <a:cubicBezTo>
                    <a:pt x="18912" y="141473"/>
                    <a:pt x="70939" y="89523"/>
                    <a:pt x="134785" y="89523"/>
                  </a:cubicBezTo>
                  <a:cubicBezTo>
                    <a:pt x="139539" y="89523"/>
                    <a:pt x="144565" y="89930"/>
                    <a:pt x="149320" y="90472"/>
                  </a:cubicBezTo>
                  <a:lnTo>
                    <a:pt x="157063" y="91422"/>
                  </a:lnTo>
                  <a:lnTo>
                    <a:pt x="159236" y="83962"/>
                  </a:lnTo>
                  <a:cubicBezTo>
                    <a:pt x="173228" y="34588"/>
                    <a:pt x="219007" y="0"/>
                    <a:pt x="270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4206" y="2166"/>
              <a:ext cx="11808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使用</a:t>
              </a:r>
              <a:r>
                <a:rPr lang="en-US" altLang="zh-CN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Node.js</a:t>
              </a:r>
              <a:r>
                <a:rPr lang="zh-CN" altLang="en-US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进行数据增、删、改和查操作。</a:t>
              </a:r>
              <a:endPara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4" name="矩形: 圆角 43"/>
          <p:cNvSpPr/>
          <p:nvPr>
            <p:custDataLst>
              <p:tags r:id="rId6"/>
            </p:custDataLst>
          </p:nvPr>
        </p:nvSpPr>
        <p:spPr>
          <a:xfrm>
            <a:off x="1384049" y="2530266"/>
            <a:ext cx="2185261" cy="87143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安装加载</a:t>
            </a:r>
            <a:endParaRPr lang="en-US" altLang="zh-CN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en-US" altLang="zh-CN" b="1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mysql</a:t>
            </a:r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endParaRPr lang="zh-CN" altLang="en-US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" name="矩形: 圆角 44"/>
          <p:cNvSpPr/>
          <p:nvPr>
            <p:custDataLst>
              <p:tags r:id="rId7"/>
            </p:custDataLst>
          </p:nvPr>
        </p:nvSpPr>
        <p:spPr>
          <a:xfrm>
            <a:off x="4848537" y="2530266"/>
            <a:ext cx="2185261" cy="87143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连接</a:t>
            </a:r>
            <a:endParaRPr lang="en-US" altLang="zh-CN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MySQL</a:t>
            </a:r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</a:t>
            </a:r>
            <a:endParaRPr lang="zh-CN" altLang="en-US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矩形: 圆角 52"/>
          <p:cNvSpPr/>
          <p:nvPr>
            <p:custDataLst>
              <p:tags r:id="rId8"/>
            </p:custDataLst>
          </p:nvPr>
        </p:nvSpPr>
        <p:spPr>
          <a:xfrm>
            <a:off x="4848537" y="3927673"/>
            <a:ext cx="2185261" cy="87143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处理结果集</a:t>
            </a:r>
            <a:endParaRPr lang="zh-CN" altLang="en-US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: 圆角 64"/>
          <p:cNvSpPr/>
          <p:nvPr>
            <p:custDataLst>
              <p:tags r:id="rId9"/>
            </p:custDataLst>
          </p:nvPr>
        </p:nvSpPr>
        <p:spPr>
          <a:xfrm>
            <a:off x="4848537" y="4905350"/>
            <a:ext cx="2185261" cy="87143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分析处理结果</a:t>
            </a:r>
            <a:endParaRPr lang="zh-CN" altLang="en-US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68"/>
          <p:cNvSpPr/>
          <p:nvPr>
            <p:custDataLst>
              <p:tags r:id="rId10"/>
            </p:custDataLst>
          </p:nvPr>
        </p:nvSpPr>
        <p:spPr>
          <a:xfrm>
            <a:off x="8655383" y="2491106"/>
            <a:ext cx="2185261" cy="87143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选择数据库</a:t>
            </a:r>
            <a:endParaRPr lang="zh-CN" altLang="en-US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: 圆角 73"/>
          <p:cNvSpPr/>
          <p:nvPr>
            <p:custDataLst>
              <p:tags r:id="rId11"/>
            </p:custDataLst>
          </p:nvPr>
        </p:nvSpPr>
        <p:spPr>
          <a:xfrm>
            <a:off x="8655383" y="4331003"/>
            <a:ext cx="2185261" cy="87143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构造并传递</a:t>
            </a:r>
            <a:endParaRPr lang="en-US" altLang="zh-CN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</a:t>
            </a:r>
            <a:r>
              <a: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</a:t>
            </a:r>
            <a:endParaRPr lang="zh-CN" altLang="en-US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" name="箭头: 右 74"/>
          <p:cNvSpPr/>
          <p:nvPr>
            <p:custDataLst>
              <p:tags r:id="rId12"/>
            </p:custDataLst>
          </p:nvPr>
        </p:nvSpPr>
        <p:spPr>
          <a:xfrm>
            <a:off x="3696553" y="2786575"/>
            <a:ext cx="1008000" cy="2880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箭头: 右 75"/>
          <p:cNvSpPr/>
          <p:nvPr>
            <p:custDataLst>
              <p:tags r:id="rId13"/>
            </p:custDataLst>
          </p:nvPr>
        </p:nvSpPr>
        <p:spPr>
          <a:xfrm>
            <a:off x="7288770" y="2780742"/>
            <a:ext cx="1008000" cy="2880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箭头: 右 76"/>
          <p:cNvSpPr/>
          <p:nvPr>
            <p:custDataLst>
              <p:tags r:id="rId14"/>
            </p:custDataLst>
          </p:nvPr>
        </p:nvSpPr>
        <p:spPr>
          <a:xfrm rot="5400000">
            <a:off x="9301911" y="3682398"/>
            <a:ext cx="767532" cy="2880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箭头: 右 77"/>
          <p:cNvSpPr/>
          <p:nvPr>
            <p:custDataLst>
              <p:tags r:id="rId15"/>
            </p:custDataLst>
          </p:nvPr>
        </p:nvSpPr>
        <p:spPr>
          <a:xfrm rot="11220827">
            <a:off x="7257873" y="4436338"/>
            <a:ext cx="1008000" cy="2880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箭头: 右 78"/>
          <p:cNvSpPr/>
          <p:nvPr>
            <p:custDataLst>
              <p:tags r:id="rId16"/>
            </p:custDataLst>
          </p:nvPr>
        </p:nvSpPr>
        <p:spPr>
          <a:xfrm rot="9751608">
            <a:off x="7269398" y="4975427"/>
            <a:ext cx="1008000" cy="2880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17"/>
            </p:custDataLst>
          </p:nvPr>
        </p:nvSpPr>
        <p:spPr>
          <a:xfrm rot="397077">
            <a:off x="6658662" y="4035817"/>
            <a:ext cx="214642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18"/>
            </p:custDataLst>
          </p:nvPr>
        </p:nvSpPr>
        <p:spPr>
          <a:xfrm rot="20472117">
            <a:off x="6840170" y="5216508"/>
            <a:ext cx="214642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增、删、改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: 圆角 81"/>
          <p:cNvSpPr/>
          <p:nvPr>
            <p:custDataLst>
              <p:tags r:id="rId19"/>
            </p:custDataLst>
          </p:nvPr>
        </p:nvSpPr>
        <p:spPr>
          <a:xfrm>
            <a:off x="1146414" y="2257487"/>
            <a:ext cx="9934497" cy="3780058"/>
          </a:xfrm>
          <a:prstGeom prst="roundRect">
            <a:avLst/>
          </a:prstGeom>
          <a:noFill/>
          <a:ln w="28575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45" grpId="0" bldLvl="0" animBg="1"/>
      <p:bldP spid="53" grpId="0" bldLvl="0" animBg="1"/>
      <p:bldP spid="65" grpId="0" bldLvl="0" animBg="1"/>
      <p:bldP spid="69" grpId="0" bldLvl="0" animBg="1"/>
      <p:bldP spid="74" grpId="0" bldLvl="0" animBg="1"/>
      <p:bldP spid="75" grpId="0" bldLvl="0" animBg="1"/>
      <p:bldP spid="76" grpId="0" bldLvl="0" animBg="1"/>
      <p:bldP spid="77" grpId="0" bldLvl="0" animBg="1"/>
      <p:bldP spid="78" grpId="0" bldLvl="0" animBg="1"/>
      <p:bldP spid="79" grpId="0" bldLvl="0" animBg="1"/>
      <p:bldP spid="80" grpId="0"/>
      <p:bldP spid="81" grpId="0"/>
      <p:bldP spid="8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数据库操作实现思路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561740" y="2340748"/>
            <a:ext cx="10381640" cy="1623695"/>
            <a:chOff x="775024" y="1773202"/>
            <a:chExt cx="10381640" cy="1623695"/>
          </a:xfrm>
        </p:grpSpPr>
        <p:sp>
          <p:nvSpPr>
            <p:cNvPr id="2" name="文本框 1"/>
            <p:cNvSpPr txBox="1"/>
            <p:nvPr/>
          </p:nvSpPr>
          <p:spPr>
            <a:xfrm>
              <a:off x="1647278" y="2359343"/>
              <a:ext cx="3769673" cy="49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创建数据库连接对象</a:t>
              </a:r>
              <a:endPara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圆角矩形 30"/>
            <p:cNvSpPr/>
            <p:nvPr/>
          </p:nvSpPr>
          <p:spPr>
            <a:xfrm>
              <a:off x="775024" y="2440077"/>
              <a:ext cx="723145" cy="411508"/>
            </a:xfrm>
            <a:prstGeom prst="roundRect">
              <a:avLst/>
            </a:prstGeom>
            <a:solidFill>
              <a:srgbClr val="0070C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179025" y="1773202"/>
              <a:ext cx="6977639" cy="1623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  <a:defRPr/>
              </a:pP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var conn = </a:t>
              </a:r>
              <a:r>
                <a:rPr lang="en-US" altLang="zh-CN" b="1" dirty="0" err="1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mysql.</a:t>
              </a:r>
              <a:r>
                <a:rPr lang="en-US" altLang="zh-CN" b="1" dirty="0" err="1">
                  <a:solidFill>
                    <a:srgbClr val="C0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createConnection</a:t>
              </a: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({     </a:t>
              </a:r>
              <a:endParaRPr lang="en-US" altLang="zh-CN" b="1" dirty="0">
                <a:solidFill>
                  <a:srgbClr val="262626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defRPr/>
              </a:pP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  </a:t>
              </a:r>
              <a:r>
                <a:rPr lang="en-US" altLang="zh-CN" sz="1400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host     : 'localhost',       </a:t>
              </a:r>
              <a:endParaRPr lang="en-US" altLang="zh-CN" sz="1400" b="1" dirty="0">
                <a:solidFill>
                  <a:srgbClr val="262626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defRPr/>
              </a:pPr>
              <a:r>
                <a:rPr lang="en-US" altLang="zh-CN" sz="1400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  user     : 'root',              </a:t>
              </a:r>
              <a:endParaRPr lang="en-US" altLang="zh-CN" sz="1400" b="1" dirty="0">
                <a:solidFill>
                  <a:srgbClr val="262626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defRPr/>
              </a:pPr>
              <a:r>
                <a:rPr lang="en-US" altLang="zh-CN" sz="1400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  password : '',   </a:t>
              </a:r>
              <a:r>
                <a:rPr lang="en-US" altLang="zh-CN" sz="1400" b="1" i="1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//</a:t>
              </a:r>
              <a:r>
                <a:rPr lang="zh-CN" altLang="en-US" sz="1400" b="1" i="1" dirty="0">
                  <a:solidFill>
                    <a:schemeClr val="bg1">
                      <a:lumMod val="75000"/>
                    </a:schemeClr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此处为自己数据库的密码</a:t>
              </a:r>
              <a:r>
                <a:rPr lang="zh-CN" altLang="en-US" sz="1400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    </a:t>
              </a:r>
              <a:endParaRPr lang="zh-CN" altLang="en-US" sz="1400" b="1" dirty="0">
                <a:solidFill>
                  <a:srgbClr val="262626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defRPr/>
              </a:pPr>
              <a:r>
                <a:rPr lang="en-US" altLang="zh-CN" sz="1400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  database : 'DuDaInfo' </a:t>
              </a:r>
              <a:endParaRPr lang="en-US" altLang="zh-CN" sz="1400" b="1" dirty="0">
                <a:solidFill>
                  <a:srgbClr val="262626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  <a:defRPr/>
              </a:pP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}); </a:t>
              </a:r>
              <a:endParaRPr lang="en-US" altLang="zh-CN" b="1" dirty="0">
                <a:solidFill>
                  <a:srgbClr val="262626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561740" y="5243373"/>
            <a:ext cx="10093618" cy="909869"/>
            <a:chOff x="775024" y="2314189"/>
            <a:chExt cx="10093618" cy="909869"/>
          </a:xfrm>
        </p:grpSpPr>
        <p:sp>
          <p:nvSpPr>
            <p:cNvPr id="5" name="文本框 4"/>
            <p:cNvSpPr txBox="1"/>
            <p:nvPr/>
          </p:nvSpPr>
          <p:spPr>
            <a:xfrm>
              <a:off x="1647278" y="2314189"/>
              <a:ext cx="5895371" cy="49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query()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方法执行，参数为</a:t>
              </a:r>
              <a:r>
                <a:rPr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48"/>
            <p:cNvSpPr/>
            <p:nvPr/>
          </p:nvSpPr>
          <p:spPr>
            <a:xfrm>
              <a:off x="775024" y="2440077"/>
              <a:ext cx="723145" cy="411508"/>
            </a:xfrm>
            <a:prstGeom prst="roundRect">
              <a:avLst/>
            </a:prstGeom>
            <a:solidFill>
              <a:srgbClr val="0070C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125025" y="2717328"/>
              <a:ext cx="6743617" cy="506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altLang="zh-CN" b="1" dirty="0" err="1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conn.</a:t>
              </a:r>
              <a:r>
                <a:rPr lang="en-US" altLang="zh-CN" b="1" dirty="0" err="1">
                  <a:solidFill>
                    <a:srgbClr val="C0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query</a:t>
              </a: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</a:t>
              </a:r>
              <a:r>
                <a:rPr lang="en-US" altLang="zh-CN" b="1" dirty="0" err="1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sql,function</a:t>
              </a: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</a:t>
              </a:r>
              <a:r>
                <a:rPr lang="en-US" altLang="zh-CN" b="1" dirty="0" err="1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error,</a:t>
              </a:r>
              <a:r>
                <a:rPr lang="en-US" altLang="zh-CN" b="1" u="sng" dirty="0" err="1">
                  <a:solidFill>
                    <a:srgbClr val="C0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result</a:t>
              </a: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));</a:t>
              </a:r>
              <a:endParaRPr lang="en-US" altLang="zh-CN" b="1" dirty="0">
                <a:solidFill>
                  <a:srgbClr val="262626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561740" y="1652295"/>
            <a:ext cx="7613513" cy="526042"/>
            <a:chOff x="775024" y="2136660"/>
            <a:chExt cx="7613513" cy="526042"/>
          </a:xfrm>
        </p:grpSpPr>
        <p:sp>
          <p:nvSpPr>
            <p:cNvPr id="10" name="文本框 9"/>
            <p:cNvSpPr txBox="1"/>
            <p:nvPr/>
          </p:nvSpPr>
          <p:spPr>
            <a:xfrm>
              <a:off x="1647278" y="2163078"/>
              <a:ext cx="3769673" cy="49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加载</a:t>
              </a:r>
              <a:r>
                <a:rPr lang="en-US" altLang="zh-CN" sz="20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圆角矩形 52"/>
            <p:cNvSpPr/>
            <p:nvPr/>
          </p:nvSpPr>
          <p:spPr>
            <a:xfrm>
              <a:off x="775024" y="2251194"/>
              <a:ext cx="723145" cy="41150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179025" y="2136660"/>
              <a:ext cx="4209512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var </a:t>
              </a:r>
              <a:r>
                <a:rPr lang="en-US" altLang="zh-CN" b="1" dirty="0" err="1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mysql</a:t>
              </a: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  = </a:t>
              </a:r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require</a:t>
              </a: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('</a:t>
              </a:r>
              <a:r>
                <a:rPr lang="en-US" altLang="zh-CN" b="1" dirty="0" err="1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mysql</a:t>
              </a: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'); </a:t>
              </a:r>
              <a:endParaRPr lang="en-US" altLang="zh-CN" b="1" dirty="0">
                <a:solidFill>
                  <a:srgbClr val="262626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561740" y="4189675"/>
            <a:ext cx="10093621" cy="522324"/>
            <a:chOff x="648333" y="4415801"/>
            <a:chExt cx="10093621" cy="522324"/>
          </a:xfrm>
        </p:grpSpPr>
        <p:grpSp>
          <p:nvGrpSpPr>
            <p:cNvPr id="36" name="组合 35"/>
            <p:cNvGrpSpPr/>
            <p:nvPr/>
          </p:nvGrpSpPr>
          <p:grpSpPr>
            <a:xfrm>
              <a:off x="648333" y="4415801"/>
              <a:ext cx="4641927" cy="522324"/>
              <a:chOff x="775024" y="2329261"/>
              <a:chExt cx="4641927" cy="522324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1647278" y="2329261"/>
                <a:ext cx="3769673" cy="499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构造</a:t>
                </a:r>
                <a:r>
                  <a:rPr lang="en-US" altLang="zh-CN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SQL</a:t>
                </a:r>
                <a:r>
                  <a:rPr lang="zh-CN" altLang="en-US" sz="20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语句 </a:t>
                </a:r>
                <a:endPara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圆角矩形 43"/>
              <p:cNvSpPr/>
              <p:nvPr/>
            </p:nvSpPr>
            <p:spPr>
              <a:xfrm>
                <a:off x="775024" y="2440077"/>
                <a:ext cx="723145" cy="411508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altLang="zh-CN" sz="1600" b="1" spc="3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998335" y="4415801"/>
              <a:ext cx="6743619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altLang="zh-CN" b="1" dirty="0" err="1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sql</a:t>
              </a: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 = '</a:t>
              </a:r>
              <a:r>
                <a:rPr lang="en-US" altLang="zh-CN" b="1" dirty="0">
                  <a:solidFill>
                    <a:srgbClr val="C0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insert / delete /update / select </a:t>
              </a:r>
              <a:r>
                <a:rPr lang="en-US" altLang="zh-CN" b="1" dirty="0">
                  <a:solidFill>
                    <a:srgbClr val="262626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</a:rPr>
                <a:t>……';</a:t>
              </a:r>
              <a:endParaRPr lang="en-US" altLang="zh-CN" b="1" dirty="0">
                <a:solidFill>
                  <a:srgbClr val="262626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22254" y="1053740"/>
            <a:ext cx="553644" cy="5230945"/>
            <a:chOff x="341381" y="1039226"/>
            <a:chExt cx="553644" cy="5230945"/>
          </a:xfrm>
        </p:grpSpPr>
        <p:cxnSp>
          <p:nvCxnSpPr>
            <p:cNvPr id="18" name="ïsľïḋé"/>
            <p:cNvCxnSpPr/>
            <p:nvPr/>
          </p:nvCxnSpPr>
          <p:spPr>
            <a:xfrm>
              <a:off x="618203" y="1533534"/>
              <a:ext cx="0" cy="4736637"/>
            </a:xfrm>
            <a:prstGeom prst="line">
              <a:avLst/>
            </a:prstGeom>
            <a:ln w="2222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íś1îḍé"/>
            <p:cNvSpPr/>
            <p:nvPr/>
          </p:nvSpPr>
          <p:spPr>
            <a:xfrm>
              <a:off x="546203" y="1902966"/>
              <a:ext cx="144000" cy="144000"/>
            </a:xfrm>
            <a:prstGeom prst="ellipse">
              <a:avLst/>
            </a:prstGeom>
            <a:ln w="38100">
              <a:solidFill>
                <a:schemeClr val="bg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20" name="íś1îḍé"/>
            <p:cNvSpPr/>
            <p:nvPr/>
          </p:nvSpPr>
          <p:spPr>
            <a:xfrm>
              <a:off x="553463" y="3085886"/>
              <a:ext cx="144000" cy="144000"/>
            </a:xfrm>
            <a:prstGeom prst="ellipse">
              <a:avLst/>
            </a:prstGeom>
            <a:ln w="38100">
              <a:solidFill>
                <a:schemeClr val="bg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21" name="íś1îḍé"/>
            <p:cNvSpPr/>
            <p:nvPr/>
          </p:nvSpPr>
          <p:spPr>
            <a:xfrm>
              <a:off x="560721" y="4370395"/>
              <a:ext cx="144000" cy="144000"/>
            </a:xfrm>
            <a:prstGeom prst="ellipse">
              <a:avLst/>
            </a:prstGeom>
            <a:ln w="38100">
              <a:solidFill>
                <a:schemeClr val="bg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22" name="íś1îḍé"/>
            <p:cNvSpPr/>
            <p:nvPr/>
          </p:nvSpPr>
          <p:spPr>
            <a:xfrm>
              <a:off x="546209" y="5487998"/>
              <a:ext cx="144000" cy="144000"/>
            </a:xfrm>
            <a:prstGeom prst="ellipse">
              <a:avLst/>
            </a:prstGeom>
            <a:ln w="38100">
              <a:solidFill>
                <a:schemeClr val="bg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/>
            </a:p>
          </p:txBody>
        </p:sp>
        <p:sp>
          <p:nvSpPr>
            <p:cNvPr id="23" name="iṧļíḋe"/>
            <p:cNvSpPr/>
            <p:nvPr/>
          </p:nvSpPr>
          <p:spPr>
            <a:xfrm>
              <a:off x="341381" y="1039226"/>
              <a:ext cx="553644" cy="55364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24" name="iṣḷiďê"/>
          <p:cNvSpPr/>
          <p:nvPr/>
        </p:nvSpPr>
        <p:spPr bwMode="auto">
          <a:xfrm>
            <a:off x="960760" y="120834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456055" y="2781300"/>
            <a:ext cx="7653655" cy="1598295"/>
            <a:chOff x="2293" y="4380"/>
            <a:chExt cx="12053" cy="2517"/>
          </a:xfrm>
        </p:grpSpPr>
        <p:sp>
          <p:nvSpPr>
            <p:cNvPr id="52" name="PA-矩形 51"/>
            <p:cNvSpPr/>
            <p:nvPr>
              <p:custDataLst>
                <p:tags r:id="rId3"/>
              </p:custDataLst>
            </p:nvPr>
          </p:nvSpPr>
          <p:spPr>
            <a:xfrm>
              <a:off x="2293" y="4380"/>
              <a:ext cx="12053" cy="2517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PA-椭圆 5"/>
            <p:cNvSpPr/>
            <p:nvPr>
              <p:custDataLst>
                <p:tags r:id="rId4"/>
              </p:custDataLst>
            </p:nvPr>
          </p:nvSpPr>
          <p:spPr>
            <a:xfrm>
              <a:off x="2778" y="4920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PA-椭圆 6"/>
            <p:cNvSpPr/>
            <p:nvPr>
              <p:custDataLst>
                <p:tags r:id="rId5"/>
              </p:custDataLst>
            </p:nvPr>
          </p:nvSpPr>
          <p:spPr>
            <a:xfrm>
              <a:off x="2851" y="4994"/>
              <a:ext cx="991" cy="991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PA-任意多边形 78"/>
            <p:cNvSpPr/>
            <p:nvPr>
              <p:custDataLst>
                <p:tags r:id="rId6"/>
              </p:custDataLst>
            </p:nvPr>
          </p:nvSpPr>
          <p:spPr bwMode="auto">
            <a:xfrm>
              <a:off x="3264" y="5401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PA-任意多边形 79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204" y="5185"/>
              <a:ext cx="410" cy="280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PA-任意多边形 80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052" y="5269"/>
              <a:ext cx="277" cy="479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PA-矩形 26"/>
            <p:cNvSpPr/>
            <p:nvPr>
              <p:custDataLst>
                <p:tags r:id="rId9"/>
              </p:custDataLst>
            </p:nvPr>
          </p:nvSpPr>
          <p:spPr>
            <a:xfrm>
              <a:off x="4317" y="5539"/>
              <a:ext cx="9719" cy="738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var s</a:t>
              </a:r>
              <a:r>
                <a:rPr lang="en-US" altLang="zh-CN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ql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= '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SELECT * 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FROM product where </a:t>
              </a:r>
              <a:r>
                <a:rPr lang="en-US" altLang="zh-CN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id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=' + p</a:t>
              </a:r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id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;</a:t>
              </a:r>
              <a:endPara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PA-文本框 59"/>
            <p:cNvSpPr txBox="1"/>
            <p:nvPr>
              <p:custDataLst>
                <p:tags r:id="rId10"/>
              </p:custDataLst>
            </p:nvPr>
          </p:nvSpPr>
          <p:spPr>
            <a:xfrm>
              <a:off x="4317" y="4833"/>
              <a:ext cx="6430" cy="127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一般拼接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语句，拼接变量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56055" y="1462405"/>
            <a:ext cx="7653020" cy="1464310"/>
            <a:chOff x="2293" y="2303"/>
            <a:chExt cx="12052" cy="2306"/>
          </a:xfrm>
        </p:grpSpPr>
        <p:sp>
          <p:nvSpPr>
            <p:cNvPr id="55" name="PA-矩形 54"/>
            <p:cNvSpPr/>
            <p:nvPr>
              <p:custDataLst>
                <p:tags r:id="rId11"/>
              </p:custDataLst>
            </p:nvPr>
          </p:nvSpPr>
          <p:spPr>
            <a:xfrm>
              <a:off x="2293" y="2303"/>
              <a:ext cx="12052" cy="2306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PA-椭圆 8"/>
            <p:cNvSpPr/>
            <p:nvPr>
              <p:custDataLst>
                <p:tags r:id="rId12"/>
              </p:custDataLst>
            </p:nvPr>
          </p:nvSpPr>
          <p:spPr>
            <a:xfrm>
              <a:off x="2737" y="2488"/>
              <a:ext cx="1121" cy="112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PA-椭圆 9"/>
            <p:cNvSpPr/>
            <p:nvPr>
              <p:custDataLst>
                <p:tags r:id="rId13"/>
              </p:custDataLst>
            </p:nvPr>
          </p:nvSpPr>
          <p:spPr>
            <a:xfrm>
              <a:off x="2810" y="2562"/>
              <a:ext cx="991" cy="990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PA-任意多边形 81"/>
            <p:cNvSpPr/>
            <p:nvPr>
              <p:custDataLst>
                <p:tags r:id="rId14"/>
              </p:custDataLst>
            </p:nvPr>
          </p:nvSpPr>
          <p:spPr bwMode="auto">
            <a:xfrm>
              <a:off x="3437" y="2734"/>
              <a:ext cx="197" cy="197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PA-任意多边形 8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2985" y="2791"/>
              <a:ext cx="588" cy="602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PA-任意多边形 83"/>
            <p:cNvSpPr/>
            <p:nvPr>
              <p:custDataLst>
                <p:tags r:id="rId16"/>
              </p:custDataLst>
            </p:nvPr>
          </p:nvSpPr>
          <p:spPr bwMode="auto">
            <a:xfrm>
              <a:off x="3165" y="2970"/>
              <a:ext cx="140" cy="251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PA-任意多边形 84"/>
            <p:cNvSpPr/>
            <p:nvPr>
              <p:custDataLst>
                <p:tags r:id="rId17"/>
              </p:custDataLst>
            </p:nvPr>
          </p:nvSpPr>
          <p:spPr bwMode="auto">
            <a:xfrm>
              <a:off x="2941" y="2734"/>
              <a:ext cx="196" cy="197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PA-矩形 28"/>
            <p:cNvSpPr/>
            <p:nvPr>
              <p:custDataLst>
                <p:tags r:id="rId18"/>
              </p:custDataLst>
            </p:nvPr>
          </p:nvSpPr>
          <p:spPr>
            <a:xfrm>
              <a:off x="4276" y="3088"/>
              <a:ext cx="8816" cy="67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s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ql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= 'SELECT * FROM product' ;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PA-文本框 68"/>
            <p:cNvSpPr txBox="1"/>
            <p:nvPr>
              <p:custDataLst>
                <p:tags r:id="rId19"/>
              </p:custDataLst>
            </p:nvPr>
          </p:nvSpPr>
          <p:spPr>
            <a:xfrm>
              <a:off x="4276" y="2382"/>
              <a:ext cx="6758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完整的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语句，如查全表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828652" y="200499"/>
            <a:ext cx="384937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数据库操作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语句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73284" y="3014907"/>
            <a:ext cx="1558493" cy="8208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0" name="图片 49"/>
          <p:cNvPicPr/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1456055" y="4209415"/>
            <a:ext cx="7653655" cy="1464310"/>
            <a:chOff x="2293" y="6629"/>
            <a:chExt cx="12053" cy="2306"/>
          </a:xfrm>
        </p:grpSpPr>
        <p:sp>
          <p:nvSpPr>
            <p:cNvPr id="70" name="PA-矩形 54"/>
            <p:cNvSpPr/>
            <p:nvPr>
              <p:custDataLst>
                <p:tags r:id="rId22"/>
              </p:custDataLst>
            </p:nvPr>
          </p:nvSpPr>
          <p:spPr>
            <a:xfrm>
              <a:off x="2293" y="6629"/>
              <a:ext cx="12053" cy="2306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PA-椭圆 8"/>
            <p:cNvSpPr/>
            <p:nvPr>
              <p:custDataLst>
                <p:tags r:id="rId23"/>
              </p:custDataLst>
            </p:nvPr>
          </p:nvSpPr>
          <p:spPr>
            <a:xfrm>
              <a:off x="2785" y="7402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1" name="PA-椭圆 9"/>
            <p:cNvSpPr/>
            <p:nvPr>
              <p:custDataLst>
                <p:tags r:id="rId24"/>
              </p:custDataLst>
            </p:nvPr>
          </p:nvSpPr>
          <p:spPr>
            <a:xfrm>
              <a:off x="2858" y="7476"/>
              <a:ext cx="991" cy="991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6" name="PA-任意多边形 81"/>
            <p:cNvSpPr/>
            <p:nvPr>
              <p:custDataLst>
                <p:tags r:id="rId25"/>
              </p:custDataLst>
            </p:nvPr>
          </p:nvSpPr>
          <p:spPr bwMode="auto">
            <a:xfrm>
              <a:off x="3485" y="7648"/>
              <a:ext cx="197" cy="197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7" name="PA-任意多边形 82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3033" y="7705"/>
              <a:ext cx="588" cy="602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8" name="PA-任意多边形 83"/>
            <p:cNvSpPr/>
            <p:nvPr>
              <p:custDataLst>
                <p:tags r:id="rId27"/>
              </p:custDataLst>
            </p:nvPr>
          </p:nvSpPr>
          <p:spPr bwMode="auto">
            <a:xfrm>
              <a:off x="3213" y="7884"/>
              <a:ext cx="140" cy="251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9" name="PA-任意多边形 84"/>
            <p:cNvSpPr/>
            <p:nvPr>
              <p:custDataLst>
                <p:tags r:id="rId28"/>
              </p:custDataLst>
            </p:nvPr>
          </p:nvSpPr>
          <p:spPr bwMode="auto">
            <a:xfrm>
              <a:off x="2989" y="7648"/>
              <a:ext cx="196" cy="197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4" name="PA-矩形 28"/>
            <p:cNvSpPr/>
            <p:nvPr>
              <p:custDataLst>
                <p:tags r:id="rId29"/>
              </p:custDataLst>
            </p:nvPr>
          </p:nvSpPr>
          <p:spPr>
            <a:xfrm>
              <a:off x="4324" y="8002"/>
              <a:ext cx="9603" cy="738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= '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SELECT * 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FROM product where </a:t>
              </a:r>
              <a:r>
                <a:rPr lang="en-US" altLang="zh-CN" b="1" dirty="0" err="1">
                  <a:solidFill>
                    <a:schemeClr val="dk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id</a:t>
              </a:r>
              <a:r>
                <a:rPr lang="en-US" altLang="zh-CN" b="1" dirty="0">
                  <a:solidFill>
                    <a:schemeClr val="dk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=</a:t>
              </a:r>
              <a:r>
                <a:rPr lang="en-US" altLang="zh-CN" sz="2000" b="1" dirty="0">
                  <a:solidFill>
                    <a:schemeClr val="dk1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?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' ;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PA-文本框 68"/>
            <p:cNvSpPr txBox="1"/>
            <p:nvPr>
              <p:custDataLst>
                <p:tags r:id="rId30"/>
              </p:custDataLst>
            </p:nvPr>
          </p:nvSpPr>
          <p:spPr>
            <a:xfrm>
              <a:off x="4324" y="7296"/>
              <a:ext cx="6757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参数化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语句，？占位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73284" y="4761310"/>
            <a:ext cx="1558493" cy="8581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7" name="文本框 67"/>
          <p:cNvSpPr txBox="1"/>
          <p:nvPr/>
        </p:nvSpPr>
        <p:spPr>
          <a:xfrm rot="20195417">
            <a:off x="6127854" y="5082509"/>
            <a:ext cx="1500448" cy="583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推荐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3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数据库操作方法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4" name="表格 23"/>
          <p:cNvGraphicFramePr/>
          <p:nvPr>
            <p:custDataLst>
              <p:tags r:id="rId3"/>
            </p:custDataLst>
          </p:nvPr>
        </p:nvGraphicFramePr>
        <p:xfrm>
          <a:off x="841588" y="1950291"/>
          <a:ext cx="10777218" cy="2049945"/>
        </p:xfrm>
        <a:graphic>
          <a:graphicData uri="http://schemas.openxmlformats.org/drawingml/2006/table">
            <a:tbl>
              <a:tblPr firstRow="1" bandRow="1"/>
              <a:tblGrid>
                <a:gridCol w="4263421"/>
                <a:gridCol w="6513797"/>
              </a:tblGrid>
              <a:tr h="4697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方法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含义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4578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connect()</a:t>
                      </a:r>
                      <a:endParaRPr lang="en-US" altLang="zh-CN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连接数据库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22273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query</a:t>
                      </a:r>
                      <a:r>
                        <a:rPr lang="en-US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(</a:t>
                      </a:r>
                      <a:r>
                        <a:rPr lang="en-US" altLang="en-US" sz="1800" b="0" dirty="0" err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sqlString</a:t>
                      </a:r>
                      <a:r>
                        <a:rPr lang="en-US" altLang="en-US" sz="18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, [values, ] callback</a:t>
                      </a:r>
                      <a:r>
                        <a:rPr lang="en-US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)</a:t>
                      </a:r>
                      <a:endParaRPr lang="en-US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  <a:p>
                      <a:pPr indent="0" algn="l">
                        <a:buNone/>
                      </a:pPr>
                      <a:endParaRPr lang="en-US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对数据库中数据进行操作（增删改查）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--</a:t>
                      </a:r>
                      <a:r>
                        <a:rPr lang="en-US" altLang="en-US" sz="1600" b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sqlString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-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要执行的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SQL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语句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--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values－{Array}，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可选参数，应用到查询占位符的值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--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callback－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回调函数 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function (error, result, fields) {}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" name="矩形 44"/>
          <p:cNvSpPr/>
          <p:nvPr/>
        </p:nvSpPr>
        <p:spPr>
          <a:xfrm>
            <a:off x="681990" y="2877820"/>
            <a:ext cx="11089005" cy="133921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>
            <p:custDataLst>
              <p:tags r:id="rId4"/>
            </p:custDataLst>
          </p:nvPr>
        </p:nvSpPr>
        <p:spPr>
          <a:xfrm>
            <a:off x="1297305" y="1073785"/>
            <a:ext cx="25361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connection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对象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Isosceles Triangle 2_1"/>
          <p:cNvSpPr/>
          <p:nvPr>
            <p:custDataLst>
              <p:tags r:id="rId5"/>
            </p:custDataLst>
          </p:nvPr>
        </p:nvSpPr>
        <p:spPr>
          <a:xfrm rot="16200000" flipV="1">
            <a:off x="915670" y="12160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97560" y="4502150"/>
            <a:ext cx="9295765" cy="711200"/>
            <a:chOff x="1256" y="7090"/>
            <a:chExt cx="14639" cy="1120"/>
          </a:xfrm>
        </p:grpSpPr>
        <p:sp>
          <p:nvSpPr>
            <p:cNvPr id="63" name="PA-椭圆 8"/>
            <p:cNvSpPr/>
            <p:nvPr>
              <p:custDataLst>
                <p:tags r:id="rId6"/>
              </p:custDataLst>
            </p:nvPr>
          </p:nvSpPr>
          <p:spPr>
            <a:xfrm>
              <a:off x="1256" y="7090"/>
              <a:ext cx="1197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4" name="PA-椭圆 9"/>
            <p:cNvSpPr/>
            <p:nvPr>
              <p:custDataLst>
                <p:tags r:id="rId7"/>
              </p:custDataLst>
            </p:nvPr>
          </p:nvSpPr>
          <p:spPr>
            <a:xfrm>
              <a:off x="1333" y="7164"/>
              <a:ext cx="1059" cy="991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9" name="PA-任意多边形 81"/>
            <p:cNvSpPr/>
            <p:nvPr>
              <p:custDataLst>
                <p:tags r:id="rId8"/>
              </p:custDataLst>
            </p:nvPr>
          </p:nvSpPr>
          <p:spPr bwMode="auto">
            <a:xfrm>
              <a:off x="2003" y="7336"/>
              <a:ext cx="211" cy="197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0" name="PA-任意多边形 82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1521" y="7393"/>
              <a:ext cx="628" cy="602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PA-任意多边形 83"/>
            <p:cNvSpPr/>
            <p:nvPr>
              <p:custDataLst>
                <p:tags r:id="rId10"/>
              </p:custDataLst>
            </p:nvPr>
          </p:nvSpPr>
          <p:spPr bwMode="auto">
            <a:xfrm>
              <a:off x="1713" y="7572"/>
              <a:ext cx="149" cy="251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2" name="PA-任意多边形 84"/>
            <p:cNvSpPr/>
            <p:nvPr>
              <p:custDataLst>
                <p:tags r:id="rId11"/>
              </p:custDataLst>
            </p:nvPr>
          </p:nvSpPr>
          <p:spPr bwMode="auto">
            <a:xfrm>
              <a:off x="1474" y="7336"/>
              <a:ext cx="209" cy="197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7" name="PA-矩形 28"/>
            <p:cNvSpPr/>
            <p:nvPr>
              <p:custDataLst>
                <p:tags r:id="rId12"/>
              </p:custDataLst>
            </p:nvPr>
          </p:nvSpPr>
          <p:spPr>
            <a:xfrm>
              <a:off x="2773" y="7235"/>
              <a:ext cx="13123" cy="738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s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ql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= 'UPDATE product SET 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price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= 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?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, cat_id=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?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WHERE 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id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= 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?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' ;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1588529" y="5538985"/>
            <a:ext cx="624114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s</a:t>
            </a:r>
            <a:r>
              <a:rPr lang="en-US" altLang="zh-CN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qlParams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599, 2, 1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048000" y="3484728"/>
            <a:ext cx="0" cy="22267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H="1" flipV="1">
            <a:off x="2122035" y="3484728"/>
            <a:ext cx="395088" cy="132339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3256" y="5524338"/>
            <a:ext cx="1452829" cy="4294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865" y="1988820"/>
            <a:ext cx="6322060" cy="226758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5" name="组合 4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28" name="矩形 1"/>
            <p:cNvSpPr/>
            <p:nvPr>
              <p:custDataLst>
                <p:tags r:id="rId4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iconfont-1187-868615"/>
            <p:cNvSpPr/>
            <p:nvPr>
              <p:custDataLst>
                <p:tags r:id="rId5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2916595" y="1245950"/>
            <a:ext cx="7089387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表中</a:t>
            </a: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查询</a:t>
            </a:r>
            <a:r>
              <a:rPr 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所有</a:t>
            </a: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商品信息</a:t>
            </a:r>
            <a:r>
              <a:rPr 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，并显示在控制台。</a:t>
            </a:r>
            <a:endParaRPr 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5130" y="208567"/>
            <a:ext cx="39700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数据查询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-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全表查询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92735" y="2661920"/>
            <a:ext cx="3629660" cy="2824480"/>
            <a:chOff x="461" y="4192"/>
            <a:chExt cx="5716" cy="4448"/>
          </a:xfrm>
        </p:grpSpPr>
        <p:sp>
          <p:nvSpPr>
            <p:cNvPr id="55" name="任意多边形 5"/>
            <p:cNvSpPr/>
            <p:nvPr>
              <p:custDataLst>
                <p:tags r:id="rId6"/>
              </p:custDataLst>
            </p:nvPr>
          </p:nvSpPr>
          <p:spPr bwMode="auto">
            <a:xfrm>
              <a:off x="3513" y="4278"/>
              <a:ext cx="303" cy="69"/>
            </a:xfrm>
            <a:custGeom>
              <a:avLst/>
              <a:gdLst>
                <a:gd name="T0" fmla="*/ 48 w 56"/>
                <a:gd name="T1" fmla="*/ 16 h 16"/>
                <a:gd name="T2" fmla="*/ 8 w 56"/>
                <a:gd name="T3" fmla="*/ 16 h 16"/>
                <a:gd name="T4" fmla="*/ 0 w 56"/>
                <a:gd name="T5" fmla="*/ 8 h 16"/>
                <a:gd name="T6" fmla="*/ 0 w 56"/>
                <a:gd name="T7" fmla="*/ 8 h 16"/>
                <a:gd name="T8" fmla="*/ 8 w 56"/>
                <a:gd name="T9" fmla="*/ 0 h 16"/>
                <a:gd name="T10" fmla="*/ 48 w 56"/>
                <a:gd name="T11" fmla="*/ 0 h 16"/>
                <a:gd name="T12" fmla="*/ 56 w 56"/>
                <a:gd name="T13" fmla="*/ 8 h 16"/>
                <a:gd name="T14" fmla="*/ 56 w 56"/>
                <a:gd name="T15" fmla="*/ 8 h 16"/>
                <a:gd name="T16" fmla="*/ 48 w 56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6">
                  <a:moveTo>
                    <a:pt x="4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2" y="0"/>
                    <a:pt x="56" y="3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12"/>
                    <a:pt x="52" y="16"/>
                    <a:pt x="48" y="16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任意多边形 6"/>
            <p:cNvSpPr/>
            <p:nvPr>
              <p:custDataLst>
                <p:tags r:id="rId7"/>
              </p:custDataLst>
            </p:nvPr>
          </p:nvSpPr>
          <p:spPr bwMode="auto">
            <a:xfrm>
              <a:off x="3621" y="4192"/>
              <a:ext cx="86" cy="243"/>
            </a:xfrm>
            <a:custGeom>
              <a:avLst/>
              <a:gdLst>
                <a:gd name="T0" fmla="*/ 16 w 16"/>
                <a:gd name="T1" fmla="*/ 8 h 56"/>
                <a:gd name="T2" fmla="*/ 16 w 16"/>
                <a:gd name="T3" fmla="*/ 48 h 56"/>
                <a:gd name="T4" fmla="*/ 8 w 16"/>
                <a:gd name="T5" fmla="*/ 56 h 56"/>
                <a:gd name="T6" fmla="*/ 8 w 16"/>
                <a:gd name="T7" fmla="*/ 56 h 56"/>
                <a:gd name="T8" fmla="*/ 0 w 16"/>
                <a:gd name="T9" fmla="*/ 48 h 56"/>
                <a:gd name="T10" fmla="*/ 0 w 16"/>
                <a:gd name="T11" fmla="*/ 8 h 56"/>
                <a:gd name="T12" fmla="*/ 8 w 16"/>
                <a:gd name="T13" fmla="*/ 0 h 56"/>
                <a:gd name="T14" fmla="*/ 8 w 16"/>
                <a:gd name="T15" fmla="*/ 0 h 56"/>
                <a:gd name="T16" fmla="*/ 16 w 16"/>
                <a:gd name="T17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56">
                  <a:moveTo>
                    <a:pt x="16" y="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6" y="52"/>
                    <a:pt x="13" y="56"/>
                    <a:pt x="8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3" y="56"/>
                    <a:pt x="0" y="52"/>
                    <a:pt x="0" y="4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3" y="0"/>
                    <a:pt x="16" y="4"/>
                    <a:pt x="16" y="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任意多边形 7"/>
            <p:cNvSpPr/>
            <p:nvPr>
              <p:custDataLst>
                <p:tags r:id="rId8"/>
              </p:custDataLst>
            </p:nvPr>
          </p:nvSpPr>
          <p:spPr bwMode="auto">
            <a:xfrm>
              <a:off x="958" y="4335"/>
              <a:ext cx="1038" cy="1219"/>
            </a:xfrm>
            <a:custGeom>
              <a:avLst/>
              <a:gdLst>
                <a:gd name="T0" fmla="*/ 190 w 192"/>
                <a:gd name="T1" fmla="*/ 117 h 280"/>
                <a:gd name="T2" fmla="*/ 97 w 192"/>
                <a:gd name="T3" fmla="*/ 3 h 280"/>
                <a:gd name="T4" fmla="*/ 91 w 192"/>
                <a:gd name="T5" fmla="*/ 3 h 280"/>
                <a:gd name="T6" fmla="*/ 2 w 192"/>
                <a:gd name="T7" fmla="*/ 120 h 280"/>
                <a:gd name="T8" fmla="*/ 5 w 192"/>
                <a:gd name="T9" fmla="*/ 125 h 280"/>
                <a:gd name="T10" fmla="*/ 50 w 192"/>
                <a:gd name="T11" fmla="*/ 125 h 280"/>
                <a:gd name="T12" fmla="*/ 54 w 192"/>
                <a:gd name="T13" fmla="*/ 129 h 280"/>
                <a:gd name="T14" fmla="*/ 54 w 192"/>
                <a:gd name="T15" fmla="*/ 276 h 280"/>
                <a:gd name="T16" fmla="*/ 57 w 192"/>
                <a:gd name="T17" fmla="*/ 280 h 280"/>
                <a:gd name="T18" fmla="*/ 132 w 192"/>
                <a:gd name="T19" fmla="*/ 280 h 280"/>
                <a:gd name="T20" fmla="*/ 136 w 192"/>
                <a:gd name="T21" fmla="*/ 276 h 280"/>
                <a:gd name="T22" fmla="*/ 136 w 192"/>
                <a:gd name="T23" fmla="*/ 129 h 280"/>
                <a:gd name="T24" fmla="*/ 139 w 192"/>
                <a:gd name="T25" fmla="*/ 125 h 280"/>
                <a:gd name="T26" fmla="*/ 187 w 192"/>
                <a:gd name="T27" fmla="*/ 122 h 280"/>
                <a:gd name="T28" fmla="*/ 190 w 192"/>
                <a:gd name="T29" fmla="*/ 11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2" h="280">
                  <a:moveTo>
                    <a:pt x="190" y="117"/>
                  </a:moveTo>
                  <a:cubicBezTo>
                    <a:pt x="97" y="3"/>
                    <a:pt x="97" y="3"/>
                    <a:pt x="97" y="3"/>
                  </a:cubicBezTo>
                  <a:cubicBezTo>
                    <a:pt x="95" y="0"/>
                    <a:pt x="92" y="0"/>
                    <a:pt x="91" y="3"/>
                  </a:cubicBezTo>
                  <a:cubicBezTo>
                    <a:pt x="2" y="120"/>
                    <a:pt x="2" y="120"/>
                    <a:pt x="2" y="120"/>
                  </a:cubicBezTo>
                  <a:cubicBezTo>
                    <a:pt x="0" y="122"/>
                    <a:pt x="2" y="125"/>
                    <a:pt x="5" y="125"/>
                  </a:cubicBezTo>
                  <a:cubicBezTo>
                    <a:pt x="50" y="125"/>
                    <a:pt x="50" y="125"/>
                    <a:pt x="50" y="125"/>
                  </a:cubicBezTo>
                  <a:cubicBezTo>
                    <a:pt x="52" y="125"/>
                    <a:pt x="54" y="127"/>
                    <a:pt x="54" y="129"/>
                  </a:cubicBezTo>
                  <a:cubicBezTo>
                    <a:pt x="54" y="276"/>
                    <a:pt x="54" y="276"/>
                    <a:pt x="54" y="276"/>
                  </a:cubicBezTo>
                  <a:cubicBezTo>
                    <a:pt x="54" y="278"/>
                    <a:pt x="55" y="280"/>
                    <a:pt x="57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4" y="280"/>
                    <a:pt x="136" y="278"/>
                    <a:pt x="136" y="276"/>
                  </a:cubicBezTo>
                  <a:cubicBezTo>
                    <a:pt x="136" y="129"/>
                    <a:pt x="136" y="129"/>
                    <a:pt x="136" y="129"/>
                  </a:cubicBezTo>
                  <a:cubicBezTo>
                    <a:pt x="136" y="127"/>
                    <a:pt x="137" y="125"/>
                    <a:pt x="139" y="125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90" y="122"/>
                    <a:pt x="192" y="119"/>
                    <a:pt x="190" y="11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任意多边形 8"/>
            <p:cNvSpPr/>
            <p:nvPr>
              <p:custDataLst>
                <p:tags r:id="rId9"/>
              </p:custDataLst>
            </p:nvPr>
          </p:nvSpPr>
          <p:spPr bwMode="auto">
            <a:xfrm>
              <a:off x="2276" y="4361"/>
              <a:ext cx="848" cy="405"/>
            </a:xfrm>
            <a:custGeom>
              <a:avLst/>
              <a:gdLst>
                <a:gd name="T0" fmla="*/ 87 w 157"/>
                <a:gd name="T1" fmla="*/ 93 h 93"/>
                <a:gd name="T2" fmla="*/ 25 w 157"/>
                <a:gd name="T3" fmla="*/ 93 h 93"/>
                <a:gd name="T4" fmla="*/ 10 w 157"/>
                <a:gd name="T5" fmla="*/ 52 h 93"/>
                <a:gd name="T6" fmla="*/ 47 w 157"/>
                <a:gd name="T7" fmla="*/ 37 h 93"/>
                <a:gd name="T8" fmla="*/ 84 w 157"/>
                <a:gd name="T9" fmla="*/ 0 h 93"/>
                <a:gd name="T10" fmla="*/ 121 w 157"/>
                <a:gd name="T11" fmla="*/ 41 h 93"/>
                <a:gd name="T12" fmla="*/ 154 w 157"/>
                <a:gd name="T13" fmla="*/ 60 h 93"/>
                <a:gd name="T14" fmla="*/ 138 w 157"/>
                <a:gd name="T15" fmla="*/ 91 h 93"/>
                <a:gd name="T16" fmla="*/ 132 w 157"/>
                <a:gd name="T17" fmla="*/ 92 h 93"/>
                <a:gd name="T18" fmla="*/ 87 w 157"/>
                <a:gd name="T19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7" h="93">
                  <a:moveTo>
                    <a:pt x="87" y="93"/>
                  </a:moveTo>
                  <a:cubicBezTo>
                    <a:pt x="87" y="93"/>
                    <a:pt x="31" y="93"/>
                    <a:pt x="25" y="93"/>
                  </a:cubicBezTo>
                  <a:cubicBezTo>
                    <a:pt x="18" y="93"/>
                    <a:pt x="0" y="73"/>
                    <a:pt x="10" y="52"/>
                  </a:cubicBezTo>
                  <a:cubicBezTo>
                    <a:pt x="19" y="33"/>
                    <a:pt x="47" y="39"/>
                    <a:pt x="47" y="37"/>
                  </a:cubicBezTo>
                  <a:cubicBezTo>
                    <a:pt x="47" y="35"/>
                    <a:pt x="50" y="0"/>
                    <a:pt x="84" y="0"/>
                  </a:cubicBezTo>
                  <a:cubicBezTo>
                    <a:pt x="124" y="0"/>
                    <a:pt x="117" y="41"/>
                    <a:pt x="121" y="41"/>
                  </a:cubicBezTo>
                  <a:cubicBezTo>
                    <a:pt x="124" y="41"/>
                    <a:pt x="149" y="39"/>
                    <a:pt x="154" y="60"/>
                  </a:cubicBezTo>
                  <a:cubicBezTo>
                    <a:pt x="157" y="76"/>
                    <a:pt x="144" y="87"/>
                    <a:pt x="138" y="91"/>
                  </a:cubicBezTo>
                  <a:cubicBezTo>
                    <a:pt x="136" y="92"/>
                    <a:pt x="134" y="92"/>
                    <a:pt x="132" y="92"/>
                  </a:cubicBezTo>
                  <a:cubicBezTo>
                    <a:pt x="123" y="92"/>
                    <a:pt x="97" y="93"/>
                    <a:pt x="87" y="9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任意多边形 9"/>
            <p:cNvSpPr/>
            <p:nvPr>
              <p:custDataLst>
                <p:tags r:id="rId10"/>
              </p:custDataLst>
            </p:nvPr>
          </p:nvSpPr>
          <p:spPr bwMode="auto">
            <a:xfrm>
              <a:off x="4150" y="4404"/>
              <a:ext cx="649" cy="435"/>
            </a:xfrm>
            <a:custGeom>
              <a:avLst/>
              <a:gdLst>
                <a:gd name="T0" fmla="*/ 120 w 120"/>
                <a:gd name="T1" fmla="*/ 42 h 100"/>
                <a:gd name="T2" fmla="*/ 60 w 120"/>
                <a:gd name="T3" fmla="*/ 0 h 100"/>
                <a:gd name="T4" fmla="*/ 0 w 120"/>
                <a:gd name="T5" fmla="*/ 42 h 100"/>
                <a:gd name="T6" fmla="*/ 51 w 120"/>
                <a:gd name="T7" fmla="*/ 84 h 100"/>
                <a:gd name="T8" fmla="*/ 53 w 120"/>
                <a:gd name="T9" fmla="*/ 85 h 100"/>
                <a:gd name="T10" fmla="*/ 66 w 120"/>
                <a:gd name="T11" fmla="*/ 100 h 100"/>
                <a:gd name="T12" fmla="*/ 79 w 120"/>
                <a:gd name="T13" fmla="*/ 83 h 100"/>
                <a:gd name="T14" fmla="*/ 80 w 120"/>
                <a:gd name="T15" fmla="*/ 82 h 100"/>
                <a:gd name="T16" fmla="*/ 120 w 120"/>
                <a:gd name="T17" fmla="*/ 4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" h="100">
                  <a:moveTo>
                    <a:pt x="120" y="42"/>
                  </a:moveTo>
                  <a:cubicBezTo>
                    <a:pt x="120" y="19"/>
                    <a:pt x="93" y="0"/>
                    <a:pt x="60" y="0"/>
                  </a:cubicBezTo>
                  <a:cubicBezTo>
                    <a:pt x="27" y="0"/>
                    <a:pt x="0" y="19"/>
                    <a:pt x="0" y="42"/>
                  </a:cubicBezTo>
                  <a:cubicBezTo>
                    <a:pt x="0" y="63"/>
                    <a:pt x="22" y="81"/>
                    <a:pt x="51" y="84"/>
                  </a:cubicBezTo>
                  <a:cubicBezTo>
                    <a:pt x="52" y="84"/>
                    <a:pt x="52" y="84"/>
                    <a:pt x="53" y="85"/>
                  </a:cubicBezTo>
                  <a:cubicBezTo>
                    <a:pt x="56" y="92"/>
                    <a:pt x="61" y="100"/>
                    <a:pt x="66" y="100"/>
                  </a:cubicBezTo>
                  <a:cubicBezTo>
                    <a:pt x="70" y="100"/>
                    <a:pt x="75" y="91"/>
                    <a:pt x="79" y="83"/>
                  </a:cubicBezTo>
                  <a:cubicBezTo>
                    <a:pt x="79" y="83"/>
                    <a:pt x="80" y="82"/>
                    <a:pt x="80" y="82"/>
                  </a:cubicBezTo>
                  <a:cubicBezTo>
                    <a:pt x="103" y="76"/>
                    <a:pt x="120" y="61"/>
                    <a:pt x="120" y="42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椭圆 59"/>
            <p:cNvSpPr/>
            <p:nvPr>
              <p:custDataLst>
                <p:tags r:id="rId11"/>
              </p:custDataLst>
            </p:nvPr>
          </p:nvSpPr>
          <p:spPr bwMode="auto">
            <a:xfrm>
              <a:off x="4281" y="4571"/>
              <a:ext cx="91" cy="74"/>
            </a:xfrm>
            <a:prstGeom prst="ellipse">
              <a:avLst/>
            </a:prstGeom>
            <a:solidFill>
              <a:srgbClr val="3E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椭圆 60"/>
            <p:cNvSpPr/>
            <p:nvPr>
              <p:custDataLst>
                <p:tags r:id="rId12"/>
              </p:custDataLst>
            </p:nvPr>
          </p:nvSpPr>
          <p:spPr bwMode="auto">
            <a:xfrm>
              <a:off x="4426" y="4571"/>
              <a:ext cx="91" cy="74"/>
            </a:xfrm>
            <a:prstGeom prst="ellipse">
              <a:avLst/>
            </a:prstGeom>
            <a:solidFill>
              <a:srgbClr val="3E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椭圆 61"/>
            <p:cNvSpPr/>
            <p:nvPr>
              <p:custDataLst>
                <p:tags r:id="rId13"/>
              </p:custDataLst>
            </p:nvPr>
          </p:nvSpPr>
          <p:spPr bwMode="auto">
            <a:xfrm>
              <a:off x="4577" y="4571"/>
              <a:ext cx="93" cy="74"/>
            </a:xfrm>
            <a:prstGeom prst="ellipse">
              <a:avLst/>
            </a:prstGeom>
            <a:solidFill>
              <a:srgbClr val="3E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任意多边形 13"/>
            <p:cNvSpPr/>
            <p:nvPr>
              <p:custDataLst>
                <p:tags r:id="rId14"/>
              </p:custDataLst>
            </p:nvPr>
          </p:nvSpPr>
          <p:spPr bwMode="auto">
            <a:xfrm>
              <a:off x="5691" y="7647"/>
              <a:ext cx="204" cy="91"/>
            </a:xfrm>
            <a:custGeom>
              <a:avLst/>
              <a:gdLst>
                <a:gd name="T0" fmla="*/ 1 w 38"/>
                <a:gd name="T1" fmla="*/ 16 h 21"/>
                <a:gd name="T2" fmla="*/ 1 w 38"/>
                <a:gd name="T3" fmla="*/ 16 h 21"/>
                <a:gd name="T4" fmla="*/ 5 w 38"/>
                <a:gd name="T5" fmla="*/ 9 h 21"/>
                <a:gd name="T6" fmla="*/ 29 w 38"/>
                <a:gd name="T7" fmla="*/ 1 h 21"/>
                <a:gd name="T8" fmla="*/ 37 w 38"/>
                <a:gd name="T9" fmla="*/ 4 h 21"/>
                <a:gd name="T10" fmla="*/ 37 w 38"/>
                <a:gd name="T11" fmla="*/ 4 h 21"/>
                <a:gd name="T12" fmla="*/ 33 w 38"/>
                <a:gd name="T13" fmla="*/ 12 h 21"/>
                <a:gd name="T14" fmla="*/ 8 w 38"/>
                <a:gd name="T15" fmla="*/ 20 h 21"/>
                <a:gd name="T16" fmla="*/ 1 w 38"/>
                <a:gd name="T17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21">
                  <a:moveTo>
                    <a:pt x="1" y="16"/>
                  </a:moveTo>
                  <a:cubicBezTo>
                    <a:pt x="1" y="16"/>
                    <a:pt x="1" y="16"/>
                    <a:pt x="1" y="16"/>
                  </a:cubicBezTo>
                  <a:cubicBezTo>
                    <a:pt x="0" y="13"/>
                    <a:pt x="2" y="10"/>
                    <a:pt x="5" y="9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2" y="0"/>
                    <a:pt x="36" y="1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7"/>
                    <a:pt x="36" y="11"/>
                    <a:pt x="33" y="12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5" y="21"/>
                    <a:pt x="2" y="19"/>
                    <a:pt x="1" y="16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任意多边形 14"/>
            <p:cNvSpPr/>
            <p:nvPr>
              <p:custDataLst>
                <p:tags r:id="rId15"/>
              </p:custDataLst>
            </p:nvPr>
          </p:nvSpPr>
          <p:spPr bwMode="auto">
            <a:xfrm>
              <a:off x="5658" y="7856"/>
              <a:ext cx="199" cy="110"/>
            </a:xfrm>
            <a:custGeom>
              <a:avLst/>
              <a:gdLst>
                <a:gd name="T0" fmla="*/ 2 w 37"/>
                <a:gd name="T1" fmla="*/ 4 h 25"/>
                <a:gd name="T2" fmla="*/ 2 w 37"/>
                <a:gd name="T3" fmla="*/ 4 h 25"/>
                <a:gd name="T4" fmla="*/ 10 w 37"/>
                <a:gd name="T5" fmla="*/ 1 h 25"/>
                <a:gd name="T6" fmla="*/ 33 w 37"/>
                <a:gd name="T7" fmla="*/ 13 h 25"/>
                <a:gd name="T8" fmla="*/ 35 w 37"/>
                <a:gd name="T9" fmla="*/ 21 h 25"/>
                <a:gd name="T10" fmla="*/ 35 w 37"/>
                <a:gd name="T11" fmla="*/ 21 h 25"/>
                <a:gd name="T12" fmla="*/ 28 w 37"/>
                <a:gd name="T13" fmla="*/ 24 h 25"/>
                <a:gd name="T14" fmla="*/ 4 w 37"/>
                <a:gd name="T15" fmla="*/ 12 h 25"/>
                <a:gd name="T16" fmla="*/ 2 w 37"/>
                <a:gd name="T17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25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6" y="15"/>
                    <a:pt x="37" y="18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4"/>
                    <a:pt x="30" y="25"/>
                    <a:pt x="28" y="2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" y="10"/>
                    <a:pt x="0" y="7"/>
                    <a:pt x="2" y="4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任意多边形 15"/>
            <p:cNvSpPr/>
            <p:nvPr>
              <p:custDataLst>
                <p:tags r:id="rId16"/>
              </p:custDataLst>
            </p:nvPr>
          </p:nvSpPr>
          <p:spPr bwMode="auto">
            <a:xfrm>
              <a:off x="5535" y="7970"/>
              <a:ext cx="113" cy="161"/>
            </a:xfrm>
            <a:custGeom>
              <a:avLst/>
              <a:gdLst>
                <a:gd name="T0" fmla="*/ 4 w 21"/>
                <a:gd name="T1" fmla="*/ 1 h 37"/>
                <a:gd name="T2" fmla="*/ 4 w 21"/>
                <a:gd name="T3" fmla="*/ 1 h 37"/>
                <a:gd name="T4" fmla="*/ 12 w 21"/>
                <a:gd name="T5" fmla="*/ 4 h 37"/>
                <a:gd name="T6" fmla="*/ 20 w 21"/>
                <a:gd name="T7" fmla="*/ 29 h 37"/>
                <a:gd name="T8" fmla="*/ 16 w 21"/>
                <a:gd name="T9" fmla="*/ 36 h 37"/>
                <a:gd name="T10" fmla="*/ 16 w 21"/>
                <a:gd name="T11" fmla="*/ 36 h 37"/>
                <a:gd name="T12" fmla="*/ 9 w 21"/>
                <a:gd name="T13" fmla="*/ 33 h 37"/>
                <a:gd name="T14" fmla="*/ 1 w 21"/>
                <a:gd name="T15" fmla="*/ 8 h 37"/>
                <a:gd name="T16" fmla="*/ 4 w 21"/>
                <a:gd name="T17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32"/>
                    <a:pt x="19" y="35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3" y="37"/>
                    <a:pt x="10" y="36"/>
                    <a:pt x="9" y="33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5"/>
                    <a:pt x="1" y="2"/>
                    <a:pt x="4" y="1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任意多边形 16"/>
            <p:cNvSpPr/>
            <p:nvPr>
              <p:custDataLst>
                <p:tags r:id="rId17"/>
              </p:custDataLst>
            </p:nvPr>
          </p:nvSpPr>
          <p:spPr bwMode="auto">
            <a:xfrm>
              <a:off x="5264" y="7992"/>
              <a:ext cx="145" cy="156"/>
            </a:xfrm>
            <a:custGeom>
              <a:avLst/>
              <a:gdLst>
                <a:gd name="T0" fmla="*/ 23 w 27"/>
                <a:gd name="T1" fmla="*/ 2 h 36"/>
                <a:gd name="T2" fmla="*/ 23 w 27"/>
                <a:gd name="T3" fmla="*/ 2 h 36"/>
                <a:gd name="T4" fmla="*/ 25 w 27"/>
                <a:gd name="T5" fmla="*/ 10 h 36"/>
                <a:gd name="T6" fmla="*/ 12 w 27"/>
                <a:gd name="T7" fmla="*/ 33 h 36"/>
                <a:gd name="T8" fmla="*/ 4 w 27"/>
                <a:gd name="T9" fmla="*/ 35 h 36"/>
                <a:gd name="T10" fmla="*/ 4 w 27"/>
                <a:gd name="T11" fmla="*/ 35 h 36"/>
                <a:gd name="T12" fmla="*/ 2 w 27"/>
                <a:gd name="T13" fmla="*/ 27 h 36"/>
                <a:gd name="T14" fmla="*/ 15 w 27"/>
                <a:gd name="T15" fmla="*/ 4 h 36"/>
                <a:gd name="T16" fmla="*/ 23 w 27"/>
                <a:gd name="T17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6">
                  <a:moveTo>
                    <a:pt x="23" y="2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6" y="4"/>
                    <a:pt x="27" y="7"/>
                    <a:pt x="25" y="10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1" y="35"/>
                    <a:pt x="7" y="36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1" y="33"/>
                    <a:pt x="0" y="30"/>
                    <a:pt x="2" y="27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1"/>
                    <a:pt x="20" y="0"/>
                    <a:pt x="23" y="2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任意多边形 17"/>
            <p:cNvSpPr/>
            <p:nvPr>
              <p:custDataLst>
                <p:tags r:id="rId18"/>
              </p:custDataLst>
            </p:nvPr>
          </p:nvSpPr>
          <p:spPr bwMode="auto">
            <a:xfrm>
              <a:off x="461" y="5572"/>
              <a:ext cx="145" cy="65"/>
            </a:xfrm>
            <a:custGeom>
              <a:avLst/>
              <a:gdLst>
                <a:gd name="T0" fmla="*/ 26 w 27"/>
                <a:gd name="T1" fmla="*/ 4 h 15"/>
                <a:gd name="T2" fmla="*/ 26 w 27"/>
                <a:gd name="T3" fmla="*/ 4 h 15"/>
                <a:gd name="T4" fmla="*/ 23 w 27"/>
                <a:gd name="T5" fmla="*/ 9 h 15"/>
                <a:gd name="T6" fmla="*/ 6 w 27"/>
                <a:gd name="T7" fmla="*/ 14 h 15"/>
                <a:gd name="T8" fmla="*/ 1 w 27"/>
                <a:gd name="T9" fmla="*/ 11 h 15"/>
                <a:gd name="T10" fmla="*/ 1 w 27"/>
                <a:gd name="T11" fmla="*/ 11 h 15"/>
                <a:gd name="T12" fmla="*/ 3 w 27"/>
                <a:gd name="T13" fmla="*/ 6 h 15"/>
                <a:gd name="T14" fmla="*/ 21 w 27"/>
                <a:gd name="T15" fmla="*/ 1 h 15"/>
                <a:gd name="T16" fmla="*/ 26 w 27"/>
                <a:gd name="T17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26" y="4"/>
                  </a:moveTo>
                  <a:cubicBezTo>
                    <a:pt x="26" y="4"/>
                    <a:pt x="26" y="4"/>
                    <a:pt x="26" y="4"/>
                  </a:cubicBezTo>
                  <a:cubicBezTo>
                    <a:pt x="27" y="6"/>
                    <a:pt x="26" y="8"/>
                    <a:pt x="23" y="9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4" y="15"/>
                    <a:pt x="1" y="13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9"/>
                    <a:pt x="1" y="7"/>
                    <a:pt x="3" y="6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3" y="0"/>
                    <a:pt x="26" y="2"/>
                    <a:pt x="26" y="4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任意多边形 18"/>
            <p:cNvSpPr/>
            <p:nvPr>
              <p:custDataLst>
                <p:tags r:id="rId19"/>
              </p:custDataLst>
            </p:nvPr>
          </p:nvSpPr>
          <p:spPr bwMode="auto">
            <a:xfrm>
              <a:off x="499" y="5410"/>
              <a:ext cx="135" cy="80"/>
            </a:xfrm>
            <a:custGeom>
              <a:avLst/>
              <a:gdLst>
                <a:gd name="T0" fmla="*/ 24 w 25"/>
                <a:gd name="T1" fmla="*/ 16 h 18"/>
                <a:gd name="T2" fmla="*/ 24 w 25"/>
                <a:gd name="T3" fmla="*/ 16 h 18"/>
                <a:gd name="T4" fmla="*/ 18 w 25"/>
                <a:gd name="T5" fmla="*/ 17 h 18"/>
                <a:gd name="T6" fmla="*/ 2 w 25"/>
                <a:gd name="T7" fmla="*/ 8 h 18"/>
                <a:gd name="T8" fmla="*/ 1 w 25"/>
                <a:gd name="T9" fmla="*/ 3 h 18"/>
                <a:gd name="T10" fmla="*/ 1 w 25"/>
                <a:gd name="T11" fmla="*/ 3 h 18"/>
                <a:gd name="T12" fmla="*/ 7 w 25"/>
                <a:gd name="T13" fmla="*/ 1 h 18"/>
                <a:gd name="T14" fmla="*/ 22 w 25"/>
                <a:gd name="T15" fmla="*/ 10 h 18"/>
                <a:gd name="T16" fmla="*/ 24 w 25"/>
                <a:gd name="T17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8">
                  <a:moveTo>
                    <a:pt x="24" y="16"/>
                  </a:moveTo>
                  <a:cubicBezTo>
                    <a:pt x="24" y="16"/>
                    <a:pt x="24" y="16"/>
                    <a:pt x="24" y="16"/>
                  </a:cubicBezTo>
                  <a:cubicBezTo>
                    <a:pt x="23" y="18"/>
                    <a:pt x="20" y="18"/>
                    <a:pt x="18" y="1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5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1"/>
                    <a:pt x="25" y="14"/>
                    <a:pt x="24" y="16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任意多边形 19"/>
            <p:cNvSpPr/>
            <p:nvPr>
              <p:custDataLst>
                <p:tags r:id="rId20"/>
              </p:custDataLst>
            </p:nvPr>
          </p:nvSpPr>
          <p:spPr bwMode="auto">
            <a:xfrm>
              <a:off x="649" y="5297"/>
              <a:ext cx="83" cy="117"/>
            </a:xfrm>
            <a:custGeom>
              <a:avLst/>
              <a:gdLst>
                <a:gd name="T0" fmla="*/ 11 w 15"/>
                <a:gd name="T1" fmla="*/ 27 h 27"/>
                <a:gd name="T2" fmla="*/ 11 w 15"/>
                <a:gd name="T3" fmla="*/ 27 h 27"/>
                <a:gd name="T4" fmla="*/ 6 w 15"/>
                <a:gd name="T5" fmla="*/ 24 h 27"/>
                <a:gd name="T6" fmla="*/ 1 w 15"/>
                <a:gd name="T7" fmla="*/ 6 h 27"/>
                <a:gd name="T8" fmla="*/ 4 w 15"/>
                <a:gd name="T9" fmla="*/ 1 h 27"/>
                <a:gd name="T10" fmla="*/ 4 w 15"/>
                <a:gd name="T11" fmla="*/ 1 h 27"/>
                <a:gd name="T12" fmla="*/ 9 w 15"/>
                <a:gd name="T13" fmla="*/ 4 h 27"/>
                <a:gd name="T14" fmla="*/ 14 w 15"/>
                <a:gd name="T15" fmla="*/ 21 h 27"/>
                <a:gd name="T16" fmla="*/ 11 w 15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27"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9" y="27"/>
                    <a:pt x="7" y="26"/>
                    <a:pt x="6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2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8" y="2"/>
                    <a:pt x="9" y="4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5" y="24"/>
                    <a:pt x="13" y="26"/>
                    <a:pt x="11" y="27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任意多边形 20"/>
            <p:cNvSpPr/>
            <p:nvPr>
              <p:custDataLst>
                <p:tags r:id="rId21"/>
              </p:custDataLst>
            </p:nvPr>
          </p:nvSpPr>
          <p:spPr bwMode="auto">
            <a:xfrm>
              <a:off x="818" y="5297"/>
              <a:ext cx="102" cy="104"/>
            </a:xfrm>
            <a:custGeom>
              <a:avLst/>
              <a:gdLst>
                <a:gd name="T0" fmla="*/ 2 w 19"/>
                <a:gd name="T1" fmla="*/ 23 h 24"/>
                <a:gd name="T2" fmla="*/ 2 w 19"/>
                <a:gd name="T3" fmla="*/ 23 h 24"/>
                <a:gd name="T4" fmla="*/ 1 w 19"/>
                <a:gd name="T5" fmla="*/ 17 h 24"/>
                <a:gd name="T6" fmla="*/ 11 w 19"/>
                <a:gd name="T7" fmla="*/ 2 h 24"/>
                <a:gd name="T8" fmla="*/ 17 w 19"/>
                <a:gd name="T9" fmla="*/ 1 h 24"/>
                <a:gd name="T10" fmla="*/ 17 w 19"/>
                <a:gd name="T11" fmla="*/ 1 h 24"/>
                <a:gd name="T12" fmla="*/ 18 w 19"/>
                <a:gd name="T13" fmla="*/ 6 h 24"/>
                <a:gd name="T14" fmla="*/ 8 w 19"/>
                <a:gd name="T15" fmla="*/ 22 h 24"/>
                <a:gd name="T16" fmla="*/ 2 w 19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4">
                  <a:moveTo>
                    <a:pt x="2" y="23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0" y="22"/>
                    <a:pt x="0" y="19"/>
                    <a:pt x="1" y="17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2" y="0"/>
                    <a:pt x="15" y="0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8" y="2"/>
                    <a:pt x="19" y="5"/>
                    <a:pt x="18" y="6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4"/>
                    <a:pt x="4" y="24"/>
                    <a:pt x="2" y="23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任意多边形 21"/>
            <p:cNvSpPr/>
            <p:nvPr>
              <p:custDataLst>
                <p:tags r:id="rId22"/>
              </p:custDataLst>
            </p:nvPr>
          </p:nvSpPr>
          <p:spPr bwMode="auto">
            <a:xfrm>
              <a:off x="509" y="7321"/>
              <a:ext cx="352" cy="87"/>
            </a:xfrm>
            <a:custGeom>
              <a:avLst/>
              <a:gdLst>
                <a:gd name="T0" fmla="*/ 56 w 65"/>
                <a:gd name="T1" fmla="*/ 20 h 20"/>
                <a:gd name="T2" fmla="*/ 10 w 65"/>
                <a:gd name="T3" fmla="*/ 20 h 20"/>
                <a:gd name="T4" fmla="*/ 0 w 65"/>
                <a:gd name="T5" fmla="*/ 10 h 20"/>
                <a:gd name="T6" fmla="*/ 0 w 65"/>
                <a:gd name="T7" fmla="*/ 10 h 20"/>
                <a:gd name="T8" fmla="*/ 10 w 65"/>
                <a:gd name="T9" fmla="*/ 0 h 20"/>
                <a:gd name="T10" fmla="*/ 56 w 65"/>
                <a:gd name="T11" fmla="*/ 0 h 20"/>
                <a:gd name="T12" fmla="*/ 65 w 65"/>
                <a:gd name="T13" fmla="*/ 10 h 20"/>
                <a:gd name="T14" fmla="*/ 65 w 65"/>
                <a:gd name="T15" fmla="*/ 10 h 20"/>
                <a:gd name="T16" fmla="*/ 56 w 65"/>
                <a:gd name="T1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20">
                  <a:moveTo>
                    <a:pt x="56" y="2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1" y="0"/>
                    <a:pt x="65" y="5"/>
                    <a:pt x="65" y="10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15"/>
                    <a:pt x="61" y="20"/>
                    <a:pt x="56" y="2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任意多边形 22"/>
            <p:cNvSpPr/>
            <p:nvPr>
              <p:custDataLst>
                <p:tags r:id="rId23"/>
              </p:custDataLst>
            </p:nvPr>
          </p:nvSpPr>
          <p:spPr bwMode="auto">
            <a:xfrm>
              <a:off x="5610" y="6441"/>
              <a:ext cx="301" cy="71"/>
            </a:xfrm>
            <a:custGeom>
              <a:avLst/>
              <a:gdLst>
                <a:gd name="T0" fmla="*/ 48 w 56"/>
                <a:gd name="T1" fmla="*/ 16 h 16"/>
                <a:gd name="T2" fmla="*/ 8 w 56"/>
                <a:gd name="T3" fmla="*/ 16 h 16"/>
                <a:gd name="T4" fmla="*/ 0 w 56"/>
                <a:gd name="T5" fmla="*/ 8 h 16"/>
                <a:gd name="T6" fmla="*/ 0 w 56"/>
                <a:gd name="T7" fmla="*/ 8 h 16"/>
                <a:gd name="T8" fmla="*/ 8 w 56"/>
                <a:gd name="T9" fmla="*/ 0 h 16"/>
                <a:gd name="T10" fmla="*/ 48 w 56"/>
                <a:gd name="T11" fmla="*/ 0 h 16"/>
                <a:gd name="T12" fmla="*/ 56 w 56"/>
                <a:gd name="T13" fmla="*/ 8 h 16"/>
                <a:gd name="T14" fmla="*/ 56 w 56"/>
                <a:gd name="T15" fmla="*/ 8 h 16"/>
                <a:gd name="T16" fmla="*/ 48 w 56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6">
                  <a:moveTo>
                    <a:pt x="4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2" y="0"/>
                    <a:pt x="56" y="4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13"/>
                    <a:pt x="52" y="16"/>
                    <a:pt x="48" y="16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任意多边形 23"/>
            <p:cNvSpPr/>
            <p:nvPr>
              <p:custDataLst>
                <p:tags r:id="rId24"/>
              </p:custDataLst>
            </p:nvPr>
          </p:nvSpPr>
          <p:spPr bwMode="auto">
            <a:xfrm>
              <a:off x="5718" y="6354"/>
              <a:ext cx="86" cy="244"/>
            </a:xfrm>
            <a:custGeom>
              <a:avLst/>
              <a:gdLst>
                <a:gd name="T0" fmla="*/ 16 w 16"/>
                <a:gd name="T1" fmla="*/ 8 h 56"/>
                <a:gd name="T2" fmla="*/ 16 w 16"/>
                <a:gd name="T3" fmla="*/ 48 h 56"/>
                <a:gd name="T4" fmla="*/ 8 w 16"/>
                <a:gd name="T5" fmla="*/ 56 h 56"/>
                <a:gd name="T6" fmla="*/ 8 w 16"/>
                <a:gd name="T7" fmla="*/ 56 h 56"/>
                <a:gd name="T8" fmla="*/ 0 w 16"/>
                <a:gd name="T9" fmla="*/ 48 h 56"/>
                <a:gd name="T10" fmla="*/ 0 w 16"/>
                <a:gd name="T11" fmla="*/ 8 h 56"/>
                <a:gd name="T12" fmla="*/ 8 w 16"/>
                <a:gd name="T13" fmla="*/ 0 h 56"/>
                <a:gd name="T14" fmla="*/ 8 w 16"/>
                <a:gd name="T15" fmla="*/ 0 h 56"/>
                <a:gd name="T16" fmla="*/ 16 w 16"/>
                <a:gd name="T17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56">
                  <a:moveTo>
                    <a:pt x="16" y="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6" y="52"/>
                    <a:pt x="12" y="56"/>
                    <a:pt x="8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3" y="56"/>
                    <a:pt x="0" y="52"/>
                    <a:pt x="0" y="4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任意多边形 24"/>
            <p:cNvSpPr/>
            <p:nvPr>
              <p:custDataLst>
                <p:tags r:id="rId25"/>
              </p:custDataLst>
            </p:nvPr>
          </p:nvSpPr>
          <p:spPr bwMode="auto">
            <a:xfrm>
              <a:off x="1180" y="8374"/>
              <a:ext cx="4035" cy="266"/>
            </a:xfrm>
            <a:custGeom>
              <a:avLst/>
              <a:gdLst>
                <a:gd name="T0" fmla="*/ 747 w 747"/>
                <a:gd name="T1" fmla="*/ 32 h 61"/>
                <a:gd name="T2" fmla="*/ 373 w 747"/>
                <a:gd name="T3" fmla="*/ 54 h 61"/>
                <a:gd name="T4" fmla="*/ 0 w 747"/>
                <a:gd name="T5" fmla="*/ 32 h 61"/>
                <a:gd name="T6" fmla="*/ 373 w 747"/>
                <a:gd name="T7" fmla="*/ 10 h 61"/>
                <a:gd name="T8" fmla="*/ 747 w 747"/>
                <a:gd name="T9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7" h="61">
                  <a:moveTo>
                    <a:pt x="747" y="32"/>
                  </a:moveTo>
                  <a:cubicBezTo>
                    <a:pt x="747" y="61"/>
                    <a:pt x="580" y="54"/>
                    <a:pt x="373" y="54"/>
                  </a:cubicBezTo>
                  <a:cubicBezTo>
                    <a:pt x="167" y="54"/>
                    <a:pt x="0" y="61"/>
                    <a:pt x="0" y="32"/>
                  </a:cubicBezTo>
                  <a:cubicBezTo>
                    <a:pt x="0" y="8"/>
                    <a:pt x="167" y="10"/>
                    <a:pt x="373" y="10"/>
                  </a:cubicBezTo>
                  <a:cubicBezTo>
                    <a:pt x="580" y="10"/>
                    <a:pt x="747" y="0"/>
                    <a:pt x="747" y="32"/>
                  </a:cubicBezTo>
                  <a:close/>
                </a:path>
              </a:pathLst>
            </a:custGeom>
            <a:solidFill>
              <a:srgbClr val="4C9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矩形 74"/>
            <p:cNvSpPr/>
            <p:nvPr>
              <p:custDataLst>
                <p:tags r:id="rId26"/>
              </p:custDataLst>
            </p:nvPr>
          </p:nvSpPr>
          <p:spPr bwMode="auto">
            <a:xfrm>
              <a:off x="2735" y="7825"/>
              <a:ext cx="1081" cy="605"/>
            </a:xfrm>
            <a:prstGeom prst="rect">
              <a:avLst/>
            </a:pr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/>
            <p:cNvSpPr/>
            <p:nvPr>
              <p:custDataLst>
                <p:tags r:id="rId27"/>
              </p:custDataLst>
            </p:nvPr>
          </p:nvSpPr>
          <p:spPr bwMode="auto">
            <a:xfrm>
              <a:off x="2735" y="7825"/>
              <a:ext cx="1081" cy="271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任意多边形 27"/>
            <p:cNvSpPr/>
            <p:nvPr>
              <p:custDataLst>
                <p:tags r:id="rId28"/>
              </p:custDataLst>
            </p:nvPr>
          </p:nvSpPr>
          <p:spPr bwMode="auto">
            <a:xfrm>
              <a:off x="2314" y="8282"/>
              <a:ext cx="1903" cy="201"/>
            </a:xfrm>
            <a:custGeom>
              <a:avLst/>
              <a:gdLst>
                <a:gd name="T0" fmla="*/ 345 w 352"/>
                <a:gd name="T1" fmla="*/ 46 h 46"/>
                <a:gd name="T2" fmla="*/ 6 w 352"/>
                <a:gd name="T3" fmla="*/ 46 h 46"/>
                <a:gd name="T4" fmla="*/ 0 w 352"/>
                <a:gd name="T5" fmla="*/ 39 h 46"/>
                <a:gd name="T6" fmla="*/ 0 w 352"/>
                <a:gd name="T7" fmla="*/ 7 h 46"/>
                <a:gd name="T8" fmla="*/ 6 w 352"/>
                <a:gd name="T9" fmla="*/ 0 h 46"/>
                <a:gd name="T10" fmla="*/ 345 w 352"/>
                <a:gd name="T11" fmla="*/ 0 h 46"/>
                <a:gd name="T12" fmla="*/ 352 w 352"/>
                <a:gd name="T13" fmla="*/ 7 h 46"/>
                <a:gd name="T14" fmla="*/ 352 w 352"/>
                <a:gd name="T15" fmla="*/ 39 h 46"/>
                <a:gd name="T16" fmla="*/ 345 w 352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2" h="46">
                  <a:moveTo>
                    <a:pt x="345" y="46"/>
                  </a:moveTo>
                  <a:cubicBezTo>
                    <a:pt x="6" y="46"/>
                    <a:pt x="6" y="46"/>
                    <a:pt x="6" y="46"/>
                  </a:cubicBezTo>
                  <a:cubicBezTo>
                    <a:pt x="2" y="46"/>
                    <a:pt x="0" y="43"/>
                    <a:pt x="0" y="3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345" y="0"/>
                    <a:pt x="345" y="0"/>
                    <a:pt x="345" y="0"/>
                  </a:cubicBezTo>
                  <a:cubicBezTo>
                    <a:pt x="349" y="0"/>
                    <a:pt x="352" y="3"/>
                    <a:pt x="352" y="7"/>
                  </a:cubicBezTo>
                  <a:cubicBezTo>
                    <a:pt x="352" y="39"/>
                    <a:pt x="352" y="39"/>
                    <a:pt x="352" y="39"/>
                  </a:cubicBezTo>
                  <a:cubicBezTo>
                    <a:pt x="352" y="43"/>
                    <a:pt x="349" y="46"/>
                    <a:pt x="345" y="46"/>
                  </a:cubicBezTo>
                  <a:close/>
                </a:path>
              </a:pathLst>
            </a:custGeom>
            <a:solidFill>
              <a:srgbClr val="EFF0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任意多边形 28"/>
            <p:cNvSpPr/>
            <p:nvPr>
              <p:custDataLst>
                <p:tags r:id="rId29"/>
              </p:custDataLst>
            </p:nvPr>
          </p:nvSpPr>
          <p:spPr bwMode="auto">
            <a:xfrm>
              <a:off x="952" y="5240"/>
              <a:ext cx="4604" cy="2663"/>
            </a:xfrm>
            <a:custGeom>
              <a:avLst/>
              <a:gdLst>
                <a:gd name="T0" fmla="*/ 787 w 852"/>
                <a:gd name="T1" fmla="*/ 612 h 612"/>
                <a:gd name="T2" fmla="*/ 65 w 852"/>
                <a:gd name="T3" fmla="*/ 612 h 612"/>
                <a:gd name="T4" fmla="*/ 0 w 852"/>
                <a:gd name="T5" fmla="*/ 547 h 612"/>
                <a:gd name="T6" fmla="*/ 0 w 852"/>
                <a:gd name="T7" fmla="*/ 65 h 612"/>
                <a:gd name="T8" fmla="*/ 65 w 852"/>
                <a:gd name="T9" fmla="*/ 0 h 612"/>
                <a:gd name="T10" fmla="*/ 787 w 852"/>
                <a:gd name="T11" fmla="*/ 0 h 612"/>
                <a:gd name="T12" fmla="*/ 852 w 852"/>
                <a:gd name="T13" fmla="*/ 65 h 612"/>
                <a:gd name="T14" fmla="*/ 852 w 852"/>
                <a:gd name="T15" fmla="*/ 547 h 612"/>
                <a:gd name="T16" fmla="*/ 787 w 852"/>
                <a:gd name="T17" fmla="*/ 612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2" h="612">
                  <a:moveTo>
                    <a:pt x="787" y="612"/>
                  </a:moveTo>
                  <a:cubicBezTo>
                    <a:pt x="65" y="612"/>
                    <a:pt x="65" y="612"/>
                    <a:pt x="65" y="612"/>
                  </a:cubicBezTo>
                  <a:cubicBezTo>
                    <a:pt x="29" y="612"/>
                    <a:pt x="0" y="583"/>
                    <a:pt x="0" y="547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29"/>
                    <a:pt x="29" y="0"/>
                    <a:pt x="65" y="0"/>
                  </a:cubicBezTo>
                  <a:cubicBezTo>
                    <a:pt x="787" y="0"/>
                    <a:pt x="787" y="0"/>
                    <a:pt x="787" y="0"/>
                  </a:cubicBezTo>
                  <a:cubicBezTo>
                    <a:pt x="823" y="0"/>
                    <a:pt x="852" y="29"/>
                    <a:pt x="852" y="65"/>
                  </a:cubicBezTo>
                  <a:cubicBezTo>
                    <a:pt x="852" y="547"/>
                    <a:pt x="852" y="547"/>
                    <a:pt x="852" y="547"/>
                  </a:cubicBezTo>
                  <a:cubicBezTo>
                    <a:pt x="852" y="583"/>
                    <a:pt x="823" y="612"/>
                    <a:pt x="787" y="612"/>
                  </a:cubicBezTo>
                  <a:close/>
                </a:path>
              </a:pathLst>
            </a:custGeom>
            <a:solidFill>
              <a:srgbClr val="EFF0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任意多边形 29"/>
            <p:cNvSpPr/>
            <p:nvPr>
              <p:custDataLst>
                <p:tags r:id="rId30"/>
              </p:custDataLst>
            </p:nvPr>
          </p:nvSpPr>
          <p:spPr bwMode="auto">
            <a:xfrm>
              <a:off x="952" y="5180"/>
              <a:ext cx="4620" cy="2377"/>
            </a:xfrm>
            <a:custGeom>
              <a:avLst/>
              <a:gdLst>
                <a:gd name="T0" fmla="*/ 820 w 855"/>
                <a:gd name="T1" fmla="*/ 0 h 546"/>
                <a:gd name="T2" fmla="*/ 35 w 855"/>
                <a:gd name="T3" fmla="*/ 0 h 546"/>
                <a:gd name="T4" fmla="*/ 0 w 855"/>
                <a:gd name="T5" fmla="*/ 35 h 546"/>
                <a:gd name="T6" fmla="*/ 0 w 855"/>
                <a:gd name="T7" fmla="*/ 546 h 546"/>
                <a:gd name="T8" fmla="*/ 855 w 855"/>
                <a:gd name="T9" fmla="*/ 546 h 546"/>
                <a:gd name="T10" fmla="*/ 855 w 855"/>
                <a:gd name="T11" fmla="*/ 35 h 546"/>
                <a:gd name="T12" fmla="*/ 820 w 855"/>
                <a:gd name="T13" fmla="*/ 0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546">
                  <a:moveTo>
                    <a:pt x="82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6"/>
                    <a:pt x="0" y="35"/>
                  </a:cubicBezTo>
                  <a:cubicBezTo>
                    <a:pt x="0" y="546"/>
                    <a:pt x="0" y="546"/>
                    <a:pt x="0" y="546"/>
                  </a:cubicBezTo>
                  <a:cubicBezTo>
                    <a:pt x="855" y="546"/>
                    <a:pt x="855" y="546"/>
                    <a:pt x="855" y="546"/>
                  </a:cubicBezTo>
                  <a:cubicBezTo>
                    <a:pt x="855" y="35"/>
                    <a:pt x="855" y="35"/>
                    <a:pt x="855" y="35"/>
                  </a:cubicBezTo>
                  <a:cubicBezTo>
                    <a:pt x="855" y="16"/>
                    <a:pt x="839" y="0"/>
                    <a:pt x="820" y="0"/>
                  </a:cubicBezTo>
                  <a:close/>
                </a:path>
              </a:pathLst>
            </a:custGeom>
            <a:solidFill>
              <a:srgbClr val="03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任意多边形 30"/>
            <p:cNvSpPr/>
            <p:nvPr>
              <p:custDataLst>
                <p:tags r:id="rId31"/>
              </p:custDataLst>
            </p:nvPr>
          </p:nvSpPr>
          <p:spPr bwMode="auto">
            <a:xfrm>
              <a:off x="1092" y="5366"/>
              <a:ext cx="4322" cy="2099"/>
            </a:xfrm>
            <a:custGeom>
              <a:avLst/>
              <a:gdLst>
                <a:gd name="T0" fmla="*/ 796 w 800"/>
                <a:gd name="T1" fmla="*/ 0 h 482"/>
                <a:gd name="T2" fmla="*/ 4 w 800"/>
                <a:gd name="T3" fmla="*/ 0 h 482"/>
                <a:gd name="T4" fmla="*/ 0 w 800"/>
                <a:gd name="T5" fmla="*/ 4 h 482"/>
                <a:gd name="T6" fmla="*/ 0 w 800"/>
                <a:gd name="T7" fmla="*/ 477 h 482"/>
                <a:gd name="T8" fmla="*/ 4 w 800"/>
                <a:gd name="T9" fmla="*/ 482 h 482"/>
                <a:gd name="T10" fmla="*/ 796 w 800"/>
                <a:gd name="T11" fmla="*/ 482 h 482"/>
                <a:gd name="T12" fmla="*/ 800 w 800"/>
                <a:gd name="T13" fmla="*/ 477 h 482"/>
                <a:gd name="T14" fmla="*/ 800 w 800"/>
                <a:gd name="T15" fmla="*/ 4 h 482"/>
                <a:gd name="T16" fmla="*/ 796 w 800"/>
                <a:gd name="T17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0" h="482">
                  <a:moveTo>
                    <a:pt x="79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0" y="480"/>
                    <a:pt x="2" y="482"/>
                    <a:pt x="4" y="482"/>
                  </a:cubicBezTo>
                  <a:cubicBezTo>
                    <a:pt x="796" y="482"/>
                    <a:pt x="796" y="482"/>
                    <a:pt x="796" y="482"/>
                  </a:cubicBezTo>
                  <a:cubicBezTo>
                    <a:pt x="799" y="482"/>
                    <a:pt x="800" y="480"/>
                    <a:pt x="800" y="477"/>
                  </a:cubicBezTo>
                  <a:cubicBezTo>
                    <a:pt x="800" y="4"/>
                    <a:pt x="800" y="4"/>
                    <a:pt x="800" y="4"/>
                  </a:cubicBezTo>
                  <a:cubicBezTo>
                    <a:pt x="800" y="2"/>
                    <a:pt x="799" y="0"/>
                    <a:pt x="796" y="0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椭圆 80"/>
            <p:cNvSpPr/>
            <p:nvPr>
              <p:custDataLst>
                <p:tags r:id="rId32"/>
              </p:custDataLst>
            </p:nvPr>
          </p:nvSpPr>
          <p:spPr bwMode="auto">
            <a:xfrm>
              <a:off x="3162" y="7660"/>
              <a:ext cx="201" cy="156"/>
            </a:xfrm>
            <a:prstGeom prst="ellipse">
              <a:avLst/>
            </a:pr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任意多边形 32"/>
            <p:cNvSpPr/>
            <p:nvPr>
              <p:custDataLst>
                <p:tags r:id="rId33"/>
              </p:custDataLst>
            </p:nvPr>
          </p:nvSpPr>
          <p:spPr bwMode="auto">
            <a:xfrm>
              <a:off x="1844" y="6111"/>
              <a:ext cx="508" cy="1354"/>
            </a:xfrm>
            <a:custGeom>
              <a:avLst/>
              <a:gdLst>
                <a:gd name="T0" fmla="*/ 94 w 94"/>
                <a:gd name="T1" fmla="*/ 5 h 311"/>
                <a:gd name="T2" fmla="*/ 94 w 94"/>
                <a:gd name="T3" fmla="*/ 311 h 311"/>
                <a:gd name="T4" fmla="*/ 0 w 94"/>
                <a:gd name="T5" fmla="*/ 311 h 311"/>
                <a:gd name="T6" fmla="*/ 0 w 94"/>
                <a:gd name="T7" fmla="*/ 5 h 311"/>
                <a:gd name="T8" fmla="*/ 5 w 94"/>
                <a:gd name="T9" fmla="*/ 0 h 311"/>
                <a:gd name="T10" fmla="*/ 89 w 94"/>
                <a:gd name="T11" fmla="*/ 0 h 311"/>
                <a:gd name="T12" fmla="*/ 94 w 94"/>
                <a:gd name="T13" fmla="*/ 5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311">
                  <a:moveTo>
                    <a:pt x="94" y="5"/>
                  </a:moveTo>
                  <a:cubicBezTo>
                    <a:pt x="94" y="311"/>
                    <a:pt x="94" y="311"/>
                    <a:pt x="94" y="311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2" y="0"/>
                    <a:pt x="94" y="3"/>
                    <a:pt x="94" y="5"/>
                  </a:cubicBezTo>
                  <a:close/>
                </a:path>
              </a:pathLst>
            </a:custGeom>
            <a:solidFill>
              <a:srgbClr val="4C9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任意多边形 33"/>
            <p:cNvSpPr/>
            <p:nvPr>
              <p:custDataLst>
                <p:tags r:id="rId34"/>
              </p:custDataLst>
            </p:nvPr>
          </p:nvSpPr>
          <p:spPr bwMode="auto">
            <a:xfrm>
              <a:off x="2493" y="5663"/>
              <a:ext cx="508" cy="1802"/>
            </a:xfrm>
            <a:custGeom>
              <a:avLst/>
              <a:gdLst>
                <a:gd name="T0" fmla="*/ 94 w 94"/>
                <a:gd name="T1" fmla="*/ 5 h 414"/>
                <a:gd name="T2" fmla="*/ 94 w 94"/>
                <a:gd name="T3" fmla="*/ 414 h 414"/>
                <a:gd name="T4" fmla="*/ 0 w 94"/>
                <a:gd name="T5" fmla="*/ 414 h 414"/>
                <a:gd name="T6" fmla="*/ 0 w 94"/>
                <a:gd name="T7" fmla="*/ 5 h 414"/>
                <a:gd name="T8" fmla="*/ 5 w 94"/>
                <a:gd name="T9" fmla="*/ 0 h 414"/>
                <a:gd name="T10" fmla="*/ 89 w 94"/>
                <a:gd name="T11" fmla="*/ 0 h 414"/>
                <a:gd name="T12" fmla="*/ 94 w 94"/>
                <a:gd name="T13" fmla="*/ 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414">
                  <a:moveTo>
                    <a:pt x="94" y="5"/>
                  </a:moveTo>
                  <a:cubicBezTo>
                    <a:pt x="94" y="414"/>
                    <a:pt x="94" y="414"/>
                    <a:pt x="94" y="414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2" y="0"/>
                    <a:pt x="94" y="3"/>
                    <a:pt x="94" y="5"/>
                  </a:cubicBezTo>
                  <a:close/>
                </a:path>
              </a:pathLst>
            </a:custGeom>
            <a:solidFill>
              <a:srgbClr val="F7C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任意多边形 34"/>
            <p:cNvSpPr/>
            <p:nvPr>
              <p:custDataLst>
                <p:tags r:id="rId35"/>
              </p:custDataLst>
            </p:nvPr>
          </p:nvSpPr>
          <p:spPr bwMode="auto">
            <a:xfrm>
              <a:off x="3368" y="5810"/>
              <a:ext cx="1420" cy="1144"/>
            </a:xfrm>
            <a:custGeom>
              <a:avLst/>
              <a:gdLst>
                <a:gd name="T0" fmla="*/ 211 w 263"/>
                <a:gd name="T1" fmla="*/ 148 h 263"/>
                <a:gd name="T2" fmla="*/ 263 w 263"/>
                <a:gd name="T3" fmla="*/ 126 h 263"/>
                <a:gd name="T4" fmla="*/ 121 w 263"/>
                <a:gd name="T5" fmla="*/ 0 h 263"/>
                <a:gd name="T6" fmla="*/ 131 w 263"/>
                <a:gd name="T7" fmla="*/ 263 h 263"/>
                <a:gd name="T8" fmla="*/ 184 w 263"/>
                <a:gd name="T9" fmla="*/ 252 h 263"/>
                <a:gd name="T10" fmla="*/ 189 w 263"/>
                <a:gd name="T11" fmla="*/ 250 h 263"/>
                <a:gd name="T12" fmla="*/ 197 w 263"/>
                <a:gd name="T13" fmla="*/ 245 h 263"/>
                <a:gd name="T14" fmla="*/ 206 w 263"/>
                <a:gd name="T15" fmla="*/ 240 h 263"/>
                <a:gd name="T16" fmla="*/ 211 w 263"/>
                <a:gd name="T17" fmla="*/ 236 h 263"/>
                <a:gd name="T18" fmla="*/ 221 w 263"/>
                <a:gd name="T19" fmla="*/ 228 h 263"/>
                <a:gd name="T20" fmla="*/ 224 w 263"/>
                <a:gd name="T21" fmla="*/ 225 h 263"/>
                <a:gd name="T22" fmla="*/ 228 w 263"/>
                <a:gd name="T23" fmla="*/ 221 h 263"/>
                <a:gd name="T24" fmla="*/ 241 w 263"/>
                <a:gd name="T25" fmla="*/ 205 h 263"/>
                <a:gd name="T26" fmla="*/ 247 w 263"/>
                <a:gd name="T27" fmla="*/ 195 h 263"/>
                <a:gd name="T28" fmla="*/ 254 w 263"/>
                <a:gd name="T29" fmla="*/ 180 h 263"/>
                <a:gd name="T30" fmla="*/ 257 w 263"/>
                <a:gd name="T31" fmla="*/ 171 h 263"/>
                <a:gd name="T32" fmla="*/ 260 w 263"/>
                <a:gd name="T33" fmla="*/ 161 h 263"/>
                <a:gd name="T34" fmla="*/ 262 w 263"/>
                <a:gd name="T35" fmla="*/ 147 h 263"/>
                <a:gd name="T36" fmla="*/ 263 w 263"/>
                <a:gd name="T37" fmla="*/ 139 h 263"/>
                <a:gd name="T38" fmla="*/ 263 w 263"/>
                <a:gd name="T39" fmla="*/ 126 h 263"/>
                <a:gd name="T40" fmla="*/ 206 w 263"/>
                <a:gd name="T41" fmla="*/ 162 h 263"/>
                <a:gd name="T42" fmla="*/ 198 w 263"/>
                <a:gd name="T43" fmla="*/ 177 h 263"/>
                <a:gd name="T44" fmla="*/ 196 w 263"/>
                <a:gd name="T45" fmla="*/ 181 h 263"/>
                <a:gd name="T46" fmla="*/ 189 w 263"/>
                <a:gd name="T47" fmla="*/ 188 h 263"/>
                <a:gd name="T48" fmla="*/ 169 w 263"/>
                <a:gd name="T49" fmla="*/ 203 h 263"/>
                <a:gd name="T50" fmla="*/ 163 w 263"/>
                <a:gd name="T51" fmla="*/ 206 h 263"/>
                <a:gd name="T52" fmla="*/ 160 w 263"/>
                <a:gd name="T53" fmla="*/ 208 h 263"/>
                <a:gd name="T54" fmla="*/ 154 w 263"/>
                <a:gd name="T55" fmla="*/ 209 h 263"/>
                <a:gd name="T56" fmla="*/ 50 w 263"/>
                <a:gd name="T57" fmla="*/ 131 h 263"/>
                <a:gd name="T58" fmla="*/ 131 w 263"/>
                <a:gd name="T59" fmla="*/ 50 h 263"/>
                <a:gd name="T60" fmla="*/ 213 w 263"/>
                <a:gd name="T61" fmla="*/ 131 h 263"/>
                <a:gd name="T62" fmla="*/ 211 w 263"/>
                <a:gd name="T63" fmla="*/ 147 h 263"/>
                <a:gd name="T64" fmla="*/ 211 w 263"/>
                <a:gd name="T65" fmla="*/ 14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3" h="263">
                  <a:moveTo>
                    <a:pt x="206" y="162"/>
                  </a:moveTo>
                  <a:cubicBezTo>
                    <a:pt x="208" y="158"/>
                    <a:pt x="210" y="153"/>
                    <a:pt x="211" y="148"/>
                  </a:cubicBezTo>
                  <a:cubicBezTo>
                    <a:pt x="210" y="153"/>
                    <a:pt x="208" y="158"/>
                    <a:pt x="206" y="162"/>
                  </a:cubicBezTo>
                  <a:close/>
                  <a:moveTo>
                    <a:pt x="263" y="126"/>
                  </a:moveTo>
                  <a:cubicBezTo>
                    <a:pt x="260" y="56"/>
                    <a:pt x="202" y="0"/>
                    <a:pt x="131" y="0"/>
                  </a:cubicBezTo>
                  <a:cubicBezTo>
                    <a:pt x="128" y="0"/>
                    <a:pt x="125" y="0"/>
                    <a:pt x="121" y="0"/>
                  </a:cubicBezTo>
                  <a:cubicBezTo>
                    <a:pt x="53" y="5"/>
                    <a:pt x="0" y="62"/>
                    <a:pt x="0" y="131"/>
                  </a:cubicBezTo>
                  <a:cubicBezTo>
                    <a:pt x="0" y="204"/>
                    <a:pt x="59" y="263"/>
                    <a:pt x="131" y="263"/>
                  </a:cubicBezTo>
                  <a:cubicBezTo>
                    <a:pt x="148" y="263"/>
                    <a:pt x="164" y="260"/>
                    <a:pt x="179" y="254"/>
                  </a:cubicBezTo>
                  <a:cubicBezTo>
                    <a:pt x="181" y="253"/>
                    <a:pt x="183" y="253"/>
                    <a:pt x="184" y="252"/>
                  </a:cubicBezTo>
                  <a:cubicBezTo>
                    <a:pt x="185" y="252"/>
                    <a:pt x="187" y="251"/>
                    <a:pt x="188" y="250"/>
                  </a:cubicBezTo>
                  <a:cubicBezTo>
                    <a:pt x="188" y="250"/>
                    <a:pt x="188" y="250"/>
                    <a:pt x="189" y="250"/>
                  </a:cubicBezTo>
                  <a:cubicBezTo>
                    <a:pt x="190" y="249"/>
                    <a:pt x="192" y="249"/>
                    <a:pt x="193" y="248"/>
                  </a:cubicBezTo>
                  <a:cubicBezTo>
                    <a:pt x="194" y="247"/>
                    <a:pt x="196" y="246"/>
                    <a:pt x="197" y="245"/>
                  </a:cubicBezTo>
                  <a:cubicBezTo>
                    <a:pt x="199" y="245"/>
                    <a:pt x="200" y="244"/>
                    <a:pt x="202" y="243"/>
                  </a:cubicBezTo>
                  <a:cubicBezTo>
                    <a:pt x="203" y="242"/>
                    <a:pt x="205" y="241"/>
                    <a:pt x="206" y="240"/>
                  </a:cubicBezTo>
                  <a:cubicBezTo>
                    <a:pt x="207" y="239"/>
                    <a:pt x="208" y="239"/>
                    <a:pt x="209" y="238"/>
                  </a:cubicBezTo>
                  <a:cubicBezTo>
                    <a:pt x="210" y="237"/>
                    <a:pt x="210" y="237"/>
                    <a:pt x="211" y="236"/>
                  </a:cubicBezTo>
                  <a:cubicBezTo>
                    <a:pt x="212" y="236"/>
                    <a:pt x="213" y="235"/>
                    <a:pt x="214" y="234"/>
                  </a:cubicBezTo>
                  <a:cubicBezTo>
                    <a:pt x="216" y="232"/>
                    <a:pt x="219" y="230"/>
                    <a:pt x="221" y="228"/>
                  </a:cubicBezTo>
                  <a:cubicBezTo>
                    <a:pt x="221" y="228"/>
                    <a:pt x="221" y="228"/>
                    <a:pt x="222" y="227"/>
                  </a:cubicBezTo>
                  <a:cubicBezTo>
                    <a:pt x="223" y="226"/>
                    <a:pt x="223" y="226"/>
                    <a:pt x="224" y="225"/>
                  </a:cubicBezTo>
                  <a:cubicBezTo>
                    <a:pt x="225" y="224"/>
                    <a:pt x="225" y="224"/>
                    <a:pt x="226" y="223"/>
                  </a:cubicBezTo>
                  <a:cubicBezTo>
                    <a:pt x="226" y="223"/>
                    <a:pt x="227" y="222"/>
                    <a:pt x="228" y="221"/>
                  </a:cubicBezTo>
                  <a:cubicBezTo>
                    <a:pt x="228" y="220"/>
                    <a:pt x="229" y="220"/>
                    <a:pt x="230" y="219"/>
                  </a:cubicBezTo>
                  <a:cubicBezTo>
                    <a:pt x="234" y="215"/>
                    <a:pt x="237" y="210"/>
                    <a:pt x="241" y="205"/>
                  </a:cubicBezTo>
                  <a:cubicBezTo>
                    <a:pt x="242" y="203"/>
                    <a:pt x="243" y="201"/>
                    <a:pt x="244" y="200"/>
                  </a:cubicBezTo>
                  <a:cubicBezTo>
                    <a:pt x="245" y="198"/>
                    <a:pt x="246" y="197"/>
                    <a:pt x="247" y="195"/>
                  </a:cubicBezTo>
                  <a:cubicBezTo>
                    <a:pt x="249" y="192"/>
                    <a:pt x="250" y="188"/>
                    <a:pt x="252" y="185"/>
                  </a:cubicBezTo>
                  <a:cubicBezTo>
                    <a:pt x="253" y="183"/>
                    <a:pt x="253" y="182"/>
                    <a:pt x="254" y="180"/>
                  </a:cubicBezTo>
                  <a:cubicBezTo>
                    <a:pt x="254" y="179"/>
                    <a:pt x="255" y="177"/>
                    <a:pt x="256" y="175"/>
                  </a:cubicBezTo>
                  <a:cubicBezTo>
                    <a:pt x="256" y="174"/>
                    <a:pt x="257" y="172"/>
                    <a:pt x="257" y="171"/>
                  </a:cubicBezTo>
                  <a:cubicBezTo>
                    <a:pt x="257" y="170"/>
                    <a:pt x="258" y="168"/>
                    <a:pt x="258" y="167"/>
                  </a:cubicBezTo>
                  <a:cubicBezTo>
                    <a:pt x="259" y="165"/>
                    <a:pt x="259" y="163"/>
                    <a:pt x="260" y="161"/>
                  </a:cubicBezTo>
                  <a:cubicBezTo>
                    <a:pt x="260" y="160"/>
                    <a:pt x="260" y="158"/>
                    <a:pt x="261" y="157"/>
                  </a:cubicBezTo>
                  <a:cubicBezTo>
                    <a:pt x="261" y="154"/>
                    <a:pt x="262" y="150"/>
                    <a:pt x="262" y="147"/>
                  </a:cubicBezTo>
                  <a:cubicBezTo>
                    <a:pt x="262" y="146"/>
                    <a:pt x="262" y="145"/>
                    <a:pt x="263" y="143"/>
                  </a:cubicBezTo>
                  <a:cubicBezTo>
                    <a:pt x="263" y="142"/>
                    <a:pt x="263" y="140"/>
                    <a:pt x="263" y="139"/>
                  </a:cubicBezTo>
                  <a:cubicBezTo>
                    <a:pt x="263" y="136"/>
                    <a:pt x="263" y="134"/>
                    <a:pt x="263" y="131"/>
                  </a:cubicBezTo>
                  <a:cubicBezTo>
                    <a:pt x="263" y="130"/>
                    <a:pt x="263" y="128"/>
                    <a:pt x="263" y="126"/>
                  </a:cubicBezTo>
                  <a:close/>
                  <a:moveTo>
                    <a:pt x="211" y="148"/>
                  </a:moveTo>
                  <a:cubicBezTo>
                    <a:pt x="210" y="153"/>
                    <a:pt x="208" y="158"/>
                    <a:pt x="206" y="162"/>
                  </a:cubicBezTo>
                  <a:cubicBezTo>
                    <a:pt x="206" y="164"/>
                    <a:pt x="205" y="165"/>
                    <a:pt x="205" y="166"/>
                  </a:cubicBezTo>
                  <a:cubicBezTo>
                    <a:pt x="203" y="170"/>
                    <a:pt x="201" y="174"/>
                    <a:pt x="198" y="177"/>
                  </a:cubicBezTo>
                  <a:cubicBezTo>
                    <a:pt x="198" y="178"/>
                    <a:pt x="198" y="178"/>
                    <a:pt x="197" y="179"/>
                  </a:cubicBezTo>
                  <a:cubicBezTo>
                    <a:pt x="197" y="180"/>
                    <a:pt x="196" y="180"/>
                    <a:pt x="196" y="181"/>
                  </a:cubicBezTo>
                  <a:cubicBezTo>
                    <a:pt x="194" y="183"/>
                    <a:pt x="193" y="184"/>
                    <a:pt x="192" y="185"/>
                  </a:cubicBezTo>
                  <a:cubicBezTo>
                    <a:pt x="191" y="186"/>
                    <a:pt x="190" y="187"/>
                    <a:pt x="189" y="188"/>
                  </a:cubicBezTo>
                  <a:cubicBezTo>
                    <a:pt x="185" y="192"/>
                    <a:pt x="181" y="196"/>
                    <a:pt x="177" y="199"/>
                  </a:cubicBezTo>
                  <a:cubicBezTo>
                    <a:pt x="174" y="200"/>
                    <a:pt x="172" y="202"/>
                    <a:pt x="169" y="203"/>
                  </a:cubicBezTo>
                  <a:cubicBezTo>
                    <a:pt x="168" y="204"/>
                    <a:pt x="167" y="204"/>
                    <a:pt x="166" y="205"/>
                  </a:cubicBezTo>
                  <a:cubicBezTo>
                    <a:pt x="165" y="205"/>
                    <a:pt x="164" y="206"/>
                    <a:pt x="163" y="206"/>
                  </a:cubicBezTo>
                  <a:cubicBezTo>
                    <a:pt x="163" y="206"/>
                    <a:pt x="162" y="207"/>
                    <a:pt x="161" y="207"/>
                  </a:cubicBezTo>
                  <a:cubicBezTo>
                    <a:pt x="161" y="207"/>
                    <a:pt x="160" y="207"/>
                    <a:pt x="160" y="208"/>
                  </a:cubicBezTo>
                  <a:cubicBezTo>
                    <a:pt x="159" y="208"/>
                    <a:pt x="158" y="208"/>
                    <a:pt x="157" y="208"/>
                  </a:cubicBezTo>
                  <a:cubicBezTo>
                    <a:pt x="156" y="209"/>
                    <a:pt x="155" y="209"/>
                    <a:pt x="154" y="209"/>
                  </a:cubicBezTo>
                  <a:cubicBezTo>
                    <a:pt x="147" y="211"/>
                    <a:pt x="139" y="213"/>
                    <a:pt x="131" y="213"/>
                  </a:cubicBezTo>
                  <a:cubicBezTo>
                    <a:pt x="87" y="213"/>
                    <a:pt x="50" y="176"/>
                    <a:pt x="50" y="131"/>
                  </a:cubicBezTo>
                  <a:cubicBezTo>
                    <a:pt x="50" y="90"/>
                    <a:pt x="81" y="56"/>
                    <a:pt x="121" y="51"/>
                  </a:cubicBezTo>
                  <a:cubicBezTo>
                    <a:pt x="124" y="51"/>
                    <a:pt x="128" y="50"/>
                    <a:pt x="131" y="50"/>
                  </a:cubicBezTo>
                  <a:cubicBezTo>
                    <a:pt x="174" y="50"/>
                    <a:pt x="209" y="84"/>
                    <a:pt x="212" y="126"/>
                  </a:cubicBezTo>
                  <a:cubicBezTo>
                    <a:pt x="212" y="128"/>
                    <a:pt x="213" y="130"/>
                    <a:pt x="213" y="131"/>
                  </a:cubicBezTo>
                  <a:cubicBezTo>
                    <a:pt x="213" y="136"/>
                    <a:pt x="212" y="140"/>
                    <a:pt x="212" y="144"/>
                  </a:cubicBezTo>
                  <a:cubicBezTo>
                    <a:pt x="211" y="145"/>
                    <a:pt x="211" y="146"/>
                    <a:pt x="211" y="147"/>
                  </a:cubicBezTo>
                  <a:cubicBezTo>
                    <a:pt x="211" y="147"/>
                    <a:pt x="211" y="147"/>
                    <a:pt x="211" y="148"/>
                  </a:cubicBezTo>
                  <a:cubicBezTo>
                    <a:pt x="211" y="148"/>
                    <a:pt x="211" y="148"/>
                    <a:pt x="211" y="148"/>
                  </a:cubicBezTo>
                  <a:close/>
                </a:path>
              </a:pathLst>
            </a:custGeom>
            <a:solidFill>
              <a:srgbClr val="4C944C"/>
            </a:solidFill>
            <a:ln w="9525">
              <a:solidFill>
                <a:srgbClr val="4C944C"/>
              </a:solidFill>
              <a:round/>
            </a:ln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任意多边形 35"/>
            <p:cNvSpPr/>
            <p:nvPr>
              <p:custDataLst>
                <p:tags r:id="rId36"/>
              </p:custDataLst>
            </p:nvPr>
          </p:nvSpPr>
          <p:spPr bwMode="auto">
            <a:xfrm>
              <a:off x="4021" y="5810"/>
              <a:ext cx="768" cy="644"/>
            </a:xfrm>
            <a:custGeom>
              <a:avLst/>
              <a:gdLst>
                <a:gd name="T0" fmla="*/ 142 w 142"/>
                <a:gd name="T1" fmla="*/ 131 h 148"/>
                <a:gd name="T2" fmla="*/ 141 w 142"/>
                <a:gd name="T3" fmla="*/ 147 h 148"/>
                <a:gd name="T4" fmla="*/ 90 w 142"/>
                <a:gd name="T5" fmla="*/ 148 h 148"/>
                <a:gd name="T6" fmla="*/ 92 w 142"/>
                <a:gd name="T7" fmla="*/ 131 h 148"/>
                <a:gd name="T8" fmla="*/ 91 w 142"/>
                <a:gd name="T9" fmla="*/ 126 h 148"/>
                <a:gd name="T10" fmla="*/ 10 w 142"/>
                <a:gd name="T11" fmla="*/ 50 h 148"/>
                <a:gd name="T12" fmla="*/ 0 w 142"/>
                <a:gd name="T13" fmla="*/ 51 h 148"/>
                <a:gd name="T14" fmla="*/ 0 w 142"/>
                <a:gd name="T15" fmla="*/ 0 h 148"/>
                <a:gd name="T16" fmla="*/ 10 w 142"/>
                <a:gd name="T17" fmla="*/ 0 h 148"/>
                <a:gd name="T18" fmla="*/ 142 w 142"/>
                <a:gd name="T19" fmla="*/ 126 h 148"/>
                <a:gd name="T20" fmla="*/ 142 w 142"/>
                <a:gd name="T21" fmla="*/ 13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2" h="148">
                  <a:moveTo>
                    <a:pt x="142" y="131"/>
                  </a:moveTo>
                  <a:cubicBezTo>
                    <a:pt x="142" y="137"/>
                    <a:pt x="142" y="142"/>
                    <a:pt x="141" y="147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1" y="142"/>
                    <a:pt x="92" y="137"/>
                    <a:pt x="92" y="131"/>
                  </a:cubicBezTo>
                  <a:cubicBezTo>
                    <a:pt x="92" y="129"/>
                    <a:pt x="91" y="128"/>
                    <a:pt x="91" y="126"/>
                  </a:cubicBezTo>
                  <a:cubicBezTo>
                    <a:pt x="88" y="84"/>
                    <a:pt x="53" y="50"/>
                    <a:pt x="10" y="50"/>
                  </a:cubicBezTo>
                  <a:cubicBezTo>
                    <a:pt x="7" y="50"/>
                    <a:pt x="3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7" y="0"/>
                    <a:pt x="10" y="0"/>
                  </a:cubicBezTo>
                  <a:cubicBezTo>
                    <a:pt x="81" y="0"/>
                    <a:pt x="139" y="56"/>
                    <a:pt x="142" y="126"/>
                  </a:cubicBezTo>
                  <a:cubicBezTo>
                    <a:pt x="142" y="128"/>
                    <a:pt x="142" y="130"/>
                    <a:pt x="142" y="131"/>
                  </a:cubicBezTo>
                  <a:close/>
                </a:path>
              </a:pathLst>
            </a:custGeom>
            <a:solidFill>
              <a:srgbClr val="F7C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任意多边形 36"/>
            <p:cNvSpPr/>
            <p:nvPr>
              <p:custDataLst>
                <p:tags r:id="rId37"/>
              </p:custDataLst>
            </p:nvPr>
          </p:nvSpPr>
          <p:spPr bwMode="auto">
            <a:xfrm>
              <a:off x="4426" y="6359"/>
              <a:ext cx="362" cy="344"/>
            </a:xfrm>
            <a:custGeom>
              <a:avLst/>
              <a:gdLst>
                <a:gd name="T0" fmla="*/ 67 w 67"/>
                <a:gd name="T1" fmla="*/ 5 h 79"/>
                <a:gd name="T2" fmla="*/ 56 w 67"/>
                <a:gd name="T3" fmla="*/ 59 h 79"/>
                <a:gd name="T4" fmla="*/ 45 w 67"/>
                <a:gd name="T5" fmla="*/ 79 h 79"/>
                <a:gd name="T6" fmla="*/ 0 w 67"/>
                <a:gd name="T7" fmla="*/ 55 h 79"/>
                <a:gd name="T8" fmla="*/ 10 w 67"/>
                <a:gd name="T9" fmla="*/ 36 h 79"/>
                <a:gd name="T10" fmla="*/ 17 w 67"/>
                <a:gd name="T11" fmla="*/ 5 h 79"/>
                <a:gd name="T12" fmla="*/ 16 w 67"/>
                <a:gd name="T13" fmla="*/ 0 h 79"/>
                <a:gd name="T14" fmla="*/ 67 w 67"/>
                <a:gd name="T15" fmla="*/ 0 h 79"/>
                <a:gd name="T16" fmla="*/ 67 w 67"/>
                <a:gd name="T17" fmla="*/ 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9">
                  <a:moveTo>
                    <a:pt x="67" y="5"/>
                  </a:moveTo>
                  <a:cubicBezTo>
                    <a:pt x="67" y="24"/>
                    <a:pt x="63" y="42"/>
                    <a:pt x="56" y="59"/>
                  </a:cubicBezTo>
                  <a:cubicBezTo>
                    <a:pt x="53" y="66"/>
                    <a:pt x="49" y="72"/>
                    <a:pt x="45" y="79"/>
                  </a:cubicBezTo>
                  <a:cubicBezTo>
                    <a:pt x="30" y="71"/>
                    <a:pt x="14" y="63"/>
                    <a:pt x="0" y="55"/>
                  </a:cubicBezTo>
                  <a:cubicBezTo>
                    <a:pt x="4" y="49"/>
                    <a:pt x="8" y="43"/>
                    <a:pt x="10" y="36"/>
                  </a:cubicBezTo>
                  <a:cubicBezTo>
                    <a:pt x="14" y="27"/>
                    <a:pt x="17" y="16"/>
                    <a:pt x="17" y="5"/>
                  </a:cubicBezTo>
                  <a:cubicBezTo>
                    <a:pt x="17" y="3"/>
                    <a:pt x="16" y="2"/>
                    <a:pt x="1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2"/>
                    <a:pt x="67" y="4"/>
                    <a:pt x="67" y="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任意多边形 37"/>
            <p:cNvSpPr/>
            <p:nvPr>
              <p:custDataLst>
                <p:tags r:id="rId38"/>
              </p:custDataLst>
            </p:nvPr>
          </p:nvSpPr>
          <p:spPr bwMode="auto">
            <a:xfrm>
              <a:off x="4200" y="6516"/>
              <a:ext cx="529" cy="399"/>
            </a:xfrm>
            <a:custGeom>
              <a:avLst/>
              <a:gdLst>
                <a:gd name="T0" fmla="*/ 98 w 98"/>
                <a:gd name="T1" fmla="*/ 23 h 92"/>
                <a:gd name="T2" fmla="*/ 25 w 98"/>
                <a:gd name="T3" fmla="*/ 92 h 92"/>
                <a:gd name="T4" fmla="*/ 0 w 98"/>
                <a:gd name="T5" fmla="*/ 47 h 92"/>
                <a:gd name="T6" fmla="*/ 52 w 98"/>
                <a:gd name="T7" fmla="*/ 0 h 92"/>
                <a:gd name="T8" fmla="*/ 98 w 98"/>
                <a:gd name="T9" fmla="*/ 23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2">
                  <a:moveTo>
                    <a:pt x="98" y="23"/>
                  </a:moveTo>
                  <a:cubicBezTo>
                    <a:pt x="84" y="54"/>
                    <a:pt x="58" y="80"/>
                    <a:pt x="25" y="92"/>
                  </a:cubicBezTo>
                  <a:cubicBezTo>
                    <a:pt x="17" y="78"/>
                    <a:pt x="7" y="60"/>
                    <a:pt x="0" y="47"/>
                  </a:cubicBezTo>
                  <a:cubicBezTo>
                    <a:pt x="24" y="40"/>
                    <a:pt x="43" y="23"/>
                    <a:pt x="52" y="0"/>
                  </a:cubicBezTo>
                  <a:lnTo>
                    <a:pt x="98" y="23"/>
                  </a:lnTo>
                  <a:close/>
                </a:path>
              </a:pathLst>
            </a:custGeom>
            <a:solidFill>
              <a:srgbClr val="648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任意多边形 38"/>
            <p:cNvSpPr/>
            <p:nvPr>
              <p:custDataLst>
                <p:tags r:id="rId39"/>
              </p:custDataLst>
            </p:nvPr>
          </p:nvSpPr>
          <p:spPr bwMode="auto">
            <a:xfrm>
              <a:off x="4523" y="4644"/>
              <a:ext cx="1654" cy="1337"/>
            </a:xfrm>
            <a:custGeom>
              <a:avLst/>
              <a:gdLst>
                <a:gd name="T0" fmla="*/ 306 w 306"/>
                <a:gd name="T1" fmla="*/ 153 h 307"/>
                <a:gd name="T2" fmla="*/ 300 w 306"/>
                <a:gd name="T3" fmla="*/ 198 h 307"/>
                <a:gd name="T4" fmla="*/ 270 w 306"/>
                <a:gd name="T5" fmla="*/ 252 h 307"/>
                <a:gd name="T6" fmla="*/ 270 w 306"/>
                <a:gd name="T7" fmla="*/ 252 h 307"/>
                <a:gd name="T8" fmla="*/ 270 w 306"/>
                <a:gd name="T9" fmla="*/ 253 h 307"/>
                <a:gd name="T10" fmla="*/ 264 w 306"/>
                <a:gd name="T11" fmla="*/ 259 h 307"/>
                <a:gd name="T12" fmla="*/ 262 w 306"/>
                <a:gd name="T13" fmla="*/ 261 h 307"/>
                <a:gd name="T14" fmla="*/ 259 w 306"/>
                <a:gd name="T15" fmla="*/ 264 h 307"/>
                <a:gd name="T16" fmla="*/ 256 w 306"/>
                <a:gd name="T17" fmla="*/ 267 h 307"/>
                <a:gd name="T18" fmla="*/ 256 w 306"/>
                <a:gd name="T19" fmla="*/ 267 h 307"/>
                <a:gd name="T20" fmla="*/ 255 w 306"/>
                <a:gd name="T21" fmla="*/ 268 h 307"/>
                <a:gd name="T22" fmla="*/ 215 w 306"/>
                <a:gd name="T23" fmla="*/ 294 h 307"/>
                <a:gd name="T24" fmla="*/ 153 w 306"/>
                <a:gd name="T25" fmla="*/ 307 h 307"/>
                <a:gd name="T26" fmla="*/ 148 w 306"/>
                <a:gd name="T27" fmla="*/ 306 h 307"/>
                <a:gd name="T28" fmla="*/ 118 w 306"/>
                <a:gd name="T29" fmla="*/ 303 h 307"/>
                <a:gd name="T30" fmla="*/ 116 w 306"/>
                <a:gd name="T31" fmla="*/ 302 h 307"/>
                <a:gd name="T32" fmla="*/ 113 w 306"/>
                <a:gd name="T33" fmla="*/ 301 h 307"/>
                <a:gd name="T34" fmla="*/ 111 w 306"/>
                <a:gd name="T35" fmla="*/ 301 h 307"/>
                <a:gd name="T36" fmla="*/ 106 w 306"/>
                <a:gd name="T37" fmla="*/ 299 h 307"/>
                <a:gd name="T38" fmla="*/ 62 w 306"/>
                <a:gd name="T39" fmla="*/ 276 h 307"/>
                <a:gd name="T40" fmla="*/ 0 w 306"/>
                <a:gd name="T41" fmla="*/ 153 h 307"/>
                <a:gd name="T42" fmla="*/ 6 w 306"/>
                <a:gd name="T43" fmla="*/ 112 h 307"/>
                <a:gd name="T44" fmla="*/ 12 w 306"/>
                <a:gd name="T45" fmla="*/ 93 h 307"/>
                <a:gd name="T46" fmla="*/ 86 w 306"/>
                <a:gd name="T47" fmla="*/ 16 h 307"/>
                <a:gd name="T48" fmla="*/ 153 w 306"/>
                <a:gd name="T49" fmla="*/ 0 h 307"/>
                <a:gd name="T50" fmla="*/ 195 w 306"/>
                <a:gd name="T51" fmla="*/ 6 h 307"/>
                <a:gd name="T52" fmla="*/ 255 w 306"/>
                <a:gd name="T53" fmla="*/ 39 h 307"/>
                <a:gd name="T54" fmla="*/ 255 w 306"/>
                <a:gd name="T55" fmla="*/ 40 h 307"/>
                <a:gd name="T56" fmla="*/ 306 w 306"/>
                <a:gd name="T57" fmla="*/ 153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06" h="307">
                  <a:moveTo>
                    <a:pt x="306" y="153"/>
                  </a:moveTo>
                  <a:cubicBezTo>
                    <a:pt x="306" y="169"/>
                    <a:pt x="304" y="184"/>
                    <a:pt x="300" y="198"/>
                  </a:cubicBezTo>
                  <a:cubicBezTo>
                    <a:pt x="294" y="218"/>
                    <a:pt x="283" y="236"/>
                    <a:pt x="270" y="252"/>
                  </a:cubicBezTo>
                  <a:cubicBezTo>
                    <a:pt x="270" y="252"/>
                    <a:pt x="270" y="252"/>
                    <a:pt x="270" y="252"/>
                  </a:cubicBezTo>
                  <a:cubicBezTo>
                    <a:pt x="270" y="252"/>
                    <a:pt x="270" y="253"/>
                    <a:pt x="270" y="253"/>
                  </a:cubicBezTo>
                  <a:cubicBezTo>
                    <a:pt x="268" y="255"/>
                    <a:pt x="266" y="257"/>
                    <a:pt x="264" y="259"/>
                  </a:cubicBezTo>
                  <a:cubicBezTo>
                    <a:pt x="264" y="259"/>
                    <a:pt x="263" y="260"/>
                    <a:pt x="262" y="261"/>
                  </a:cubicBezTo>
                  <a:cubicBezTo>
                    <a:pt x="261" y="262"/>
                    <a:pt x="260" y="263"/>
                    <a:pt x="259" y="264"/>
                  </a:cubicBezTo>
                  <a:cubicBezTo>
                    <a:pt x="258" y="265"/>
                    <a:pt x="257" y="266"/>
                    <a:pt x="256" y="267"/>
                  </a:cubicBezTo>
                  <a:cubicBezTo>
                    <a:pt x="256" y="267"/>
                    <a:pt x="256" y="267"/>
                    <a:pt x="256" y="267"/>
                  </a:cubicBezTo>
                  <a:cubicBezTo>
                    <a:pt x="255" y="267"/>
                    <a:pt x="255" y="268"/>
                    <a:pt x="255" y="268"/>
                  </a:cubicBezTo>
                  <a:cubicBezTo>
                    <a:pt x="243" y="279"/>
                    <a:pt x="230" y="287"/>
                    <a:pt x="215" y="294"/>
                  </a:cubicBezTo>
                  <a:cubicBezTo>
                    <a:pt x="196" y="302"/>
                    <a:pt x="175" y="307"/>
                    <a:pt x="153" y="307"/>
                  </a:cubicBezTo>
                  <a:cubicBezTo>
                    <a:pt x="151" y="307"/>
                    <a:pt x="149" y="307"/>
                    <a:pt x="148" y="306"/>
                  </a:cubicBezTo>
                  <a:cubicBezTo>
                    <a:pt x="138" y="306"/>
                    <a:pt x="128" y="305"/>
                    <a:pt x="118" y="303"/>
                  </a:cubicBezTo>
                  <a:cubicBezTo>
                    <a:pt x="116" y="302"/>
                    <a:pt x="116" y="302"/>
                    <a:pt x="116" y="302"/>
                  </a:cubicBezTo>
                  <a:cubicBezTo>
                    <a:pt x="115" y="302"/>
                    <a:pt x="114" y="301"/>
                    <a:pt x="113" y="301"/>
                  </a:cubicBezTo>
                  <a:cubicBezTo>
                    <a:pt x="112" y="301"/>
                    <a:pt x="111" y="301"/>
                    <a:pt x="111" y="301"/>
                  </a:cubicBezTo>
                  <a:cubicBezTo>
                    <a:pt x="109" y="300"/>
                    <a:pt x="108" y="300"/>
                    <a:pt x="106" y="299"/>
                  </a:cubicBezTo>
                  <a:cubicBezTo>
                    <a:pt x="90" y="294"/>
                    <a:pt x="75" y="286"/>
                    <a:pt x="62" y="276"/>
                  </a:cubicBezTo>
                  <a:cubicBezTo>
                    <a:pt x="24" y="248"/>
                    <a:pt x="0" y="204"/>
                    <a:pt x="0" y="153"/>
                  </a:cubicBezTo>
                  <a:cubicBezTo>
                    <a:pt x="0" y="139"/>
                    <a:pt x="2" y="125"/>
                    <a:pt x="6" y="112"/>
                  </a:cubicBezTo>
                  <a:cubicBezTo>
                    <a:pt x="7" y="105"/>
                    <a:pt x="10" y="99"/>
                    <a:pt x="12" y="93"/>
                  </a:cubicBezTo>
                  <a:cubicBezTo>
                    <a:pt x="27" y="59"/>
                    <a:pt x="53" y="32"/>
                    <a:pt x="86" y="16"/>
                  </a:cubicBezTo>
                  <a:cubicBezTo>
                    <a:pt x="106" y="6"/>
                    <a:pt x="129" y="0"/>
                    <a:pt x="153" y="0"/>
                  </a:cubicBezTo>
                  <a:cubicBezTo>
                    <a:pt x="168" y="0"/>
                    <a:pt x="182" y="2"/>
                    <a:pt x="195" y="6"/>
                  </a:cubicBezTo>
                  <a:cubicBezTo>
                    <a:pt x="218" y="13"/>
                    <a:pt x="238" y="24"/>
                    <a:pt x="255" y="39"/>
                  </a:cubicBezTo>
                  <a:cubicBezTo>
                    <a:pt x="255" y="39"/>
                    <a:pt x="255" y="40"/>
                    <a:pt x="255" y="40"/>
                  </a:cubicBezTo>
                  <a:cubicBezTo>
                    <a:pt x="287" y="68"/>
                    <a:pt x="306" y="108"/>
                    <a:pt x="306" y="153"/>
                  </a:cubicBezTo>
                  <a:close/>
                </a:path>
              </a:pathLst>
            </a:custGeom>
            <a:solidFill>
              <a:srgbClr val="4C9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任意多边形 39"/>
            <p:cNvSpPr/>
            <p:nvPr>
              <p:custDataLst>
                <p:tags r:id="rId40"/>
              </p:custDataLst>
            </p:nvPr>
          </p:nvSpPr>
          <p:spPr bwMode="auto">
            <a:xfrm>
              <a:off x="5097" y="5279"/>
              <a:ext cx="886" cy="702"/>
            </a:xfrm>
            <a:custGeom>
              <a:avLst/>
              <a:gdLst>
                <a:gd name="T0" fmla="*/ 164 w 164"/>
                <a:gd name="T1" fmla="*/ 106 h 161"/>
                <a:gd name="T2" fmla="*/ 164 w 164"/>
                <a:gd name="T3" fmla="*/ 107 h 161"/>
                <a:gd name="T4" fmla="*/ 158 w 164"/>
                <a:gd name="T5" fmla="*/ 113 h 161"/>
                <a:gd name="T6" fmla="*/ 156 w 164"/>
                <a:gd name="T7" fmla="*/ 115 h 161"/>
                <a:gd name="T8" fmla="*/ 153 w 164"/>
                <a:gd name="T9" fmla="*/ 118 h 161"/>
                <a:gd name="T10" fmla="*/ 150 w 164"/>
                <a:gd name="T11" fmla="*/ 121 h 161"/>
                <a:gd name="T12" fmla="*/ 150 w 164"/>
                <a:gd name="T13" fmla="*/ 121 h 161"/>
                <a:gd name="T14" fmla="*/ 149 w 164"/>
                <a:gd name="T15" fmla="*/ 122 h 161"/>
                <a:gd name="T16" fmla="*/ 109 w 164"/>
                <a:gd name="T17" fmla="*/ 148 h 161"/>
                <a:gd name="T18" fmla="*/ 47 w 164"/>
                <a:gd name="T19" fmla="*/ 161 h 161"/>
                <a:gd name="T20" fmla="*/ 42 w 164"/>
                <a:gd name="T21" fmla="*/ 160 h 161"/>
                <a:gd name="T22" fmla="*/ 12 w 164"/>
                <a:gd name="T23" fmla="*/ 157 h 161"/>
                <a:gd name="T24" fmla="*/ 10 w 164"/>
                <a:gd name="T25" fmla="*/ 156 h 161"/>
                <a:gd name="T26" fmla="*/ 7 w 164"/>
                <a:gd name="T27" fmla="*/ 155 h 161"/>
                <a:gd name="T28" fmla="*/ 5 w 164"/>
                <a:gd name="T29" fmla="*/ 155 h 161"/>
                <a:gd name="T30" fmla="*/ 0 w 164"/>
                <a:gd name="T31" fmla="*/ 153 h 161"/>
                <a:gd name="T32" fmla="*/ 7 w 164"/>
                <a:gd name="T33" fmla="*/ 124 h 161"/>
                <a:gd name="T34" fmla="*/ 9 w 164"/>
                <a:gd name="T35" fmla="*/ 114 h 161"/>
                <a:gd name="T36" fmla="*/ 35 w 164"/>
                <a:gd name="T37" fmla="*/ 0 h 161"/>
                <a:gd name="T38" fmla="*/ 164 w 164"/>
                <a:gd name="T39" fmla="*/ 10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4" h="161">
                  <a:moveTo>
                    <a:pt x="164" y="106"/>
                  </a:moveTo>
                  <a:cubicBezTo>
                    <a:pt x="164" y="106"/>
                    <a:pt x="164" y="107"/>
                    <a:pt x="164" y="107"/>
                  </a:cubicBezTo>
                  <a:cubicBezTo>
                    <a:pt x="162" y="109"/>
                    <a:pt x="160" y="111"/>
                    <a:pt x="158" y="113"/>
                  </a:cubicBezTo>
                  <a:cubicBezTo>
                    <a:pt x="158" y="113"/>
                    <a:pt x="157" y="114"/>
                    <a:pt x="156" y="115"/>
                  </a:cubicBezTo>
                  <a:cubicBezTo>
                    <a:pt x="155" y="116"/>
                    <a:pt x="154" y="117"/>
                    <a:pt x="153" y="118"/>
                  </a:cubicBezTo>
                  <a:cubicBezTo>
                    <a:pt x="152" y="119"/>
                    <a:pt x="151" y="120"/>
                    <a:pt x="150" y="121"/>
                  </a:cubicBezTo>
                  <a:cubicBezTo>
                    <a:pt x="150" y="121"/>
                    <a:pt x="150" y="121"/>
                    <a:pt x="150" y="121"/>
                  </a:cubicBezTo>
                  <a:cubicBezTo>
                    <a:pt x="149" y="121"/>
                    <a:pt x="149" y="122"/>
                    <a:pt x="149" y="122"/>
                  </a:cubicBezTo>
                  <a:cubicBezTo>
                    <a:pt x="137" y="133"/>
                    <a:pt x="124" y="141"/>
                    <a:pt x="109" y="148"/>
                  </a:cubicBezTo>
                  <a:cubicBezTo>
                    <a:pt x="90" y="156"/>
                    <a:pt x="69" y="161"/>
                    <a:pt x="47" y="161"/>
                  </a:cubicBezTo>
                  <a:cubicBezTo>
                    <a:pt x="45" y="161"/>
                    <a:pt x="43" y="161"/>
                    <a:pt x="42" y="160"/>
                  </a:cubicBezTo>
                  <a:cubicBezTo>
                    <a:pt x="32" y="160"/>
                    <a:pt x="22" y="159"/>
                    <a:pt x="12" y="157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9" y="156"/>
                    <a:pt x="8" y="155"/>
                    <a:pt x="7" y="155"/>
                  </a:cubicBezTo>
                  <a:cubicBezTo>
                    <a:pt x="6" y="155"/>
                    <a:pt x="5" y="155"/>
                    <a:pt x="5" y="155"/>
                  </a:cubicBezTo>
                  <a:cubicBezTo>
                    <a:pt x="3" y="154"/>
                    <a:pt x="2" y="154"/>
                    <a:pt x="0" y="153"/>
                  </a:cubicBezTo>
                  <a:cubicBezTo>
                    <a:pt x="2" y="145"/>
                    <a:pt x="4" y="135"/>
                    <a:pt x="7" y="124"/>
                  </a:cubicBezTo>
                  <a:cubicBezTo>
                    <a:pt x="8" y="121"/>
                    <a:pt x="8" y="117"/>
                    <a:pt x="9" y="114"/>
                  </a:cubicBezTo>
                  <a:cubicBezTo>
                    <a:pt x="21" y="62"/>
                    <a:pt x="35" y="0"/>
                    <a:pt x="35" y="0"/>
                  </a:cubicBezTo>
                  <a:lnTo>
                    <a:pt x="164" y="10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任意多边形 40"/>
            <p:cNvSpPr/>
            <p:nvPr>
              <p:custDataLst>
                <p:tags r:id="rId41"/>
              </p:custDataLst>
            </p:nvPr>
          </p:nvSpPr>
          <p:spPr bwMode="auto">
            <a:xfrm>
              <a:off x="5285" y="4670"/>
              <a:ext cx="891" cy="1140"/>
            </a:xfrm>
            <a:custGeom>
              <a:avLst/>
              <a:gdLst>
                <a:gd name="T0" fmla="*/ 165 w 165"/>
                <a:gd name="T1" fmla="*/ 147 h 262"/>
                <a:gd name="T2" fmla="*/ 159 w 165"/>
                <a:gd name="T3" fmla="*/ 192 h 262"/>
                <a:gd name="T4" fmla="*/ 129 w 165"/>
                <a:gd name="T5" fmla="*/ 246 h 262"/>
                <a:gd name="T6" fmla="*/ 129 w 165"/>
                <a:gd name="T7" fmla="*/ 246 h 262"/>
                <a:gd name="T8" fmla="*/ 129 w 165"/>
                <a:gd name="T9" fmla="*/ 247 h 262"/>
                <a:gd name="T10" fmla="*/ 123 w 165"/>
                <a:gd name="T11" fmla="*/ 253 h 262"/>
                <a:gd name="T12" fmla="*/ 121 w 165"/>
                <a:gd name="T13" fmla="*/ 255 h 262"/>
                <a:gd name="T14" fmla="*/ 118 w 165"/>
                <a:gd name="T15" fmla="*/ 258 h 262"/>
                <a:gd name="T16" fmla="*/ 115 w 165"/>
                <a:gd name="T17" fmla="*/ 261 h 262"/>
                <a:gd name="T18" fmla="*/ 115 w 165"/>
                <a:gd name="T19" fmla="*/ 261 h 262"/>
                <a:gd name="T20" fmla="*/ 114 w 165"/>
                <a:gd name="T21" fmla="*/ 262 h 262"/>
                <a:gd name="T22" fmla="*/ 108 w 165"/>
                <a:gd name="T23" fmla="*/ 256 h 262"/>
                <a:gd name="T24" fmla="*/ 37 w 165"/>
                <a:gd name="T25" fmla="*/ 179 h 262"/>
                <a:gd name="T26" fmla="*/ 11 w 165"/>
                <a:gd name="T27" fmla="*/ 151 h 262"/>
                <a:gd name="T28" fmla="*/ 0 w 165"/>
                <a:gd name="T29" fmla="*/ 140 h 262"/>
                <a:gd name="T30" fmla="*/ 52 w 165"/>
                <a:gd name="T31" fmla="*/ 6 h 262"/>
                <a:gd name="T32" fmla="*/ 54 w 165"/>
                <a:gd name="T33" fmla="*/ 0 h 262"/>
                <a:gd name="T34" fmla="*/ 114 w 165"/>
                <a:gd name="T35" fmla="*/ 33 h 262"/>
                <a:gd name="T36" fmla="*/ 114 w 165"/>
                <a:gd name="T37" fmla="*/ 34 h 262"/>
                <a:gd name="T38" fmla="*/ 165 w 165"/>
                <a:gd name="T39" fmla="*/ 147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5" h="262">
                  <a:moveTo>
                    <a:pt x="165" y="147"/>
                  </a:moveTo>
                  <a:cubicBezTo>
                    <a:pt x="165" y="163"/>
                    <a:pt x="163" y="178"/>
                    <a:pt x="159" y="192"/>
                  </a:cubicBezTo>
                  <a:cubicBezTo>
                    <a:pt x="153" y="212"/>
                    <a:pt x="142" y="230"/>
                    <a:pt x="129" y="246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29" y="246"/>
                    <a:pt x="129" y="247"/>
                    <a:pt x="129" y="247"/>
                  </a:cubicBezTo>
                  <a:cubicBezTo>
                    <a:pt x="127" y="249"/>
                    <a:pt x="125" y="251"/>
                    <a:pt x="123" y="253"/>
                  </a:cubicBezTo>
                  <a:cubicBezTo>
                    <a:pt x="123" y="253"/>
                    <a:pt x="122" y="254"/>
                    <a:pt x="121" y="255"/>
                  </a:cubicBezTo>
                  <a:cubicBezTo>
                    <a:pt x="120" y="256"/>
                    <a:pt x="119" y="257"/>
                    <a:pt x="118" y="258"/>
                  </a:cubicBezTo>
                  <a:cubicBezTo>
                    <a:pt x="117" y="259"/>
                    <a:pt x="116" y="260"/>
                    <a:pt x="115" y="261"/>
                  </a:cubicBezTo>
                  <a:cubicBezTo>
                    <a:pt x="115" y="261"/>
                    <a:pt x="115" y="261"/>
                    <a:pt x="115" y="261"/>
                  </a:cubicBezTo>
                  <a:cubicBezTo>
                    <a:pt x="114" y="261"/>
                    <a:pt x="114" y="262"/>
                    <a:pt x="114" y="262"/>
                  </a:cubicBezTo>
                  <a:cubicBezTo>
                    <a:pt x="108" y="256"/>
                    <a:pt x="108" y="256"/>
                    <a:pt x="108" y="256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0"/>
                    <a:pt x="34" y="51"/>
                    <a:pt x="52" y="6"/>
                  </a:cubicBezTo>
                  <a:cubicBezTo>
                    <a:pt x="53" y="4"/>
                    <a:pt x="53" y="2"/>
                    <a:pt x="54" y="0"/>
                  </a:cubicBezTo>
                  <a:cubicBezTo>
                    <a:pt x="77" y="7"/>
                    <a:pt x="97" y="18"/>
                    <a:pt x="114" y="33"/>
                  </a:cubicBezTo>
                  <a:cubicBezTo>
                    <a:pt x="114" y="33"/>
                    <a:pt x="114" y="34"/>
                    <a:pt x="114" y="34"/>
                  </a:cubicBezTo>
                  <a:cubicBezTo>
                    <a:pt x="146" y="62"/>
                    <a:pt x="165" y="102"/>
                    <a:pt x="165" y="147"/>
                  </a:cubicBezTo>
                  <a:close/>
                </a:path>
              </a:pathLst>
            </a:custGeom>
            <a:solidFill>
              <a:srgbClr val="F7C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任意多边形 41"/>
            <p:cNvSpPr/>
            <p:nvPr>
              <p:custDataLst>
                <p:tags r:id="rId42"/>
              </p:custDataLst>
            </p:nvPr>
          </p:nvSpPr>
          <p:spPr bwMode="auto">
            <a:xfrm>
              <a:off x="2195" y="4801"/>
              <a:ext cx="2037" cy="1123"/>
            </a:xfrm>
            <a:custGeom>
              <a:avLst/>
              <a:gdLst>
                <a:gd name="T0" fmla="*/ 370 w 377"/>
                <a:gd name="T1" fmla="*/ 258 h 258"/>
                <a:gd name="T2" fmla="*/ 7 w 377"/>
                <a:gd name="T3" fmla="*/ 258 h 258"/>
                <a:gd name="T4" fmla="*/ 0 w 377"/>
                <a:gd name="T5" fmla="*/ 251 h 258"/>
                <a:gd name="T6" fmla="*/ 0 w 377"/>
                <a:gd name="T7" fmla="*/ 7 h 258"/>
                <a:gd name="T8" fmla="*/ 7 w 377"/>
                <a:gd name="T9" fmla="*/ 0 h 258"/>
                <a:gd name="T10" fmla="*/ 370 w 377"/>
                <a:gd name="T11" fmla="*/ 0 h 258"/>
                <a:gd name="T12" fmla="*/ 377 w 377"/>
                <a:gd name="T13" fmla="*/ 7 h 258"/>
                <a:gd name="T14" fmla="*/ 377 w 377"/>
                <a:gd name="T15" fmla="*/ 251 h 258"/>
                <a:gd name="T16" fmla="*/ 370 w 377"/>
                <a:gd name="T17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" h="258">
                  <a:moveTo>
                    <a:pt x="370" y="258"/>
                  </a:moveTo>
                  <a:cubicBezTo>
                    <a:pt x="7" y="258"/>
                    <a:pt x="7" y="258"/>
                    <a:pt x="7" y="258"/>
                  </a:cubicBezTo>
                  <a:cubicBezTo>
                    <a:pt x="3" y="258"/>
                    <a:pt x="0" y="255"/>
                    <a:pt x="0" y="25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74" y="0"/>
                    <a:pt x="377" y="3"/>
                    <a:pt x="377" y="7"/>
                  </a:cubicBezTo>
                  <a:cubicBezTo>
                    <a:pt x="377" y="251"/>
                    <a:pt x="377" y="251"/>
                    <a:pt x="377" y="251"/>
                  </a:cubicBezTo>
                  <a:cubicBezTo>
                    <a:pt x="377" y="255"/>
                    <a:pt x="374" y="258"/>
                    <a:pt x="370" y="258"/>
                  </a:cubicBezTo>
                  <a:close/>
                </a:path>
              </a:pathLst>
            </a:custGeom>
            <a:solidFill>
              <a:srgbClr val="B8D5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任意多边形 42"/>
            <p:cNvSpPr/>
            <p:nvPr>
              <p:custDataLst>
                <p:tags r:id="rId43"/>
              </p:custDataLst>
            </p:nvPr>
          </p:nvSpPr>
          <p:spPr bwMode="auto">
            <a:xfrm>
              <a:off x="2357" y="5075"/>
              <a:ext cx="509" cy="409"/>
            </a:xfrm>
            <a:custGeom>
              <a:avLst/>
              <a:gdLst>
                <a:gd name="T0" fmla="*/ 87 w 94"/>
                <a:gd name="T1" fmla="*/ 94 h 94"/>
                <a:gd name="T2" fmla="*/ 7 w 94"/>
                <a:gd name="T3" fmla="*/ 94 h 94"/>
                <a:gd name="T4" fmla="*/ 0 w 94"/>
                <a:gd name="T5" fmla="*/ 87 h 94"/>
                <a:gd name="T6" fmla="*/ 0 w 94"/>
                <a:gd name="T7" fmla="*/ 7 h 94"/>
                <a:gd name="T8" fmla="*/ 7 w 94"/>
                <a:gd name="T9" fmla="*/ 0 h 94"/>
                <a:gd name="T10" fmla="*/ 87 w 94"/>
                <a:gd name="T11" fmla="*/ 0 h 94"/>
                <a:gd name="T12" fmla="*/ 94 w 94"/>
                <a:gd name="T13" fmla="*/ 7 h 94"/>
                <a:gd name="T14" fmla="*/ 94 w 94"/>
                <a:gd name="T15" fmla="*/ 87 h 94"/>
                <a:gd name="T16" fmla="*/ 87 w 94"/>
                <a:gd name="T17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94">
                  <a:moveTo>
                    <a:pt x="87" y="94"/>
                  </a:moveTo>
                  <a:cubicBezTo>
                    <a:pt x="7" y="94"/>
                    <a:pt x="7" y="94"/>
                    <a:pt x="7" y="94"/>
                  </a:cubicBezTo>
                  <a:cubicBezTo>
                    <a:pt x="3" y="94"/>
                    <a:pt x="0" y="91"/>
                    <a:pt x="0" y="8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4" y="3"/>
                    <a:pt x="94" y="7"/>
                  </a:cubicBezTo>
                  <a:cubicBezTo>
                    <a:pt x="94" y="87"/>
                    <a:pt x="94" y="87"/>
                    <a:pt x="94" y="87"/>
                  </a:cubicBezTo>
                  <a:cubicBezTo>
                    <a:pt x="94" y="91"/>
                    <a:pt x="91" y="94"/>
                    <a:pt x="87" y="94"/>
                  </a:cubicBezTo>
                  <a:close/>
                </a:path>
              </a:pathLst>
            </a:custGeom>
            <a:solidFill>
              <a:srgbClr val="4C9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任意多边形 43"/>
            <p:cNvSpPr/>
            <p:nvPr>
              <p:custDataLst>
                <p:tags r:id="rId44"/>
              </p:custDataLst>
            </p:nvPr>
          </p:nvSpPr>
          <p:spPr bwMode="auto">
            <a:xfrm>
              <a:off x="2520" y="5158"/>
              <a:ext cx="253" cy="234"/>
            </a:xfrm>
            <a:custGeom>
              <a:avLst/>
              <a:gdLst>
                <a:gd name="T0" fmla="*/ 43 w 47"/>
                <a:gd name="T1" fmla="*/ 22 h 54"/>
                <a:gd name="T2" fmla="*/ 8 w 47"/>
                <a:gd name="T3" fmla="*/ 2 h 54"/>
                <a:gd name="T4" fmla="*/ 0 w 47"/>
                <a:gd name="T5" fmla="*/ 7 h 54"/>
                <a:gd name="T6" fmla="*/ 0 w 47"/>
                <a:gd name="T7" fmla="*/ 47 h 54"/>
                <a:gd name="T8" fmla="*/ 8 w 47"/>
                <a:gd name="T9" fmla="*/ 52 h 54"/>
                <a:gd name="T10" fmla="*/ 43 w 47"/>
                <a:gd name="T11" fmla="*/ 32 h 54"/>
                <a:gd name="T12" fmla="*/ 43 w 47"/>
                <a:gd name="T13" fmla="*/ 2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54">
                  <a:moveTo>
                    <a:pt x="43" y="2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4" y="0"/>
                    <a:pt x="0" y="2"/>
                    <a:pt x="0" y="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2"/>
                    <a:pt x="4" y="54"/>
                    <a:pt x="8" y="5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0"/>
                    <a:pt x="47" y="24"/>
                    <a:pt x="43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任意多边形 44"/>
            <p:cNvSpPr/>
            <p:nvPr>
              <p:custDataLst>
                <p:tags r:id="rId45"/>
              </p:custDataLst>
            </p:nvPr>
          </p:nvSpPr>
          <p:spPr bwMode="auto">
            <a:xfrm>
              <a:off x="3011" y="5515"/>
              <a:ext cx="1026" cy="52"/>
            </a:xfrm>
            <a:custGeom>
              <a:avLst/>
              <a:gdLst>
                <a:gd name="T0" fmla="*/ 184 w 190"/>
                <a:gd name="T1" fmla="*/ 12 h 12"/>
                <a:gd name="T2" fmla="*/ 7 w 190"/>
                <a:gd name="T3" fmla="*/ 12 h 12"/>
                <a:gd name="T4" fmla="*/ 0 w 190"/>
                <a:gd name="T5" fmla="*/ 6 h 12"/>
                <a:gd name="T6" fmla="*/ 0 w 190"/>
                <a:gd name="T7" fmla="*/ 6 h 12"/>
                <a:gd name="T8" fmla="*/ 7 w 190"/>
                <a:gd name="T9" fmla="*/ 0 h 12"/>
                <a:gd name="T10" fmla="*/ 184 w 190"/>
                <a:gd name="T11" fmla="*/ 0 h 12"/>
                <a:gd name="T12" fmla="*/ 190 w 190"/>
                <a:gd name="T13" fmla="*/ 6 h 12"/>
                <a:gd name="T14" fmla="*/ 190 w 190"/>
                <a:gd name="T15" fmla="*/ 6 h 12"/>
                <a:gd name="T16" fmla="*/ 184 w 190"/>
                <a:gd name="T1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12">
                  <a:moveTo>
                    <a:pt x="184" y="12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7" y="0"/>
                    <a:pt x="190" y="2"/>
                    <a:pt x="190" y="6"/>
                  </a:cubicBezTo>
                  <a:cubicBezTo>
                    <a:pt x="190" y="6"/>
                    <a:pt x="190" y="6"/>
                    <a:pt x="190" y="6"/>
                  </a:cubicBezTo>
                  <a:cubicBezTo>
                    <a:pt x="190" y="9"/>
                    <a:pt x="187" y="12"/>
                    <a:pt x="184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任意多边形 45"/>
            <p:cNvSpPr/>
            <p:nvPr>
              <p:custDataLst>
                <p:tags r:id="rId46"/>
              </p:custDataLst>
            </p:nvPr>
          </p:nvSpPr>
          <p:spPr bwMode="auto">
            <a:xfrm>
              <a:off x="3011" y="5301"/>
              <a:ext cx="1026" cy="56"/>
            </a:xfrm>
            <a:custGeom>
              <a:avLst/>
              <a:gdLst>
                <a:gd name="T0" fmla="*/ 184 w 190"/>
                <a:gd name="T1" fmla="*/ 13 h 13"/>
                <a:gd name="T2" fmla="*/ 7 w 190"/>
                <a:gd name="T3" fmla="*/ 13 h 13"/>
                <a:gd name="T4" fmla="*/ 0 w 190"/>
                <a:gd name="T5" fmla="*/ 6 h 13"/>
                <a:gd name="T6" fmla="*/ 0 w 190"/>
                <a:gd name="T7" fmla="*/ 6 h 13"/>
                <a:gd name="T8" fmla="*/ 7 w 190"/>
                <a:gd name="T9" fmla="*/ 0 h 13"/>
                <a:gd name="T10" fmla="*/ 184 w 190"/>
                <a:gd name="T11" fmla="*/ 0 h 13"/>
                <a:gd name="T12" fmla="*/ 190 w 190"/>
                <a:gd name="T13" fmla="*/ 6 h 13"/>
                <a:gd name="T14" fmla="*/ 190 w 190"/>
                <a:gd name="T15" fmla="*/ 6 h 13"/>
                <a:gd name="T16" fmla="*/ 184 w 190"/>
                <a:gd name="T1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13">
                  <a:moveTo>
                    <a:pt x="184" y="13"/>
                  </a:moveTo>
                  <a:cubicBezTo>
                    <a:pt x="7" y="13"/>
                    <a:pt x="7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7" y="0"/>
                    <a:pt x="190" y="3"/>
                    <a:pt x="190" y="6"/>
                  </a:cubicBezTo>
                  <a:cubicBezTo>
                    <a:pt x="190" y="6"/>
                    <a:pt x="190" y="6"/>
                    <a:pt x="190" y="6"/>
                  </a:cubicBezTo>
                  <a:cubicBezTo>
                    <a:pt x="190" y="10"/>
                    <a:pt x="187" y="13"/>
                    <a:pt x="184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任意多边形 46"/>
            <p:cNvSpPr/>
            <p:nvPr>
              <p:custDataLst>
                <p:tags r:id="rId47"/>
              </p:custDataLst>
            </p:nvPr>
          </p:nvSpPr>
          <p:spPr bwMode="auto">
            <a:xfrm>
              <a:off x="3011" y="5067"/>
              <a:ext cx="1026" cy="56"/>
            </a:xfrm>
            <a:custGeom>
              <a:avLst/>
              <a:gdLst>
                <a:gd name="T0" fmla="*/ 184 w 190"/>
                <a:gd name="T1" fmla="*/ 13 h 13"/>
                <a:gd name="T2" fmla="*/ 7 w 190"/>
                <a:gd name="T3" fmla="*/ 13 h 13"/>
                <a:gd name="T4" fmla="*/ 0 w 190"/>
                <a:gd name="T5" fmla="*/ 7 h 13"/>
                <a:gd name="T6" fmla="*/ 0 w 190"/>
                <a:gd name="T7" fmla="*/ 7 h 13"/>
                <a:gd name="T8" fmla="*/ 7 w 190"/>
                <a:gd name="T9" fmla="*/ 0 h 13"/>
                <a:gd name="T10" fmla="*/ 184 w 190"/>
                <a:gd name="T11" fmla="*/ 0 h 13"/>
                <a:gd name="T12" fmla="*/ 190 w 190"/>
                <a:gd name="T13" fmla="*/ 7 h 13"/>
                <a:gd name="T14" fmla="*/ 190 w 190"/>
                <a:gd name="T15" fmla="*/ 7 h 13"/>
                <a:gd name="T16" fmla="*/ 184 w 190"/>
                <a:gd name="T1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13">
                  <a:moveTo>
                    <a:pt x="184" y="13"/>
                  </a:moveTo>
                  <a:cubicBezTo>
                    <a:pt x="7" y="13"/>
                    <a:pt x="7" y="13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7" y="0"/>
                    <a:pt x="190" y="3"/>
                    <a:pt x="190" y="7"/>
                  </a:cubicBezTo>
                  <a:cubicBezTo>
                    <a:pt x="190" y="7"/>
                    <a:pt x="190" y="7"/>
                    <a:pt x="190" y="7"/>
                  </a:cubicBezTo>
                  <a:cubicBezTo>
                    <a:pt x="190" y="10"/>
                    <a:pt x="187" y="13"/>
                    <a:pt x="184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任意多边形 47"/>
            <p:cNvSpPr/>
            <p:nvPr>
              <p:custDataLst>
                <p:tags r:id="rId48"/>
              </p:custDataLst>
            </p:nvPr>
          </p:nvSpPr>
          <p:spPr bwMode="auto">
            <a:xfrm>
              <a:off x="699" y="5485"/>
              <a:ext cx="1053" cy="1357"/>
            </a:xfrm>
            <a:custGeom>
              <a:avLst/>
              <a:gdLst>
                <a:gd name="T0" fmla="*/ 190 w 195"/>
                <a:gd name="T1" fmla="*/ 312 h 312"/>
                <a:gd name="T2" fmla="*/ 13 w 195"/>
                <a:gd name="T3" fmla="*/ 312 h 312"/>
                <a:gd name="T4" fmla="*/ 0 w 195"/>
                <a:gd name="T5" fmla="*/ 300 h 312"/>
                <a:gd name="T6" fmla="*/ 8 w 195"/>
                <a:gd name="T7" fmla="*/ 13 h 312"/>
                <a:gd name="T8" fmla="*/ 13 w 195"/>
                <a:gd name="T9" fmla="*/ 8 h 312"/>
                <a:gd name="T10" fmla="*/ 182 w 195"/>
                <a:gd name="T11" fmla="*/ 0 h 312"/>
                <a:gd name="T12" fmla="*/ 195 w 195"/>
                <a:gd name="T13" fmla="*/ 13 h 312"/>
                <a:gd name="T14" fmla="*/ 195 w 195"/>
                <a:gd name="T15" fmla="*/ 308 h 312"/>
                <a:gd name="T16" fmla="*/ 190 w 195"/>
                <a:gd name="T17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312">
                  <a:moveTo>
                    <a:pt x="190" y="312"/>
                  </a:moveTo>
                  <a:cubicBezTo>
                    <a:pt x="13" y="312"/>
                    <a:pt x="13" y="312"/>
                    <a:pt x="13" y="312"/>
                  </a:cubicBezTo>
                  <a:cubicBezTo>
                    <a:pt x="10" y="312"/>
                    <a:pt x="0" y="302"/>
                    <a:pt x="0" y="300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1"/>
                    <a:pt x="10" y="8"/>
                    <a:pt x="13" y="8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5" y="0"/>
                    <a:pt x="195" y="11"/>
                    <a:pt x="195" y="13"/>
                  </a:cubicBezTo>
                  <a:cubicBezTo>
                    <a:pt x="195" y="308"/>
                    <a:pt x="195" y="308"/>
                    <a:pt x="195" y="308"/>
                  </a:cubicBezTo>
                  <a:cubicBezTo>
                    <a:pt x="195" y="310"/>
                    <a:pt x="192" y="312"/>
                    <a:pt x="190" y="312"/>
                  </a:cubicBezTo>
                  <a:close/>
                </a:path>
              </a:pathLst>
            </a:custGeom>
            <a:solidFill>
              <a:srgbClr val="1B6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任意多边形 48"/>
            <p:cNvSpPr/>
            <p:nvPr>
              <p:custDataLst>
                <p:tags r:id="rId49"/>
              </p:custDataLst>
            </p:nvPr>
          </p:nvSpPr>
          <p:spPr bwMode="auto">
            <a:xfrm>
              <a:off x="683" y="5475"/>
              <a:ext cx="1010" cy="1324"/>
            </a:xfrm>
            <a:custGeom>
              <a:avLst/>
              <a:gdLst>
                <a:gd name="T0" fmla="*/ 183 w 187"/>
                <a:gd name="T1" fmla="*/ 304 h 304"/>
                <a:gd name="T2" fmla="*/ 5 w 187"/>
                <a:gd name="T3" fmla="*/ 304 h 304"/>
                <a:gd name="T4" fmla="*/ 0 w 187"/>
                <a:gd name="T5" fmla="*/ 299 h 304"/>
                <a:gd name="T6" fmla="*/ 0 w 187"/>
                <a:gd name="T7" fmla="*/ 4 h 304"/>
                <a:gd name="T8" fmla="*/ 5 w 187"/>
                <a:gd name="T9" fmla="*/ 0 h 304"/>
                <a:gd name="T10" fmla="*/ 183 w 187"/>
                <a:gd name="T11" fmla="*/ 0 h 304"/>
                <a:gd name="T12" fmla="*/ 187 w 187"/>
                <a:gd name="T13" fmla="*/ 4 h 304"/>
                <a:gd name="T14" fmla="*/ 187 w 187"/>
                <a:gd name="T15" fmla="*/ 299 h 304"/>
                <a:gd name="T16" fmla="*/ 183 w 187"/>
                <a:gd name="T17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7" h="304">
                  <a:moveTo>
                    <a:pt x="183" y="304"/>
                  </a:moveTo>
                  <a:cubicBezTo>
                    <a:pt x="5" y="304"/>
                    <a:pt x="5" y="304"/>
                    <a:pt x="5" y="304"/>
                  </a:cubicBezTo>
                  <a:cubicBezTo>
                    <a:pt x="2" y="304"/>
                    <a:pt x="0" y="302"/>
                    <a:pt x="0" y="299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5" y="0"/>
                    <a:pt x="187" y="2"/>
                    <a:pt x="187" y="4"/>
                  </a:cubicBezTo>
                  <a:cubicBezTo>
                    <a:pt x="187" y="299"/>
                    <a:pt x="187" y="299"/>
                    <a:pt x="187" y="299"/>
                  </a:cubicBezTo>
                  <a:cubicBezTo>
                    <a:pt x="187" y="302"/>
                    <a:pt x="185" y="304"/>
                    <a:pt x="183" y="30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任意多边形 49"/>
            <p:cNvSpPr/>
            <p:nvPr>
              <p:custDataLst>
                <p:tags r:id="rId50"/>
              </p:custDataLst>
            </p:nvPr>
          </p:nvSpPr>
          <p:spPr bwMode="auto">
            <a:xfrm>
              <a:off x="1132" y="6633"/>
              <a:ext cx="151" cy="122"/>
            </a:xfrm>
            <a:custGeom>
              <a:avLst/>
              <a:gdLst>
                <a:gd name="T0" fmla="*/ 28 w 28"/>
                <a:gd name="T1" fmla="*/ 14 h 28"/>
                <a:gd name="T2" fmla="*/ 28 w 28"/>
                <a:gd name="T3" fmla="*/ 17 h 28"/>
                <a:gd name="T4" fmla="*/ 14 w 28"/>
                <a:gd name="T5" fmla="*/ 28 h 28"/>
                <a:gd name="T6" fmla="*/ 0 w 28"/>
                <a:gd name="T7" fmla="*/ 14 h 28"/>
                <a:gd name="T8" fmla="*/ 9 w 28"/>
                <a:gd name="T9" fmla="*/ 1 h 28"/>
                <a:gd name="T10" fmla="*/ 14 w 28"/>
                <a:gd name="T11" fmla="*/ 0 h 28"/>
                <a:gd name="T12" fmla="*/ 28 w 28"/>
                <a:gd name="T13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8">
                  <a:moveTo>
                    <a:pt x="28" y="14"/>
                  </a:moveTo>
                  <a:cubicBezTo>
                    <a:pt x="28" y="15"/>
                    <a:pt x="28" y="16"/>
                    <a:pt x="28" y="17"/>
                  </a:cubicBezTo>
                  <a:cubicBezTo>
                    <a:pt x="27" y="23"/>
                    <a:pt x="21" y="28"/>
                    <a:pt x="14" y="28"/>
                  </a:cubicBezTo>
                  <a:cubicBezTo>
                    <a:pt x="6" y="28"/>
                    <a:pt x="0" y="22"/>
                    <a:pt x="0" y="14"/>
                  </a:cubicBezTo>
                  <a:cubicBezTo>
                    <a:pt x="0" y="8"/>
                    <a:pt x="4" y="2"/>
                    <a:pt x="9" y="1"/>
                  </a:cubicBezTo>
                  <a:cubicBezTo>
                    <a:pt x="11" y="0"/>
                    <a:pt x="12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任意多边形 50"/>
            <p:cNvSpPr/>
            <p:nvPr>
              <p:custDataLst>
                <p:tags r:id="rId51"/>
              </p:custDataLst>
            </p:nvPr>
          </p:nvSpPr>
          <p:spPr bwMode="auto">
            <a:xfrm>
              <a:off x="802" y="5572"/>
              <a:ext cx="773" cy="1005"/>
            </a:xfrm>
            <a:custGeom>
              <a:avLst/>
              <a:gdLst>
                <a:gd name="T0" fmla="*/ 139 w 143"/>
                <a:gd name="T1" fmla="*/ 231 h 231"/>
                <a:gd name="T2" fmla="*/ 3 w 143"/>
                <a:gd name="T3" fmla="*/ 231 h 231"/>
                <a:gd name="T4" fmla="*/ 0 w 143"/>
                <a:gd name="T5" fmla="*/ 227 h 231"/>
                <a:gd name="T6" fmla="*/ 0 w 143"/>
                <a:gd name="T7" fmla="*/ 4 h 231"/>
                <a:gd name="T8" fmla="*/ 3 w 143"/>
                <a:gd name="T9" fmla="*/ 0 h 231"/>
                <a:gd name="T10" fmla="*/ 139 w 143"/>
                <a:gd name="T11" fmla="*/ 0 h 231"/>
                <a:gd name="T12" fmla="*/ 143 w 143"/>
                <a:gd name="T13" fmla="*/ 4 h 231"/>
                <a:gd name="T14" fmla="*/ 143 w 143"/>
                <a:gd name="T15" fmla="*/ 227 h 231"/>
                <a:gd name="T16" fmla="*/ 139 w 143"/>
                <a:gd name="T17" fmla="*/ 231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3" h="231">
                  <a:moveTo>
                    <a:pt x="139" y="231"/>
                  </a:moveTo>
                  <a:cubicBezTo>
                    <a:pt x="3" y="231"/>
                    <a:pt x="3" y="231"/>
                    <a:pt x="3" y="231"/>
                  </a:cubicBezTo>
                  <a:cubicBezTo>
                    <a:pt x="1" y="231"/>
                    <a:pt x="0" y="229"/>
                    <a:pt x="0" y="22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1" y="0"/>
                    <a:pt x="143" y="2"/>
                    <a:pt x="143" y="4"/>
                  </a:cubicBezTo>
                  <a:cubicBezTo>
                    <a:pt x="143" y="227"/>
                    <a:pt x="143" y="227"/>
                    <a:pt x="143" y="227"/>
                  </a:cubicBezTo>
                  <a:cubicBezTo>
                    <a:pt x="143" y="229"/>
                    <a:pt x="141" y="231"/>
                    <a:pt x="139" y="231"/>
                  </a:cubicBezTo>
                  <a:close/>
                </a:path>
              </a:pathLst>
            </a:custGeom>
            <a:solidFill>
              <a:srgbClr val="1B6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任意多边形 51"/>
            <p:cNvSpPr/>
            <p:nvPr>
              <p:custDataLst>
                <p:tags r:id="rId52"/>
              </p:custDataLst>
            </p:nvPr>
          </p:nvSpPr>
          <p:spPr bwMode="auto">
            <a:xfrm>
              <a:off x="829" y="5611"/>
              <a:ext cx="719" cy="940"/>
            </a:xfrm>
            <a:custGeom>
              <a:avLst/>
              <a:gdLst>
                <a:gd name="T0" fmla="*/ 133 w 133"/>
                <a:gd name="T1" fmla="*/ 3 h 216"/>
                <a:gd name="T2" fmla="*/ 133 w 133"/>
                <a:gd name="T3" fmla="*/ 213 h 216"/>
                <a:gd name="T4" fmla="*/ 130 w 133"/>
                <a:gd name="T5" fmla="*/ 216 h 216"/>
                <a:gd name="T6" fmla="*/ 4 w 133"/>
                <a:gd name="T7" fmla="*/ 216 h 216"/>
                <a:gd name="T8" fmla="*/ 0 w 133"/>
                <a:gd name="T9" fmla="*/ 213 h 216"/>
                <a:gd name="T10" fmla="*/ 0 w 133"/>
                <a:gd name="T11" fmla="*/ 3 h 216"/>
                <a:gd name="T12" fmla="*/ 4 w 133"/>
                <a:gd name="T13" fmla="*/ 0 h 216"/>
                <a:gd name="T14" fmla="*/ 130 w 133"/>
                <a:gd name="T15" fmla="*/ 0 h 216"/>
                <a:gd name="T16" fmla="*/ 133 w 133"/>
                <a:gd name="T17" fmla="*/ 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216">
                  <a:moveTo>
                    <a:pt x="133" y="3"/>
                  </a:moveTo>
                  <a:cubicBezTo>
                    <a:pt x="133" y="213"/>
                    <a:pt x="133" y="213"/>
                    <a:pt x="133" y="213"/>
                  </a:cubicBezTo>
                  <a:cubicBezTo>
                    <a:pt x="133" y="215"/>
                    <a:pt x="132" y="216"/>
                    <a:pt x="130" y="216"/>
                  </a:cubicBezTo>
                  <a:cubicBezTo>
                    <a:pt x="4" y="216"/>
                    <a:pt x="4" y="216"/>
                    <a:pt x="4" y="216"/>
                  </a:cubicBezTo>
                  <a:cubicBezTo>
                    <a:pt x="2" y="216"/>
                    <a:pt x="0" y="215"/>
                    <a:pt x="0" y="21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2" y="0"/>
                    <a:pt x="133" y="2"/>
                    <a:pt x="133" y="3"/>
                  </a:cubicBezTo>
                  <a:close/>
                </a:path>
              </a:pathLst>
            </a:custGeom>
            <a:solidFill>
              <a:srgbClr val="F7E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任意多边形 52"/>
            <p:cNvSpPr/>
            <p:nvPr>
              <p:custDataLst>
                <p:tags r:id="rId53"/>
              </p:custDataLst>
            </p:nvPr>
          </p:nvSpPr>
          <p:spPr bwMode="auto">
            <a:xfrm>
              <a:off x="888" y="5914"/>
              <a:ext cx="561" cy="26"/>
            </a:xfrm>
            <a:custGeom>
              <a:avLst/>
              <a:gdLst>
                <a:gd name="T0" fmla="*/ 101 w 104"/>
                <a:gd name="T1" fmla="*/ 6 h 6"/>
                <a:gd name="T2" fmla="*/ 3 w 104"/>
                <a:gd name="T3" fmla="*/ 6 h 6"/>
                <a:gd name="T4" fmla="*/ 0 w 104"/>
                <a:gd name="T5" fmla="*/ 3 h 6"/>
                <a:gd name="T6" fmla="*/ 0 w 104"/>
                <a:gd name="T7" fmla="*/ 3 h 6"/>
                <a:gd name="T8" fmla="*/ 3 w 104"/>
                <a:gd name="T9" fmla="*/ 0 h 6"/>
                <a:gd name="T10" fmla="*/ 101 w 104"/>
                <a:gd name="T11" fmla="*/ 0 h 6"/>
                <a:gd name="T12" fmla="*/ 104 w 104"/>
                <a:gd name="T13" fmla="*/ 3 h 6"/>
                <a:gd name="T14" fmla="*/ 104 w 104"/>
                <a:gd name="T15" fmla="*/ 3 h 6"/>
                <a:gd name="T16" fmla="*/ 101 w 104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6">
                  <a:moveTo>
                    <a:pt x="101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3" y="0"/>
                    <a:pt x="104" y="1"/>
                    <a:pt x="104" y="3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4" y="5"/>
                    <a:pt x="103" y="6"/>
                    <a:pt x="101" y="6"/>
                  </a:cubicBezTo>
                  <a:close/>
                </a:path>
              </a:pathLst>
            </a:cu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任意多边形 53"/>
            <p:cNvSpPr/>
            <p:nvPr>
              <p:custDataLst>
                <p:tags r:id="rId54"/>
              </p:custDataLst>
            </p:nvPr>
          </p:nvSpPr>
          <p:spPr bwMode="auto">
            <a:xfrm>
              <a:off x="888" y="5967"/>
              <a:ext cx="341" cy="27"/>
            </a:xfrm>
            <a:custGeom>
              <a:avLst/>
              <a:gdLst>
                <a:gd name="T0" fmla="*/ 61 w 63"/>
                <a:gd name="T1" fmla="*/ 6 h 6"/>
                <a:gd name="T2" fmla="*/ 3 w 63"/>
                <a:gd name="T3" fmla="*/ 6 h 6"/>
                <a:gd name="T4" fmla="*/ 0 w 63"/>
                <a:gd name="T5" fmla="*/ 4 h 6"/>
                <a:gd name="T6" fmla="*/ 0 w 63"/>
                <a:gd name="T7" fmla="*/ 2 h 6"/>
                <a:gd name="T8" fmla="*/ 3 w 63"/>
                <a:gd name="T9" fmla="*/ 0 h 6"/>
                <a:gd name="T10" fmla="*/ 61 w 63"/>
                <a:gd name="T11" fmla="*/ 0 h 6"/>
                <a:gd name="T12" fmla="*/ 63 w 63"/>
                <a:gd name="T13" fmla="*/ 2 h 6"/>
                <a:gd name="T14" fmla="*/ 63 w 63"/>
                <a:gd name="T15" fmla="*/ 4 h 6"/>
                <a:gd name="T16" fmla="*/ 61 w 63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6">
                  <a:moveTo>
                    <a:pt x="61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2" y="0"/>
                    <a:pt x="63" y="1"/>
                    <a:pt x="63" y="2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5"/>
                    <a:pt x="62" y="6"/>
                    <a:pt x="61" y="6"/>
                  </a:cubicBezTo>
                  <a:close/>
                </a:path>
              </a:pathLst>
            </a:cu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椭圆 103"/>
            <p:cNvSpPr/>
            <p:nvPr>
              <p:custDataLst>
                <p:tags r:id="rId55"/>
              </p:custDataLst>
            </p:nvPr>
          </p:nvSpPr>
          <p:spPr bwMode="auto">
            <a:xfrm>
              <a:off x="898" y="5741"/>
              <a:ext cx="135" cy="113"/>
            </a:xfrm>
            <a:prstGeom prst="ellipse">
              <a:avLst/>
            </a:pr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任意多边形 55"/>
            <p:cNvSpPr/>
            <p:nvPr>
              <p:custDataLst>
                <p:tags r:id="rId56"/>
              </p:custDataLst>
            </p:nvPr>
          </p:nvSpPr>
          <p:spPr bwMode="auto">
            <a:xfrm>
              <a:off x="888" y="6241"/>
              <a:ext cx="561" cy="26"/>
            </a:xfrm>
            <a:custGeom>
              <a:avLst/>
              <a:gdLst>
                <a:gd name="T0" fmla="*/ 101 w 104"/>
                <a:gd name="T1" fmla="*/ 6 h 6"/>
                <a:gd name="T2" fmla="*/ 3 w 104"/>
                <a:gd name="T3" fmla="*/ 6 h 6"/>
                <a:gd name="T4" fmla="*/ 0 w 104"/>
                <a:gd name="T5" fmla="*/ 3 h 6"/>
                <a:gd name="T6" fmla="*/ 0 w 104"/>
                <a:gd name="T7" fmla="*/ 3 h 6"/>
                <a:gd name="T8" fmla="*/ 3 w 104"/>
                <a:gd name="T9" fmla="*/ 0 h 6"/>
                <a:gd name="T10" fmla="*/ 101 w 104"/>
                <a:gd name="T11" fmla="*/ 0 h 6"/>
                <a:gd name="T12" fmla="*/ 104 w 104"/>
                <a:gd name="T13" fmla="*/ 3 h 6"/>
                <a:gd name="T14" fmla="*/ 104 w 104"/>
                <a:gd name="T15" fmla="*/ 3 h 6"/>
                <a:gd name="T16" fmla="*/ 101 w 104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6">
                  <a:moveTo>
                    <a:pt x="101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3" y="0"/>
                    <a:pt x="104" y="1"/>
                    <a:pt x="104" y="3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4" y="5"/>
                    <a:pt x="103" y="6"/>
                    <a:pt x="101" y="6"/>
                  </a:cubicBezTo>
                  <a:close/>
                </a:path>
              </a:pathLst>
            </a:cu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任意多边形 56"/>
            <p:cNvSpPr/>
            <p:nvPr>
              <p:custDataLst>
                <p:tags r:id="rId57"/>
              </p:custDataLst>
            </p:nvPr>
          </p:nvSpPr>
          <p:spPr bwMode="auto">
            <a:xfrm>
              <a:off x="888" y="6293"/>
              <a:ext cx="341" cy="26"/>
            </a:xfrm>
            <a:custGeom>
              <a:avLst/>
              <a:gdLst>
                <a:gd name="T0" fmla="*/ 61 w 63"/>
                <a:gd name="T1" fmla="*/ 6 h 6"/>
                <a:gd name="T2" fmla="*/ 3 w 63"/>
                <a:gd name="T3" fmla="*/ 6 h 6"/>
                <a:gd name="T4" fmla="*/ 0 w 63"/>
                <a:gd name="T5" fmla="*/ 4 h 6"/>
                <a:gd name="T6" fmla="*/ 0 w 63"/>
                <a:gd name="T7" fmla="*/ 2 h 6"/>
                <a:gd name="T8" fmla="*/ 3 w 63"/>
                <a:gd name="T9" fmla="*/ 0 h 6"/>
                <a:gd name="T10" fmla="*/ 61 w 63"/>
                <a:gd name="T11" fmla="*/ 0 h 6"/>
                <a:gd name="T12" fmla="*/ 63 w 63"/>
                <a:gd name="T13" fmla="*/ 2 h 6"/>
                <a:gd name="T14" fmla="*/ 63 w 63"/>
                <a:gd name="T15" fmla="*/ 4 h 6"/>
                <a:gd name="T16" fmla="*/ 61 w 63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6">
                  <a:moveTo>
                    <a:pt x="61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2" y="0"/>
                    <a:pt x="63" y="1"/>
                    <a:pt x="63" y="2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5"/>
                    <a:pt x="62" y="6"/>
                    <a:pt x="61" y="6"/>
                  </a:cubicBezTo>
                  <a:close/>
                </a:path>
              </a:pathLst>
            </a:cu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椭圆 106"/>
            <p:cNvSpPr/>
            <p:nvPr>
              <p:custDataLst>
                <p:tags r:id="rId58"/>
              </p:custDataLst>
            </p:nvPr>
          </p:nvSpPr>
          <p:spPr bwMode="auto">
            <a:xfrm>
              <a:off x="898" y="6072"/>
              <a:ext cx="135" cy="108"/>
            </a:xfrm>
            <a:prstGeom prst="ellipse">
              <a:avLst/>
            </a:pr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任意多边形 58"/>
            <p:cNvSpPr/>
            <p:nvPr>
              <p:custDataLst>
                <p:tags r:id="rId59"/>
              </p:custDataLst>
            </p:nvPr>
          </p:nvSpPr>
          <p:spPr bwMode="auto">
            <a:xfrm>
              <a:off x="829" y="5611"/>
              <a:ext cx="719" cy="548"/>
            </a:xfrm>
            <a:custGeom>
              <a:avLst/>
              <a:gdLst>
                <a:gd name="T0" fmla="*/ 133 w 133"/>
                <a:gd name="T1" fmla="*/ 3 h 126"/>
                <a:gd name="T2" fmla="*/ 133 w 133"/>
                <a:gd name="T3" fmla="*/ 47 h 126"/>
                <a:gd name="T4" fmla="*/ 0 w 133"/>
                <a:gd name="T5" fmla="*/ 126 h 126"/>
                <a:gd name="T6" fmla="*/ 0 w 133"/>
                <a:gd name="T7" fmla="*/ 59 h 126"/>
                <a:gd name="T8" fmla="*/ 99 w 133"/>
                <a:gd name="T9" fmla="*/ 0 h 126"/>
                <a:gd name="T10" fmla="*/ 130 w 133"/>
                <a:gd name="T11" fmla="*/ 0 h 126"/>
                <a:gd name="T12" fmla="*/ 133 w 133"/>
                <a:gd name="T13" fmla="*/ 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" h="126">
                  <a:moveTo>
                    <a:pt x="133" y="3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2" y="0"/>
                    <a:pt x="133" y="2"/>
                    <a:pt x="133" y="3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任意多边形 59"/>
            <p:cNvSpPr/>
            <p:nvPr>
              <p:custDataLst>
                <p:tags r:id="rId60"/>
              </p:custDataLst>
            </p:nvPr>
          </p:nvSpPr>
          <p:spPr bwMode="auto">
            <a:xfrm>
              <a:off x="829" y="5910"/>
              <a:ext cx="719" cy="461"/>
            </a:xfrm>
            <a:custGeom>
              <a:avLst/>
              <a:gdLst>
                <a:gd name="T0" fmla="*/ 401 w 401"/>
                <a:gd name="T1" fmla="*/ 0 h 319"/>
                <a:gd name="T2" fmla="*/ 401 w 401"/>
                <a:gd name="T3" fmla="*/ 79 h 319"/>
                <a:gd name="T4" fmla="*/ 0 w 401"/>
                <a:gd name="T5" fmla="*/ 319 h 319"/>
                <a:gd name="T6" fmla="*/ 0 w 401"/>
                <a:gd name="T7" fmla="*/ 238 h 319"/>
                <a:gd name="T8" fmla="*/ 401 w 401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319">
                  <a:moveTo>
                    <a:pt x="401" y="0"/>
                  </a:moveTo>
                  <a:lnTo>
                    <a:pt x="401" y="79"/>
                  </a:lnTo>
                  <a:lnTo>
                    <a:pt x="0" y="319"/>
                  </a:lnTo>
                  <a:lnTo>
                    <a:pt x="0" y="23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12" name="图片 111"/>
          <p:cNvPicPr>
            <a:picLocks noChangeAspect="1"/>
          </p:cNvPicPr>
          <p:nvPr/>
        </p:nvPicPr>
        <p:blipFill rotWithShape="1"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23" t="1518" r="8926" b="66420"/>
          <a:stretch>
            <a:fillRect/>
          </a:stretch>
        </p:blipFill>
        <p:spPr>
          <a:xfrm>
            <a:off x="10794451" y="4648824"/>
            <a:ext cx="1200635" cy="1324401"/>
          </a:xfrm>
          <a:prstGeom prst="rect">
            <a:avLst/>
          </a:prstGeom>
        </p:spPr>
      </p:pic>
      <p:sp>
        <p:nvSpPr>
          <p:cNvPr id="113" name="矩形 112"/>
          <p:cNvSpPr/>
          <p:nvPr/>
        </p:nvSpPr>
        <p:spPr>
          <a:xfrm>
            <a:off x="4128770" y="2382520"/>
            <a:ext cx="2910205" cy="18078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62"/>
          <a:stretch>
            <a:fillRect/>
          </a:stretch>
        </p:blipFill>
        <p:spPr>
          <a:xfrm>
            <a:off x="4011295" y="4648835"/>
            <a:ext cx="6497955" cy="1263015"/>
          </a:xfrm>
          <a:prstGeom prst="rect">
            <a:avLst/>
          </a:prstGeom>
          <a:ln>
            <a:solidFill>
              <a:srgbClr val="4C944C"/>
            </a:solidFill>
          </a:ln>
        </p:spPr>
      </p:pic>
    </p:spTree>
    <p:custDataLst>
      <p:tags r:id="rId6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1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1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8500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数据查询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-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全表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查询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01365" y="1204595"/>
            <a:ext cx="8574405" cy="5165090"/>
            <a:chOff x="5199" y="1897"/>
            <a:chExt cx="13503" cy="8134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1897"/>
              <a:ext cx="11959" cy="8057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133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643" y="2229"/>
              <a:ext cx="13059" cy="78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= require('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 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connection =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mysql.createConnection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({    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host     : 'localhost',      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user     : 'root',             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password : '',      </a:t>
              </a:r>
              <a:r>
                <a:rPr lang="en-US" altLang="zh-CN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//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此处为自己数据库的密码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database: '</a:t>
              </a:r>
              <a:r>
                <a:rPr lang="en-US" altLang="zh-CN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DuDaInfo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connection.connect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全表查询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= 'SELECT * FROM product';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connection.query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sql,function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(err, 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result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) {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if(err){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console.log('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查询出错：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',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err.message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return;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}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console.log(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result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);     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3597255" y="1449104"/>
            <a:ext cx="7417974" cy="2204847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570365" y="4048899"/>
            <a:ext cx="7444864" cy="2272547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4470" y="2072005"/>
            <a:ext cx="5862955" cy="767080"/>
            <a:chOff x="322" y="3263"/>
            <a:chExt cx="9233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22" y="3263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填写自己设置的密码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081" y="4471"/>
              <a:ext cx="447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5081" y="363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363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204470" y="4676775"/>
            <a:ext cx="9171305" cy="1203960"/>
            <a:chOff x="322" y="7045"/>
            <a:chExt cx="14443" cy="1896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2" y="7621"/>
              <a:ext cx="4215" cy="1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查询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结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果存储到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result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中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数据类型为：数组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081" y="7045"/>
              <a:ext cx="968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081" y="7045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689" y="794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4689" y="7614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309245" y="1065530"/>
            <a:ext cx="2297430" cy="610235"/>
            <a:chOff x="855" y="1518"/>
            <a:chExt cx="3618" cy="961"/>
          </a:xfrm>
        </p:grpSpPr>
        <p:sp>
          <p:nvSpPr>
            <p:cNvPr id="9" name="矩形 8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3887470" y="3081655"/>
            <a:ext cx="6863080" cy="1334135"/>
          </a:xfrm>
          <a:prstGeom prst="rect">
            <a:avLst/>
          </a:prstGeom>
          <a:ln>
            <a:solidFill>
              <a:srgbClr val="4C944C"/>
            </a:solidFill>
          </a:ln>
        </p:spPr>
      </p:pic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28" name="矩形 1"/>
            <p:cNvSpPr/>
            <p:nvPr>
              <p:custDataLst>
                <p:tags r:id="rId4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iconfont-1187-868615"/>
            <p:cNvSpPr/>
            <p:nvPr>
              <p:custDataLst>
                <p:tags r:id="rId5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2916555" y="1245870"/>
            <a:ext cx="83007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表中</a:t>
            </a:r>
            <a:r>
              <a:rPr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根据商品类别号</a:t>
            </a:r>
            <a:r>
              <a:rPr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查询商品信息</a:t>
            </a:r>
            <a:r>
              <a:rPr 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，并显示在控制</a:t>
            </a:r>
            <a:r>
              <a:rPr 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台。</a:t>
            </a:r>
            <a:endParaRPr 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5130" y="208567"/>
            <a:ext cx="43764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数据查询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-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参数化查询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92735" y="2661920"/>
            <a:ext cx="3629660" cy="2824480"/>
            <a:chOff x="461" y="4192"/>
            <a:chExt cx="5716" cy="4448"/>
          </a:xfrm>
        </p:grpSpPr>
        <p:sp>
          <p:nvSpPr>
            <p:cNvPr id="55" name="任意多边形 5"/>
            <p:cNvSpPr/>
            <p:nvPr>
              <p:custDataLst>
                <p:tags r:id="rId6"/>
              </p:custDataLst>
            </p:nvPr>
          </p:nvSpPr>
          <p:spPr bwMode="auto">
            <a:xfrm>
              <a:off x="3513" y="4278"/>
              <a:ext cx="303" cy="69"/>
            </a:xfrm>
            <a:custGeom>
              <a:avLst/>
              <a:gdLst>
                <a:gd name="T0" fmla="*/ 48 w 56"/>
                <a:gd name="T1" fmla="*/ 16 h 16"/>
                <a:gd name="T2" fmla="*/ 8 w 56"/>
                <a:gd name="T3" fmla="*/ 16 h 16"/>
                <a:gd name="T4" fmla="*/ 0 w 56"/>
                <a:gd name="T5" fmla="*/ 8 h 16"/>
                <a:gd name="T6" fmla="*/ 0 w 56"/>
                <a:gd name="T7" fmla="*/ 8 h 16"/>
                <a:gd name="T8" fmla="*/ 8 w 56"/>
                <a:gd name="T9" fmla="*/ 0 h 16"/>
                <a:gd name="T10" fmla="*/ 48 w 56"/>
                <a:gd name="T11" fmla="*/ 0 h 16"/>
                <a:gd name="T12" fmla="*/ 56 w 56"/>
                <a:gd name="T13" fmla="*/ 8 h 16"/>
                <a:gd name="T14" fmla="*/ 56 w 56"/>
                <a:gd name="T15" fmla="*/ 8 h 16"/>
                <a:gd name="T16" fmla="*/ 48 w 56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6">
                  <a:moveTo>
                    <a:pt x="4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2" y="0"/>
                    <a:pt x="56" y="3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12"/>
                    <a:pt x="52" y="16"/>
                    <a:pt x="48" y="16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任意多边形 6"/>
            <p:cNvSpPr/>
            <p:nvPr>
              <p:custDataLst>
                <p:tags r:id="rId7"/>
              </p:custDataLst>
            </p:nvPr>
          </p:nvSpPr>
          <p:spPr bwMode="auto">
            <a:xfrm>
              <a:off x="3621" y="4192"/>
              <a:ext cx="86" cy="243"/>
            </a:xfrm>
            <a:custGeom>
              <a:avLst/>
              <a:gdLst>
                <a:gd name="T0" fmla="*/ 16 w 16"/>
                <a:gd name="T1" fmla="*/ 8 h 56"/>
                <a:gd name="T2" fmla="*/ 16 w 16"/>
                <a:gd name="T3" fmla="*/ 48 h 56"/>
                <a:gd name="T4" fmla="*/ 8 w 16"/>
                <a:gd name="T5" fmla="*/ 56 h 56"/>
                <a:gd name="T6" fmla="*/ 8 w 16"/>
                <a:gd name="T7" fmla="*/ 56 h 56"/>
                <a:gd name="T8" fmla="*/ 0 w 16"/>
                <a:gd name="T9" fmla="*/ 48 h 56"/>
                <a:gd name="T10" fmla="*/ 0 w 16"/>
                <a:gd name="T11" fmla="*/ 8 h 56"/>
                <a:gd name="T12" fmla="*/ 8 w 16"/>
                <a:gd name="T13" fmla="*/ 0 h 56"/>
                <a:gd name="T14" fmla="*/ 8 w 16"/>
                <a:gd name="T15" fmla="*/ 0 h 56"/>
                <a:gd name="T16" fmla="*/ 16 w 16"/>
                <a:gd name="T17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56">
                  <a:moveTo>
                    <a:pt x="16" y="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6" y="52"/>
                    <a:pt x="13" y="56"/>
                    <a:pt x="8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3" y="56"/>
                    <a:pt x="0" y="52"/>
                    <a:pt x="0" y="4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3" y="0"/>
                    <a:pt x="16" y="4"/>
                    <a:pt x="16" y="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任意多边形 7"/>
            <p:cNvSpPr/>
            <p:nvPr>
              <p:custDataLst>
                <p:tags r:id="rId8"/>
              </p:custDataLst>
            </p:nvPr>
          </p:nvSpPr>
          <p:spPr bwMode="auto">
            <a:xfrm>
              <a:off x="958" y="4335"/>
              <a:ext cx="1038" cy="1219"/>
            </a:xfrm>
            <a:custGeom>
              <a:avLst/>
              <a:gdLst>
                <a:gd name="T0" fmla="*/ 190 w 192"/>
                <a:gd name="T1" fmla="*/ 117 h 280"/>
                <a:gd name="T2" fmla="*/ 97 w 192"/>
                <a:gd name="T3" fmla="*/ 3 h 280"/>
                <a:gd name="T4" fmla="*/ 91 w 192"/>
                <a:gd name="T5" fmla="*/ 3 h 280"/>
                <a:gd name="T6" fmla="*/ 2 w 192"/>
                <a:gd name="T7" fmla="*/ 120 h 280"/>
                <a:gd name="T8" fmla="*/ 5 w 192"/>
                <a:gd name="T9" fmla="*/ 125 h 280"/>
                <a:gd name="T10" fmla="*/ 50 w 192"/>
                <a:gd name="T11" fmla="*/ 125 h 280"/>
                <a:gd name="T12" fmla="*/ 54 w 192"/>
                <a:gd name="T13" fmla="*/ 129 h 280"/>
                <a:gd name="T14" fmla="*/ 54 w 192"/>
                <a:gd name="T15" fmla="*/ 276 h 280"/>
                <a:gd name="T16" fmla="*/ 57 w 192"/>
                <a:gd name="T17" fmla="*/ 280 h 280"/>
                <a:gd name="T18" fmla="*/ 132 w 192"/>
                <a:gd name="T19" fmla="*/ 280 h 280"/>
                <a:gd name="T20" fmla="*/ 136 w 192"/>
                <a:gd name="T21" fmla="*/ 276 h 280"/>
                <a:gd name="T22" fmla="*/ 136 w 192"/>
                <a:gd name="T23" fmla="*/ 129 h 280"/>
                <a:gd name="T24" fmla="*/ 139 w 192"/>
                <a:gd name="T25" fmla="*/ 125 h 280"/>
                <a:gd name="T26" fmla="*/ 187 w 192"/>
                <a:gd name="T27" fmla="*/ 122 h 280"/>
                <a:gd name="T28" fmla="*/ 190 w 192"/>
                <a:gd name="T29" fmla="*/ 11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2" h="280">
                  <a:moveTo>
                    <a:pt x="190" y="117"/>
                  </a:moveTo>
                  <a:cubicBezTo>
                    <a:pt x="97" y="3"/>
                    <a:pt x="97" y="3"/>
                    <a:pt x="97" y="3"/>
                  </a:cubicBezTo>
                  <a:cubicBezTo>
                    <a:pt x="95" y="0"/>
                    <a:pt x="92" y="0"/>
                    <a:pt x="91" y="3"/>
                  </a:cubicBezTo>
                  <a:cubicBezTo>
                    <a:pt x="2" y="120"/>
                    <a:pt x="2" y="120"/>
                    <a:pt x="2" y="120"/>
                  </a:cubicBezTo>
                  <a:cubicBezTo>
                    <a:pt x="0" y="122"/>
                    <a:pt x="2" y="125"/>
                    <a:pt x="5" y="125"/>
                  </a:cubicBezTo>
                  <a:cubicBezTo>
                    <a:pt x="50" y="125"/>
                    <a:pt x="50" y="125"/>
                    <a:pt x="50" y="125"/>
                  </a:cubicBezTo>
                  <a:cubicBezTo>
                    <a:pt x="52" y="125"/>
                    <a:pt x="54" y="127"/>
                    <a:pt x="54" y="129"/>
                  </a:cubicBezTo>
                  <a:cubicBezTo>
                    <a:pt x="54" y="276"/>
                    <a:pt x="54" y="276"/>
                    <a:pt x="54" y="276"/>
                  </a:cubicBezTo>
                  <a:cubicBezTo>
                    <a:pt x="54" y="278"/>
                    <a:pt x="55" y="280"/>
                    <a:pt x="57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4" y="280"/>
                    <a:pt x="136" y="278"/>
                    <a:pt x="136" y="276"/>
                  </a:cubicBezTo>
                  <a:cubicBezTo>
                    <a:pt x="136" y="129"/>
                    <a:pt x="136" y="129"/>
                    <a:pt x="136" y="129"/>
                  </a:cubicBezTo>
                  <a:cubicBezTo>
                    <a:pt x="136" y="127"/>
                    <a:pt x="137" y="125"/>
                    <a:pt x="139" y="125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90" y="122"/>
                    <a:pt x="192" y="119"/>
                    <a:pt x="190" y="11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任意多边形 8"/>
            <p:cNvSpPr/>
            <p:nvPr>
              <p:custDataLst>
                <p:tags r:id="rId9"/>
              </p:custDataLst>
            </p:nvPr>
          </p:nvSpPr>
          <p:spPr bwMode="auto">
            <a:xfrm>
              <a:off x="2276" y="4361"/>
              <a:ext cx="848" cy="405"/>
            </a:xfrm>
            <a:custGeom>
              <a:avLst/>
              <a:gdLst>
                <a:gd name="T0" fmla="*/ 87 w 157"/>
                <a:gd name="T1" fmla="*/ 93 h 93"/>
                <a:gd name="T2" fmla="*/ 25 w 157"/>
                <a:gd name="T3" fmla="*/ 93 h 93"/>
                <a:gd name="T4" fmla="*/ 10 w 157"/>
                <a:gd name="T5" fmla="*/ 52 h 93"/>
                <a:gd name="T6" fmla="*/ 47 w 157"/>
                <a:gd name="T7" fmla="*/ 37 h 93"/>
                <a:gd name="T8" fmla="*/ 84 w 157"/>
                <a:gd name="T9" fmla="*/ 0 h 93"/>
                <a:gd name="T10" fmla="*/ 121 w 157"/>
                <a:gd name="T11" fmla="*/ 41 h 93"/>
                <a:gd name="T12" fmla="*/ 154 w 157"/>
                <a:gd name="T13" fmla="*/ 60 h 93"/>
                <a:gd name="T14" fmla="*/ 138 w 157"/>
                <a:gd name="T15" fmla="*/ 91 h 93"/>
                <a:gd name="T16" fmla="*/ 132 w 157"/>
                <a:gd name="T17" fmla="*/ 92 h 93"/>
                <a:gd name="T18" fmla="*/ 87 w 157"/>
                <a:gd name="T19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7" h="93">
                  <a:moveTo>
                    <a:pt x="87" y="93"/>
                  </a:moveTo>
                  <a:cubicBezTo>
                    <a:pt x="87" y="93"/>
                    <a:pt x="31" y="93"/>
                    <a:pt x="25" y="93"/>
                  </a:cubicBezTo>
                  <a:cubicBezTo>
                    <a:pt x="18" y="93"/>
                    <a:pt x="0" y="73"/>
                    <a:pt x="10" y="52"/>
                  </a:cubicBezTo>
                  <a:cubicBezTo>
                    <a:pt x="19" y="33"/>
                    <a:pt x="47" y="39"/>
                    <a:pt x="47" y="37"/>
                  </a:cubicBezTo>
                  <a:cubicBezTo>
                    <a:pt x="47" y="35"/>
                    <a:pt x="50" y="0"/>
                    <a:pt x="84" y="0"/>
                  </a:cubicBezTo>
                  <a:cubicBezTo>
                    <a:pt x="124" y="0"/>
                    <a:pt x="117" y="41"/>
                    <a:pt x="121" y="41"/>
                  </a:cubicBezTo>
                  <a:cubicBezTo>
                    <a:pt x="124" y="41"/>
                    <a:pt x="149" y="39"/>
                    <a:pt x="154" y="60"/>
                  </a:cubicBezTo>
                  <a:cubicBezTo>
                    <a:pt x="157" y="76"/>
                    <a:pt x="144" y="87"/>
                    <a:pt x="138" y="91"/>
                  </a:cubicBezTo>
                  <a:cubicBezTo>
                    <a:pt x="136" y="92"/>
                    <a:pt x="134" y="92"/>
                    <a:pt x="132" y="92"/>
                  </a:cubicBezTo>
                  <a:cubicBezTo>
                    <a:pt x="123" y="92"/>
                    <a:pt x="97" y="93"/>
                    <a:pt x="87" y="9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任意多边形 9"/>
            <p:cNvSpPr/>
            <p:nvPr>
              <p:custDataLst>
                <p:tags r:id="rId10"/>
              </p:custDataLst>
            </p:nvPr>
          </p:nvSpPr>
          <p:spPr bwMode="auto">
            <a:xfrm>
              <a:off x="4150" y="4404"/>
              <a:ext cx="649" cy="435"/>
            </a:xfrm>
            <a:custGeom>
              <a:avLst/>
              <a:gdLst>
                <a:gd name="T0" fmla="*/ 120 w 120"/>
                <a:gd name="T1" fmla="*/ 42 h 100"/>
                <a:gd name="T2" fmla="*/ 60 w 120"/>
                <a:gd name="T3" fmla="*/ 0 h 100"/>
                <a:gd name="T4" fmla="*/ 0 w 120"/>
                <a:gd name="T5" fmla="*/ 42 h 100"/>
                <a:gd name="T6" fmla="*/ 51 w 120"/>
                <a:gd name="T7" fmla="*/ 84 h 100"/>
                <a:gd name="T8" fmla="*/ 53 w 120"/>
                <a:gd name="T9" fmla="*/ 85 h 100"/>
                <a:gd name="T10" fmla="*/ 66 w 120"/>
                <a:gd name="T11" fmla="*/ 100 h 100"/>
                <a:gd name="T12" fmla="*/ 79 w 120"/>
                <a:gd name="T13" fmla="*/ 83 h 100"/>
                <a:gd name="T14" fmla="*/ 80 w 120"/>
                <a:gd name="T15" fmla="*/ 82 h 100"/>
                <a:gd name="T16" fmla="*/ 120 w 120"/>
                <a:gd name="T17" fmla="*/ 4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" h="100">
                  <a:moveTo>
                    <a:pt x="120" y="42"/>
                  </a:moveTo>
                  <a:cubicBezTo>
                    <a:pt x="120" y="19"/>
                    <a:pt x="93" y="0"/>
                    <a:pt x="60" y="0"/>
                  </a:cubicBezTo>
                  <a:cubicBezTo>
                    <a:pt x="27" y="0"/>
                    <a:pt x="0" y="19"/>
                    <a:pt x="0" y="42"/>
                  </a:cubicBezTo>
                  <a:cubicBezTo>
                    <a:pt x="0" y="63"/>
                    <a:pt x="22" y="81"/>
                    <a:pt x="51" y="84"/>
                  </a:cubicBezTo>
                  <a:cubicBezTo>
                    <a:pt x="52" y="84"/>
                    <a:pt x="52" y="84"/>
                    <a:pt x="53" y="85"/>
                  </a:cubicBezTo>
                  <a:cubicBezTo>
                    <a:pt x="56" y="92"/>
                    <a:pt x="61" y="100"/>
                    <a:pt x="66" y="100"/>
                  </a:cubicBezTo>
                  <a:cubicBezTo>
                    <a:pt x="70" y="100"/>
                    <a:pt x="75" y="91"/>
                    <a:pt x="79" y="83"/>
                  </a:cubicBezTo>
                  <a:cubicBezTo>
                    <a:pt x="79" y="83"/>
                    <a:pt x="80" y="82"/>
                    <a:pt x="80" y="82"/>
                  </a:cubicBezTo>
                  <a:cubicBezTo>
                    <a:pt x="103" y="76"/>
                    <a:pt x="120" y="61"/>
                    <a:pt x="120" y="42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椭圆 59"/>
            <p:cNvSpPr/>
            <p:nvPr>
              <p:custDataLst>
                <p:tags r:id="rId11"/>
              </p:custDataLst>
            </p:nvPr>
          </p:nvSpPr>
          <p:spPr bwMode="auto">
            <a:xfrm>
              <a:off x="4281" y="4571"/>
              <a:ext cx="91" cy="74"/>
            </a:xfrm>
            <a:prstGeom prst="ellipse">
              <a:avLst/>
            </a:prstGeom>
            <a:solidFill>
              <a:srgbClr val="3E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椭圆 60"/>
            <p:cNvSpPr/>
            <p:nvPr>
              <p:custDataLst>
                <p:tags r:id="rId12"/>
              </p:custDataLst>
            </p:nvPr>
          </p:nvSpPr>
          <p:spPr bwMode="auto">
            <a:xfrm>
              <a:off x="4426" y="4571"/>
              <a:ext cx="91" cy="74"/>
            </a:xfrm>
            <a:prstGeom prst="ellipse">
              <a:avLst/>
            </a:prstGeom>
            <a:solidFill>
              <a:srgbClr val="3E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椭圆 61"/>
            <p:cNvSpPr/>
            <p:nvPr>
              <p:custDataLst>
                <p:tags r:id="rId13"/>
              </p:custDataLst>
            </p:nvPr>
          </p:nvSpPr>
          <p:spPr bwMode="auto">
            <a:xfrm>
              <a:off x="4577" y="4571"/>
              <a:ext cx="93" cy="74"/>
            </a:xfrm>
            <a:prstGeom prst="ellipse">
              <a:avLst/>
            </a:prstGeom>
            <a:solidFill>
              <a:srgbClr val="3E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任意多边形 13"/>
            <p:cNvSpPr/>
            <p:nvPr>
              <p:custDataLst>
                <p:tags r:id="rId14"/>
              </p:custDataLst>
            </p:nvPr>
          </p:nvSpPr>
          <p:spPr bwMode="auto">
            <a:xfrm>
              <a:off x="5691" y="7647"/>
              <a:ext cx="204" cy="91"/>
            </a:xfrm>
            <a:custGeom>
              <a:avLst/>
              <a:gdLst>
                <a:gd name="T0" fmla="*/ 1 w 38"/>
                <a:gd name="T1" fmla="*/ 16 h 21"/>
                <a:gd name="T2" fmla="*/ 1 w 38"/>
                <a:gd name="T3" fmla="*/ 16 h 21"/>
                <a:gd name="T4" fmla="*/ 5 w 38"/>
                <a:gd name="T5" fmla="*/ 9 h 21"/>
                <a:gd name="T6" fmla="*/ 29 w 38"/>
                <a:gd name="T7" fmla="*/ 1 h 21"/>
                <a:gd name="T8" fmla="*/ 37 w 38"/>
                <a:gd name="T9" fmla="*/ 4 h 21"/>
                <a:gd name="T10" fmla="*/ 37 w 38"/>
                <a:gd name="T11" fmla="*/ 4 h 21"/>
                <a:gd name="T12" fmla="*/ 33 w 38"/>
                <a:gd name="T13" fmla="*/ 12 h 21"/>
                <a:gd name="T14" fmla="*/ 8 w 38"/>
                <a:gd name="T15" fmla="*/ 20 h 21"/>
                <a:gd name="T16" fmla="*/ 1 w 38"/>
                <a:gd name="T17" fmla="*/ 16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21">
                  <a:moveTo>
                    <a:pt x="1" y="16"/>
                  </a:moveTo>
                  <a:cubicBezTo>
                    <a:pt x="1" y="16"/>
                    <a:pt x="1" y="16"/>
                    <a:pt x="1" y="16"/>
                  </a:cubicBezTo>
                  <a:cubicBezTo>
                    <a:pt x="0" y="13"/>
                    <a:pt x="2" y="10"/>
                    <a:pt x="5" y="9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2" y="0"/>
                    <a:pt x="36" y="1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7"/>
                    <a:pt x="36" y="11"/>
                    <a:pt x="33" y="12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5" y="21"/>
                    <a:pt x="2" y="19"/>
                    <a:pt x="1" y="16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任意多边形 14"/>
            <p:cNvSpPr/>
            <p:nvPr>
              <p:custDataLst>
                <p:tags r:id="rId15"/>
              </p:custDataLst>
            </p:nvPr>
          </p:nvSpPr>
          <p:spPr bwMode="auto">
            <a:xfrm>
              <a:off x="5658" y="7856"/>
              <a:ext cx="199" cy="110"/>
            </a:xfrm>
            <a:custGeom>
              <a:avLst/>
              <a:gdLst>
                <a:gd name="T0" fmla="*/ 2 w 37"/>
                <a:gd name="T1" fmla="*/ 4 h 25"/>
                <a:gd name="T2" fmla="*/ 2 w 37"/>
                <a:gd name="T3" fmla="*/ 4 h 25"/>
                <a:gd name="T4" fmla="*/ 10 w 37"/>
                <a:gd name="T5" fmla="*/ 1 h 25"/>
                <a:gd name="T6" fmla="*/ 33 w 37"/>
                <a:gd name="T7" fmla="*/ 13 h 25"/>
                <a:gd name="T8" fmla="*/ 35 w 37"/>
                <a:gd name="T9" fmla="*/ 21 h 25"/>
                <a:gd name="T10" fmla="*/ 35 w 37"/>
                <a:gd name="T11" fmla="*/ 21 h 25"/>
                <a:gd name="T12" fmla="*/ 28 w 37"/>
                <a:gd name="T13" fmla="*/ 24 h 25"/>
                <a:gd name="T14" fmla="*/ 4 w 37"/>
                <a:gd name="T15" fmla="*/ 12 h 25"/>
                <a:gd name="T16" fmla="*/ 2 w 37"/>
                <a:gd name="T17" fmla="*/ 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25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6" y="15"/>
                    <a:pt x="37" y="18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4"/>
                    <a:pt x="30" y="25"/>
                    <a:pt x="28" y="2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" y="10"/>
                    <a:pt x="0" y="7"/>
                    <a:pt x="2" y="4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任意多边形 15"/>
            <p:cNvSpPr/>
            <p:nvPr>
              <p:custDataLst>
                <p:tags r:id="rId16"/>
              </p:custDataLst>
            </p:nvPr>
          </p:nvSpPr>
          <p:spPr bwMode="auto">
            <a:xfrm>
              <a:off x="5535" y="7970"/>
              <a:ext cx="113" cy="161"/>
            </a:xfrm>
            <a:custGeom>
              <a:avLst/>
              <a:gdLst>
                <a:gd name="T0" fmla="*/ 4 w 21"/>
                <a:gd name="T1" fmla="*/ 1 h 37"/>
                <a:gd name="T2" fmla="*/ 4 w 21"/>
                <a:gd name="T3" fmla="*/ 1 h 37"/>
                <a:gd name="T4" fmla="*/ 12 w 21"/>
                <a:gd name="T5" fmla="*/ 4 h 37"/>
                <a:gd name="T6" fmla="*/ 20 w 21"/>
                <a:gd name="T7" fmla="*/ 29 h 37"/>
                <a:gd name="T8" fmla="*/ 16 w 21"/>
                <a:gd name="T9" fmla="*/ 36 h 37"/>
                <a:gd name="T10" fmla="*/ 16 w 21"/>
                <a:gd name="T11" fmla="*/ 36 h 37"/>
                <a:gd name="T12" fmla="*/ 9 w 21"/>
                <a:gd name="T13" fmla="*/ 33 h 37"/>
                <a:gd name="T14" fmla="*/ 1 w 21"/>
                <a:gd name="T15" fmla="*/ 8 h 37"/>
                <a:gd name="T16" fmla="*/ 4 w 21"/>
                <a:gd name="T17" fmla="*/ 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32"/>
                    <a:pt x="19" y="35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3" y="37"/>
                    <a:pt x="10" y="36"/>
                    <a:pt x="9" y="33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5"/>
                    <a:pt x="1" y="2"/>
                    <a:pt x="4" y="1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任意多边形 16"/>
            <p:cNvSpPr/>
            <p:nvPr>
              <p:custDataLst>
                <p:tags r:id="rId17"/>
              </p:custDataLst>
            </p:nvPr>
          </p:nvSpPr>
          <p:spPr bwMode="auto">
            <a:xfrm>
              <a:off x="5264" y="7992"/>
              <a:ext cx="145" cy="156"/>
            </a:xfrm>
            <a:custGeom>
              <a:avLst/>
              <a:gdLst>
                <a:gd name="T0" fmla="*/ 23 w 27"/>
                <a:gd name="T1" fmla="*/ 2 h 36"/>
                <a:gd name="T2" fmla="*/ 23 w 27"/>
                <a:gd name="T3" fmla="*/ 2 h 36"/>
                <a:gd name="T4" fmla="*/ 25 w 27"/>
                <a:gd name="T5" fmla="*/ 10 h 36"/>
                <a:gd name="T6" fmla="*/ 12 w 27"/>
                <a:gd name="T7" fmla="*/ 33 h 36"/>
                <a:gd name="T8" fmla="*/ 4 w 27"/>
                <a:gd name="T9" fmla="*/ 35 h 36"/>
                <a:gd name="T10" fmla="*/ 4 w 27"/>
                <a:gd name="T11" fmla="*/ 35 h 36"/>
                <a:gd name="T12" fmla="*/ 2 w 27"/>
                <a:gd name="T13" fmla="*/ 27 h 36"/>
                <a:gd name="T14" fmla="*/ 15 w 27"/>
                <a:gd name="T15" fmla="*/ 4 h 36"/>
                <a:gd name="T16" fmla="*/ 23 w 27"/>
                <a:gd name="T17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6">
                  <a:moveTo>
                    <a:pt x="23" y="2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6" y="4"/>
                    <a:pt x="27" y="7"/>
                    <a:pt x="25" y="10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1" y="35"/>
                    <a:pt x="7" y="36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1" y="33"/>
                    <a:pt x="0" y="30"/>
                    <a:pt x="2" y="27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1"/>
                    <a:pt x="20" y="0"/>
                    <a:pt x="23" y="2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任意多边形 17"/>
            <p:cNvSpPr/>
            <p:nvPr>
              <p:custDataLst>
                <p:tags r:id="rId18"/>
              </p:custDataLst>
            </p:nvPr>
          </p:nvSpPr>
          <p:spPr bwMode="auto">
            <a:xfrm>
              <a:off x="461" y="5572"/>
              <a:ext cx="145" cy="65"/>
            </a:xfrm>
            <a:custGeom>
              <a:avLst/>
              <a:gdLst>
                <a:gd name="T0" fmla="*/ 26 w 27"/>
                <a:gd name="T1" fmla="*/ 4 h 15"/>
                <a:gd name="T2" fmla="*/ 26 w 27"/>
                <a:gd name="T3" fmla="*/ 4 h 15"/>
                <a:gd name="T4" fmla="*/ 23 w 27"/>
                <a:gd name="T5" fmla="*/ 9 h 15"/>
                <a:gd name="T6" fmla="*/ 6 w 27"/>
                <a:gd name="T7" fmla="*/ 14 h 15"/>
                <a:gd name="T8" fmla="*/ 1 w 27"/>
                <a:gd name="T9" fmla="*/ 11 h 15"/>
                <a:gd name="T10" fmla="*/ 1 w 27"/>
                <a:gd name="T11" fmla="*/ 11 h 15"/>
                <a:gd name="T12" fmla="*/ 3 w 27"/>
                <a:gd name="T13" fmla="*/ 6 h 15"/>
                <a:gd name="T14" fmla="*/ 21 w 27"/>
                <a:gd name="T15" fmla="*/ 1 h 15"/>
                <a:gd name="T16" fmla="*/ 26 w 27"/>
                <a:gd name="T17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26" y="4"/>
                  </a:moveTo>
                  <a:cubicBezTo>
                    <a:pt x="26" y="4"/>
                    <a:pt x="26" y="4"/>
                    <a:pt x="26" y="4"/>
                  </a:cubicBezTo>
                  <a:cubicBezTo>
                    <a:pt x="27" y="6"/>
                    <a:pt x="26" y="8"/>
                    <a:pt x="23" y="9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4" y="15"/>
                    <a:pt x="1" y="13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9"/>
                    <a:pt x="1" y="7"/>
                    <a:pt x="3" y="6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3" y="0"/>
                    <a:pt x="26" y="2"/>
                    <a:pt x="26" y="4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任意多边形 18"/>
            <p:cNvSpPr/>
            <p:nvPr>
              <p:custDataLst>
                <p:tags r:id="rId19"/>
              </p:custDataLst>
            </p:nvPr>
          </p:nvSpPr>
          <p:spPr bwMode="auto">
            <a:xfrm>
              <a:off x="499" y="5410"/>
              <a:ext cx="135" cy="80"/>
            </a:xfrm>
            <a:custGeom>
              <a:avLst/>
              <a:gdLst>
                <a:gd name="T0" fmla="*/ 24 w 25"/>
                <a:gd name="T1" fmla="*/ 16 h 18"/>
                <a:gd name="T2" fmla="*/ 24 w 25"/>
                <a:gd name="T3" fmla="*/ 16 h 18"/>
                <a:gd name="T4" fmla="*/ 18 w 25"/>
                <a:gd name="T5" fmla="*/ 17 h 18"/>
                <a:gd name="T6" fmla="*/ 2 w 25"/>
                <a:gd name="T7" fmla="*/ 8 h 18"/>
                <a:gd name="T8" fmla="*/ 1 w 25"/>
                <a:gd name="T9" fmla="*/ 3 h 18"/>
                <a:gd name="T10" fmla="*/ 1 w 25"/>
                <a:gd name="T11" fmla="*/ 3 h 18"/>
                <a:gd name="T12" fmla="*/ 7 w 25"/>
                <a:gd name="T13" fmla="*/ 1 h 18"/>
                <a:gd name="T14" fmla="*/ 22 w 25"/>
                <a:gd name="T15" fmla="*/ 10 h 18"/>
                <a:gd name="T16" fmla="*/ 24 w 25"/>
                <a:gd name="T17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18">
                  <a:moveTo>
                    <a:pt x="24" y="16"/>
                  </a:moveTo>
                  <a:cubicBezTo>
                    <a:pt x="24" y="16"/>
                    <a:pt x="24" y="16"/>
                    <a:pt x="24" y="16"/>
                  </a:cubicBezTo>
                  <a:cubicBezTo>
                    <a:pt x="23" y="18"/>
                    <a:pt x="20" y="18"/>
                    <a:pt x="18" y="1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5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1"/>
                    <a:pt x="25" y="14"/>
                    <a:pt x="24" y="16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任意多边形 19"/>
            <p:cNvSpPr/>
            <p:nvPr>
              <p:custDataLst>
                <p:tags r:id="rId20"/>
              </p:custDataLst>
            </p:nvPr>
          </p:nvSpPr>
          <p:spPr bwMode="auto">
            <a:xfrm>
              <a:off x="649" y="5297"/>
              <a:ext cx="83" cy="117"/>
            </a:xfrm>
            <a:custGeom>
              <a:avLst/>
              <a:gdLst>
                <a:gd name="T0" fmla="*/ 11 w 15"/>
                <a:gd name="T1" fmla="*/ 27 h 27"/>
                <a:gd name="T2" fmla="*/ 11 w 15"/>
                <a:gd name="T3" fmla="*/ 27 h 27"/>
                <a:gd name="T4" fmla="*/ 6 w 15"/>
                <a:gd name="T5" fmla="*/ 24 h 27"/>
                <a:gd name="T6" fmla="*/ 1 w 15"/>
                <a:gd name="T7" fmla="*/ 6 h 27"/>
                <a:gd name="T8" fmla="*/ 4 w 15"/>
                <a:gd name="T9" fmla="*/ 1 h 27"/>
                <a:gd name="T10" fmla="*/ 4 w 15"/>
                <a:gd name="T11" fmla="*/ 1 h 27"/>
                <a:gd name="T12" fmla="*/ 9 w 15"/>
                <a:gd name="T13" fmla="*/ 4 h 27"/>
                <a:gd name="T14" fmla="*/ 14 w 15"/>
                <a:gd name="T15" fmla="*/ 21 h 27"/>
                <a:gd name="T16" fmla="*/ 11 w 15"/>
                <a:gd name="T1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27"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9" y="27"/>
                    <a:pt x="7" y="26"/>
                    <a:pt x="6" y="2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2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8" y="2"/>
                    <a:pt x="9" y="4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5" y="24"/>
                    <a:pt x="13" y="26"/>
                    <a:pt x="11" y="27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任意多边形 20"/>
            <p:cNvSpPr/>
            <p:nvPr>
              <p:custDataLst>
                <p:tags r:id="rId21"/>
              </p:custDataLst>
            </p:nvPr>
          </p:nvSpPr>
          <p:spPr bwMode="auto">
            <a:xfrm>
              <a:off x="818" y="5297"/>
              <a:ext cx="102" cy="104"/>
            </a:xfrm>
            <a:custGeom>
              <a:avLst/>
              <a:gdLst>
                <a:gd name="T0" fmla="*/ 2 w 19"/>
                <a:gd name="T1" fmla="*/ 23 h 24"/>
                <a:gd name="T2" fmla="*/ 2 w 19"/>
                <a:gd name="T3" fmla="*/ 23 h 24"/>
                <a:gd name="T4" fmla="*/ 1 w 19"/>
                <a:gd name="T5" fmla="*/ 17 h 24"/>
                <a:gd name="T6" fmla="*/ 11 w 19"/>
                <a:gd name="T7" fmla="*/ 2 h 24"/>
                <a:gd name="T8" fmla="*/ 17 w 19"/>
                <a:gd name="T9" fmla="*/ 1 h 24"/>
                <a:gd name="T10" fmla="*/ 17 w 19"/>
                <a:gd name="T11" fmla="*/ 1 h 24"/>
                <a:gd name="T12" fmla="*/ 18 w 19"/>
                <a:gd name="T13" fmla="*/ 6 h 24"/>
                <a:gd name="T14" fmla="*/ 8 w 19"/>
                <a:gd name="T15" fmla="*/ 22 h 24"/>
                <a:gd name="T16" fmla="*/ 2 w 19"/>
                <a:gd name="T17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4">
                  <a:moveTo>
                    <a:pt x="2" y="23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0" y="22"/>
                    <a:pt x="0" y="19"/>
                    <a:pt x="1" y="17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2" y="0"/>
                    <a:pt x="15" y="0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8" y="2"/>
                    <a:pt x="19" y="5"/>
                    <a:pt x="18" y="6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4"/>
                    <a:pt x="4" y="24"/>
                    <a:pt x="2" y="23"/>
                  </a:cubicBezTo>
                  <a:close/>
                </a:path>
              </a:pathLst>
            </a:custGeom>
            <a:solidFill>
              <a:srgbClr val="7FC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任意多边形 21"/>
            <p:cNvSpPr/>
            <p:nvPr>
              <p:custDataLst>
                <p:tags r:id="rId22"/>
              </p:custDataLst>
            </p:nvPr>
          </p:nvSpPr>
          <p:spPr bwMode="auto">
            <a:xfrm>
              <a:off x="509" y="7321"/>
              <a:ext cx="352" cy="87"/>
            </a:xfrm>
            <a:custGeom>
              <a:avLst/>
              <a:gdLst>
                <a:gd name="T0" fmla="*/ 56 w 65"/>
                <a:gd name="T1" fmla="*/ 20 h 20"/>
                <a:gd name="T2" fmla="*/ 10 w 65"/>
                <a:gd name="T3" fmla="*/ 20 h 20"/>
                <a:gd name="T4" fmla="*/ 0 w 65"/>
                <a:gd name="T5" fmla="*/ 10 h 20"/>
                <a:gd name="T6" fmla="*/ 0 w 65"/>
                <a:gd name="T7" fmla="*/ 10 h 20"/>
                <a:gd name="T8" fmla="*/ 10 w 65"/>
                <a:gd name="T9" fmla="*/ 0 h 20"/>
                <a:gd name="T10" fmla="*/ 56 w 65"/>
                <a:gd name="T11" fmla="*/ 0 h 20"/>
                <a:gd name="T12" fmla="*/ 65 w 65"/>
                <a:gd name="T13" fmla="*/ 10 h 20"/>
                <a:gd name="T14" fmla="*/ 65 w 65"/>
                <a:gd name="T15" fmla="*/ 10 h 20"/>
                <a:gd name="T16" fmla="*/ 56 w 65"/>
                <a:gd name="T1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" h="20">
                  <a:moveTo>
                    <a:pt x="56" y="2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0"/>
                    <a:pt x="0" y="1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61" y="0"/>
                    <a:pt x="65" y="5"/>
                    <a:pt x="65" y="10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15"/>
                    <a:pt x="61" y="20"/>
                    <a:pt x="56" y="2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任意多边形 22"/>
            <p:cNvSpPr/>
            <p:nvPr>
              <p:custDataLst>
                <p:tags r:id="rId23"/>
              </p:custDataLst>
            </p:nvPr>
          </p:nvSpPr>
          <p:spPr bwMode="auto">
            <a:xfrm>
              <a:off x="5610" y="6441"/>
              <a:ext cx="301" cy="71"/>
            </a:xfrm>
            <a:custGeom>
              <a:avLst/>
              <a:gdLst>
                <a:gd name="T0" fmla="*/ 48 w 56"/>
                <a:gd name="T1" fmla="*/ 16 h 16"/>
                <a:gd name="T2" fmla="*/ 8 w 56"/>
                <a:gd name="T3" fmla="*/ 16 h 16"/>
                <a:gd name="T4" fmla="*/ 0 w 56"/>
                <a:gd name="T5" fmla="*/ 8 h 16"/>
                <a:gd name="T6" fmla="*/ 0 w 56"/>
                <a:gd name="T7" fmla="*/ 8 h 16"/>
                <a:gd name="T8" fmla="*/ 8 w 56"/>
                <a:gd name="T9" fmla="*/ 0 h 16"/>
                <a:gd name="T10" fmla="*/ 48 w 56"/>
                <a:gd name="T11" fmla="*/ 0 h 16"/>
                <a:gd name="T12" fmla="*/ 56 w 56"/>
                <a:gd name="T13" fmla="*/ 8 h 16"/>
                <a:gd name="T14" fmla="*/ 56 w 56"/>
                <a:gd name="T15" fmla="*/ 8 h 16"/>
                <a:gd name="T16" fmla="*/ 48 w 56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16">
                  <a:moveTo>
                    <a:pt x="4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4" y="16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2" y="0"/>
                    <a:pt x="56" y="4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13"/>
                    <a:pt x="52" y="16"/>
                    <a:pt x="48" y="16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任意多边形 23"/>
            <p:cNvSpPr/>
            <p:nvPr>
              <p:custDataLst>
                <p:tags r:id="rId24"/>
              </p:custDataLst>
            </p:nvPr>
          </p:nvSpPr>
          <p:spPr bwMode="auto">
            <a:xfrm>
              <a:off x="5718" y="6354"/>
              <a:ext cx="86" cy="244"/>
            </a:xfrm>
            <a:custGeom>
              <a:avLst/>
              <a:gdLst>
                <a:gd name="T0" fmla="*/ 16 w 16"/>
                <a:gd name="T1" fmla="*/ 8 h 56"/>
                <a:gd name="T2" fmla="*/ 16 w 16"/>
                <a:gd name="T3" fmla="*/ 48 h 56"/>
                <a:gd name="T4" fmla="*/ 8 w 16"/>
                <a:gd name="T5" fmla="*/ 56 h 56"/>
                <a:gd name="T6" fmla="*/ 8 w 16"/>
                <a:gd name="T7" fmla="*/ 56 h 56"/>
                <a:gd name="T8" fmla="*/ 0 w 16"/>
                <a:gd name="T9" fmla="*/ 48 h 56"/>
                <a:gd name="T10" fmla="*/ 0 w 16"/>
                <a:gd name="T11" fmla="*/ 8 h 56"/>
                <a:gd name="T12" fmla="*/ 8 w 16"/>
                <a:gd name="T13" fmla="*/ 0 h 56"/>
                <a:gd name="T14" fmla="*/ 8 w 16"/>
                <a:gd name="T15" fmla="*/ 0 h 56"/>
                <a:gd name="T16" fmla="*/ 16 w 16"/>
                <a:gd name="T17" fmla="*/ 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56">
                  <a:moveTo>
                    <a:pt x="16" y="8"/>
                  </a:moveTo>
                  <a:cubicBezTo>
                    <a:pt x="16" y="48"/>
                    <a:pt x="16" y="48"/>
                    <a:pt x="16" y="48"/>
                  </a:cubicBezTo>
                  <a:cubicBezTo>
                    <a:pt x="16" y="52"/>
                    <a:pt x="12" y="56"/>
                    <a:pt x="8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3" y="56"/>
                    <a:pt x="0" y="52"/>
                    <a:pt x="0" y="4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任意多边形 24"/>
            <p:cNvSpPr/>
            <p:nvPr>
              <p:custDataLst>
                <p:tags r:id="rId25"/>
              </p:custDataLst>
            </p:nvPr>
          </p:nvSpPr>
          <p:spPr bwMode="auto">
            <a:xfrm>
              <a:off x="1180" y="8374"/>
              <a:ext cx="4035" cy="266"/>
            </a:xfrm>
            <a:custGeom>
              <a:avLst/>
              <a:gdLst>
                <a:gd name="T0" fmla="*/ 747 w 747"/>
                <a:gd name="T1" fmla="*/ 32 h 61"/>
                <a:gd name="T2" fmla="*/ 373 w 747"/>
                <a:gd name="T3" fmla="*/ 54 h 61"/>
                <a:gd name="T4" fmla="*/ 0 w 747"/>
                <a:gd name="T5" fmla="*/ 32 h 61"/>
                <a:gd name="T6" fmla="*/ 373 w 747"/>
                <a:gd name="T7" fmla="*/ 10 h 61"/>
                <a:gd name="T8" fmla="*/ 747 w 747"/>
                <a:gd name="T9" fmla="*/ 3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7" h="61">
                  <a:moveTo>
                    <a:pt x="747" y="32"/>
                  </a:moveTo>
                  <a:cubicBezTo>
                    <a:pt x="747" y="61"/>
                    <a:pt x="580" y="54"/>
                    <a:pt x="373" y="54"/>
                  </a:cubicBezTo>
                  <a:cubicBezTo>
                    <a:pt x="167" y="54"/>
                    <a:pt x="0" y="61"/>
                    <a:pt x="0" y="32"/>
                  </a:cubicBezTo>
                  <a:cubicBezTo>
                    <a:pt x="0" y="8"/>
                    <a:pt x="167" y="10"/>
                    <a:pt x="373" y="10"/>
                  </a:cubicBezTo>
                  <a:cubicBezTo>
                    <a:pt x="580" y="10"/>
                    <a:pt x="747" y="0"/>
                    <a:pt x="747" y="32"/>
                  </a:cubicBezTo>
                  <a:close/>
                </a:path>
              </a:pathLst>
            </a:custGeom>
            <a:solidFill>
              <a:srgbClr val="4C9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矩形 74"/>
            <p:cNvSpPr/>
            <p:nvPr>
              <p:custDataLst>
                <p:tags r:id="rId26"/>
              </p:custDataLst>
            </p:nvPr>
          </p:nvSpPr>
          <p:spPr bwMode="auto">
            <a:xfrm>
              <a:off x="2735" y="7825"/>
              <a:ext cx="1081" cy="605"/>
            </a:xfrm>
            <a:prstGeom prst="rect">
              <a:avLst/>
            </a:pr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/>
            <p:cNvSpPr/>
            <p:nvPr>
              <p:custDataLst>
                <p:tags r:id="rId27"/>
              </p:custDataLst>
            </p:nvPr>
          </p:nvSpPr>
          <p:spPr bwMode="auto">
            <a:xfrm>
              <a:off x="2735" y="7825"/>
              <a:ext cx="1081" cy="271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任意多边形 27"/>
            <p:cNvSpPr/>
            <p:nvPr>
              <p:custDataLst>
                <p:tags r:id="rId28"/>
              </p:custDataLst>
            </p:nvPr>
          </p:nvSpPr>
          <p:spPr bwMode="auto">
            <a:xfrm>
              <a:off x="2314" y="8282"/>
              <a:ext cx="1903" cy="201"/>
            </a:xfrm>
            <a:custGeom>
              <a:avLst/>
              <a:gdLst>
                <a:gd name="T0" fmla="*/ 345 w 352"/>
                <a:gd name="T1" fmla="*/ 46 h 46"/>
                <a:gd name="T2" fmla="*/ 6 w 352"/>
                <a:gd name="T3" fmla="*/ 46 h 46"/>
                <a:gd name="T4" fmla="*/ 0 w 352"/>
                <a:gd name="T5" fmla="*/ 39 h 46"/>
                <a:gd name="T6" fmla="*/ 0 w 352"/>
                <a:gd name="T7" fmla="*/ 7 h 46"/>
                <a:gd name="T8" fmla="*/ 6 w 352"/>
                <a:gd name="T9" fmla="*/ 0 h 46"/>
                <a:gd name="T10" fmla="*/ 345 w 352"/>
                <a:gd name="T11" fmla="*/ 0 h 46"/>
                <a:gd name="T12" fmla="*/ 352 w 352"/>
                <a:gd name="T13" fmla="*/ 7 h 46"/>
                <a:gd name="T14" fmla="*/ 352 w 352"/>
                <a:gd name="T15" fmla="*/ 39 h 46"/>
                <a:gd name="T16" fmla="*/ 345 w 352"/>
                <a:gd name="T17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2" h="46">
                  <a:moveTo>
                    <a:pt x="345" y="46"/>
                  </a:moveTo>
                  <a:cubicBezTo>
                    <a:pt x="6" y="46"/>
                    <a:pt x="6" y="46"/>
                    <a:pt x="6" y="46"/>
                  </a:cubicBezTo>
                  <a:cubicBezTo>
                    <a:pt x="2" y="46"/>
                    <a:pt x="0" y="43"/>
                    <a:pt x="0" y="39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345" y="0"/>
                    <a:pt x="345" y="0"/>
                    <a:pt x="345" y="0"/>
                  </a:cubicBezTo>
                  <a:cubicBezTo>
                    <a:pt x="349" y="0"/>
                    <a:pt x="352" y="3"/>
                    <a:pt x="352" y="7"/>
                  </a:cubicBezTo>
                  <a:cubicBezTo>
                    <a:pt x="352" y="39"/>
                    <a:pt x="352" y="39"/>
                    <a:pt x="352" y="39"/>
                  </a:cubicBezTo>
                  <a:cubicBezTo>
                    <a:pt x="352" y="43"/>
                    <a:pt x="349" y="46"/>
                    <a:pt x="345" y="46"/>
                  </a:cubicBezTo>
                  <a:close/>
                </a:path>
              </a:pathLst>
            </a:custGeom>
            <a:solidFill>
              <a:srgbClr val="EFF0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任意多边形 28"/>
            <p:cNvSpPr/>
            <p:nvPr>
              <p:custDataLst>
                <p:tags r:id="rId29"/>
              </p:custDataLst>
            </p:nvPr>
          </p:nvSpPr>
          <p:spPr bwMode="auto">
            <a:xfrm>
              <a:off x="952" y="5240"/>
              <a:ext cx="4604" cy="2663"/>
            </a:xfrm>
            <a:custGeom>
              <a:avLst/>
              <a:gdLst>
                <a:gd name="T0" fmla="*/ 787 w 852"/>
                <a:gd name="T1" fmla="*/ 612 h 612"/>
                <a:gd name="T2" fmla="*/ 65 w 852"/>
                <a:gd name="T3" fmla="*/ 612 h 612"/>
                <a:gd name="T4" fmla="*/ 0 w 852"/>
                <a:gd name="T5" fmla="*/ 547 h 612"/>
                <a:gd name="T6" fmla="*/ 0 w 852"/>
                <a:gd name="T7" fmla="*/ 65 h 612"/>
                <a:gd name="T8" fmla="*/ 65 w 852"/>
                <a:gd name="T9" fmla="*/ 0 h 612"/>
                <a:gd name="T10" fmla="*/ 787 w 852"/>
                <a:gd name="T11" fmla="*/ 0 h 612"/>
                <a:gd name="T12" fmla="*/ 852 w 852"/>
                <a:gd name="T13" fmla="*/ 65 h 612"/>
                <a:gd name="T14" fmla="*/ 852 w 852"/>
                <a:gd name="T15" fmla="*/ 547 h 612"/>
                <a:gd name="T16" fmla="*/ 787 w 852"/>
                <a:gd name="T17" fmla="*/ 612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2" h="612">
                  <a:moveTo>
                    <a:pt x="787" y="612"/>
                  </a:moveTo>
                  <a:cubicBezTo>
                    <a:pt x="65" y="612"/>
                    <a:pt x="65" y="612"/>
                    <a:pt x="65" y="612"/>
                  </a:cubicBezTo>
                  <a:cubicBezTo>
                    <a:pt x="29" y="612"/>
                    <a:pt x="0" y="583"/>
                    <a:pt x="0" y="547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29"/>
                    <a:pt x="29" y="0"/>
                    <a:pt x="65" y="0"/>
                  </a:cubicBezTo>
                  <a:cubicBezTo>
                    <a:pt x="787" y="0"/>
                    <a:pt x="787" y="0"/>
                    <a:pt x="787" y="0"/>
                  </a:cubicBezTo>
                  <a:cubicBezTo>
                    <a:pt x="823" y="0"/>
                    <a:pt x="852" y="29"/>
                    <a:pt x="852" y="65"/>
                  </a:cubicBezTo>
                  <a:cubicBezTo>
                    <a:pt x="852" y="547"/>
                    <a:pt x="852" y="547"/>
                    <a:pt x="852" y="547"/>
                  </a:cubicBezTo>
                  <a:cubicBezTo>
                    <a:pt x="852" y="583"/>
                    <a:pt x="823" y="612"/>
                    <a:pt x="787" y="612"/>
                  </a:cubicBezTo>
                  <a:close/>
                </a:path>
              </a:pathLst>
            </a:custGeom>
            <a:solidFill>
              <a:srgbClr val="EFF0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任意多边形 29"/>
            <p:cNvSpPr/>
            <p:nvPr>
              <p:custDataLst>
                <p:tags r:id="rId30"/>
              </p:custDataLst>
            </p:nvPr>
          </p:nvSpPr>
          <p:spPr bwMode="auto">
            <a:xfrm>
              <a:off x="952" y="5180"/>
              <a:ext cx="4620" cy="2377"/>
            </a:xfrm>
            <a:custGeom>
              <a:avLst/>
              <a:gdLst>
                <a:gd name="T0" fmla="*/ 820 w 855"/>
                <a:gd name="T1" fmla="*/ 0 h 546"/>
                <a:gd name="T2" fmla="*/ 35 w 855"/>
                <a:gd name="T3" fmla="*/ 0 h 546"/>
                <a:gd name="T4" fmla="*/ 0 w 855"/>
                <a:gd name="T5" fmla="*/ 35 h 546"/>
                <a:gd name="T6" fmla="*/ 0 w 855"/>
                <a:gd name="T7" fmla="*/ 546 h 546"/>
                <a:gd name="T8" fmla="*/ 855 w 855"/>
                <a:gd name="T9" fmla="*/ 546 h 546"/>
                <a:gd name="T10" fmla="*/ 855 w 855"/>
                <a:gd name="T11" fmla="*/ 35 h 546"/>
                <a:gd name="T12" fmla="*/ 820 w 855"/>
                <a:gd name="T13" fmla="*/ 0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546">
                  <a:moveTo>
                    <a:pt x="820" y="0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6"/>
                    <a:pt x="0" y="35"/>
                  </a:cubicBezTo>
                  <a:cubicBezTo>
                    <a:pt x="0" y="546"/>
                    <a:pt x="0" y="546"/>
                    <a:pt x="0" y="546"/>
                  </a:cubicBezTo>
                  <a:cubicBezTo>
                    <a:pt x="855" y="546"/>
                    <a:pt x="855" y="546"/>
                    <a:pt x="855" y="546"/>
                  </a:cubicBezTo>
                  <a:cubicBezTo>
                    <a:pt x="855" y="35"/>
                    <a:pt x="855" y="35"/>
                    <a:pt x="855" y="35"/>
                  </a:cubicBezTo>
                  <a:cubicBezTo>
                    <a:pt x="855" y="16"/>
                    <a:pt x="839" y="0"/>
                    <a:pt x="820" y="0"/>
                  </a:cubicBezTo>
                  <a:close/>
                </a:path>
              </a:pathLst>
            </a:custGeom>
            <a:solidFill>
              <a:srgbClr val="03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任意多边形 30"/>
            <p:cNvSpPr/>
            <p:nvPr>
              <p:custDataLst>
                <p:tags r:id="rId31"/>
              </p:custDataLst>
            </p:nvPr>
          </p:nvSpPr>
          <p:spPr bwMode="auto">
            <a:xfrm>
              <a:off x="1092" y="5366"/>
              <a:ext cx="4322" cy="2099"/>
            </a:xfrm>
            <a:custGeom>
              <a:avLst/>
              <a:gdLst>
                <a:gd name="T0" fmla="*/ 796 w 800"/>
                <a:gd name="T1" fmla="*/ 0 h 482"/>
                <a:gd name="T2" fmla="*/ 4 w 800"/>
                <a:gd name="T3" fmla="*/ 0 h 482"/>
                <a:gd name="T4" fmla="*/ 0 w 800"/>
                <a:gd name="T5" fmla="*/ 4 h 482"/>
                <a:gd name="T6" fmla="*/ 0 w 800"/>
                <a:gd name="T7" fmla="*/ 477 h 482"/>
                <a:gd name="T8" fmla="*/ 4 w 800"/>
                <a:gd name="T9" fmla="*/ 482 h 482"/>
                <a:gd name="T10" fmla="*/ 796 w 800"/>
                <a:gd name="T11" fmla="*/ 482 h 482"/>
                <a:gd name="T12" fmla="*/ 800 w 800"/>
                <a:gd name="T13" fmla="*/ 477 h 482"/>
                <a:gd name="T14" fmla="*/ 800 w 800"/>
                <a:gd name="T15" fmla="*/ 4 h 482"/>
                <a:gd name="T16" fmla="*/ 796 w 800"/>
                <a:gd name="T17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0" h="482">
                  <a:moveTo>
                    <a:pt x="79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0" y="480"/>
                    <a:pt x="2" y="482"/>
                    <a:pt x="4" y="482"/>
                  </a:cubicBezTo>
                  <a:cubicBezTo>
                    <a:pt x="796" y="482"/>
                    <a:pt x="796" y="482"/>
                    <a:pt x="796" y="482"/>
                  </a:cubicBezTo>
                  <a:cubicBezTo>
                    <a:pt x="799" y="482"/>
                    <a:pt x="800" y="480"/>
                    <a:pt x="800" y="477"/>
                  </a:cubicBezTo>
                  <a:cubicBezTo>
                    <a:pt x="800" y="4"/>
                    <a:pt x="800" y="4"/>
                    <a:pt x="800" y="4"/>
                  </a:cubicBezTo>
                  <a:cubicBezTo>
                    <a:pt x="800" y="2"/>
                    <a:pt x="799" y="0"/>
                    <a:pt x="796" y="0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椭圆 80"/>
            <p:cNvSpPr/>
            <p:nvPr>
              <p:custDataLst>
                <p:tags r:id="rId32"/>
              </p:custDataLst>
            </p:nvPr>
          </p:nvSpPr>
          <p:spPr bwMode="auto">
            <a:xfrm>
              <a:off x="3162" y="7660"/>
              <a:ext cx="201" cy="156"/>
            </a:xfrm>
            <a:prstGeom prst="ellipse">
              <a:avLst/>
            </a:prstGeom>
            <a:solidFill>
              <a:srgbClr val="C8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任意多边形 32"/>
            <p:cNvSpPr/>
            <p:nvPr>
              <p:custDataLst>
                <p:tags r:id="rId33"/>
              </p:custDataLst>
            </p:nvPr>
          </p:nvSpPr>
          <p:spPr bwMode="auto">
            <a:xfrm>
              <a:off x="1844" y="6111"/>
              <a:ext cx="508" cy="1354"/>
            </a:xfrm>
            <a:custGeom>
              <a:avLst/>
              <a:gdLst>
                <a:gd name="T0" fmla="*/ 94 w 94"/>
                <a:gd name="T1" fmla="*/ 5 h 311"/>
                <a:gd name="T2" fmla="*/ 94 w 94"/>
                <a:gd name="T3" fmla="*/ 311 h 311"/>
                <a:gd name="T4" fmla="*/ 0 w 94"/>
                <a:gd name="T5" fmla="*/ 311 h 311"/>
                <a:gd name="T6" fmla="*/ 0 w 94"/>
                <a:gd name="T7" fmla="*/ 5 h 311"/>
                <a:gd name="T8" fmla="*/ 5 w 94"/>
                <a:gd name="T9" fmla="*/ 0 h 311"/>
                <a:gd name="T10" fmla="*/ 89 w 94"/>
                <a:gd name="T11" fmla="*/ 0 h 311"/>
                <a:gd name="T12" fmla="*/ 94 w 94"/>
                <a:gd name="T13" fmla="*/ 5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311">
                  <a:moveTo>
                    <a:pt x="94" y="5"/>
                  </a:moveTo>
                  <a:cubicBezTo>
                    <a:pt x="94" y="311"/>
                    <a:pt x="94" y="311"/>
                    <a:pt x="94" y="311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2" y="0"/>
                    <a:pt x="94" y="3"/>
                    <a:pt x="94" y="5"/>
                  </a:cubicBezTo>
                  <a:close/>
                </a:path>
              </a:pathLst>
            </a:custGeom>
            <a:solidFill>
              <a:srgbClr val="4C9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任意多边形 33"/>
            <p:cNvSpPr/>
            <p:nvPr>
              <p:custDataLst>
                <p:tags r:id="rId34"/>
              </p:custDataLst>
            </p:nvPr>
          </p:nvSpPr>
          <p:spPr bwMode="auto">
            <a:xfrm>
              <a:off x="2493" y="5663"/>
              <a:ext cx="508" cy="1802"/>
            </a:xfrm>
            <a:custGeom>
              <a:avLst/>
              <a:gdLst>
                <a:gd name="T0" fmla="*/ 94 w 94"/>
                <a:gd name="T1" fmla="*/ 5 h 414"/>
                <a:gd name="T2" fmla="*/ 94 w 94"/>
                <a:gd name="T3" fmla="*/ 414 h 414"/>
                <a:gd name="T4" fmla="*/ 0 w 94"/>
                <a:gd name="T5" fmla="*/ 414 h 414"/>
                <a:gd name="T6" fmla="*/ 0 w 94"/>
                <a:gd name="T7" fmla="*/ 5 h 414"/>
                <a:gd name="T8" fmla="*/ 5 w 94"/>
                <a:gd name="T9" fmla="*/ 0 h 414"/>
                <a:gd name="T10" fmla="*/ 89 w 94"/>
                <a:gd name="T11" fmla="*/ 0 h 414"/>
                <a:gd name="T12" fmla="*/ 94 w 94"/>
                <a:gd name="T13" fmla="*/ 5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414">
                  <a:moveTo>
                    <a:pt x="94" y="5"/>
                  </a:moveTo>
                  <a:cubicBezTo>
                    <a:pt x="94" y="414"/>
                    <a:pt x="94" y="414"/>
                    <a:pt x="94" y="414"/>
                  </a:cubicBezTo>
                  <a:cubicBezTo>
                    <a:pt x="0" y="414"/>
                    <a:pt x="0" y="414"/>
                    <a:pt x="0" y="41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2" y="0"/>
                    <a:pt x="94" y="3"/>
                    <a:pt x="94" y="5"/>
                  </a:cubicBezTo>
                  <a:close/>
                </a:path>
              </a:pathLst>
            </a:custGeom>
            <a:solidFill>
              <a:srgbClr val="F7C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任意多边形 34"/>
            <p:cNvSpPr/>
            <p:nvPr>
              <p:custDataLst>
                <p:tags r:id="rId35"/>
              </p:custDataLst>
            </p:nvPr>
          </p:nvSpPr>
          <p:spPr bwMode="auto">
            <a:xfrm>
              <a:off x="3368" y="5810"/>
              <a:ext cx="1420" cy="1144"/>
            </a:xfrm>
            <a:custGeom>
              <a:avLst/>
              <a:gdLst>
                <a:gd name="T0" fmla="*/ 211 w 263"/>
                <a:gd name="T1" fmla="*/ 148 h 263"/>
                <a:gd name="T2" fmla="*/ 263 w 263"/>
                <a:gd name="T3" fmla="*/ 126 h 263"/>
                <a:gd name="T4" fmla="*/ 121 w 263"/>
                <a:gd name="T5" fmla="*/ 0 h 263"/>
                <a:gd name="T6" fmla="*/ 131 w 263"/>
                <a:gd name="T7" fmla="*/ 263 h 263"/>
                <a:gd name="T8" fmla="*/ 184 w 263"/>
                <a:gd name="T9" fmla="*/ 252 h 263"/>
                <a:gd name="T10" fmla="*/ 189 w 263"/>
                <a:gd name="T11" fmla="*/ 250 h 263"/>
                <a:gd name="T12" fmla="*/ 197 w 263"/>
                <a:gd name="T13" fmla="*/ 245 h 263"/>
                <a:gd name="T14" fmla="*/ 206 w 263"/>
                <a:gd name="T15" fmla="*/ 240 h 263"/>
                <a:gd name="T16" fmla="*/ 211 w 263"/>
                <a:gd name="T17" fmla="*/ 236 h 263"/>
                <a:gd name="T18" fmla="*/ 221 w 263"/>
                <a:gd name="T19" fmla="*/ 228 h 263"/>
                <a:gd name="T20" fmla="*/ 224 w 263"/>
                <a:gd name="T21" fmla="*/ 225 h 263"/>
                <a:gd name="T22" fmla="*/ 228 w 263"/>
                <a:gd name="T23" fmla="*/ 221 h 263"/>
                <a:gd name="T24" fmla="*/ 241 w 263"/>
                <a:gd name="T25" fmla="*/ 205 h 263"/>
                <a:gd name="T26" fmla="*/ 247 w 263"/>
                <a:gd name="T27" fmla="*/ 195 h 263"/>
                <a:gd name="T28" fmla="*/ 254 w 263"/>
                <a:gd name="T29" fmla="*/ 180 h 263"/>
                <a:gd name="T30" fmla="*/ 257 w 263"/>
                <a:gd name="T31" fmla="*/ 171 h 263"/>
                <a:gd name="T32" fmla="*/ 260 w 263"/>
                <a:gd name="T33" fmla="*/ 161 h 263"/>
                <a:gd name="T34" fmla="*/ 262 w 263"/>
                <a:gd name="T35" fmla="*/ 147 h 263"/>
                <a:gd name="T36" fmla="*/ 263 w 263"/>
                <a:gd name="T37" fmla="*/ 139 h 263"/>
                <a:gd name="T38" fmla="*/ 263 w 263"/>
                <a:gd name="T39" fmla="*/ 126 h 263"/>
                <a:gd name="T40" fmla="*/ 206 w 263"/>
                <a:gd name="T41" fmla="*/ 162 h 263"/>
                <a:gd name="T42" fmla="*/ 198 w 263"/>
                <a:gd name="T43" fmla="*/ 177 h 263"/>
                <a:gd name="T44" fmla="*/ 196 w 263"/>
                <a:gd name="T45" fmla="*/ 181 h 263"/>
                <a:gd name="T46" fmla="*/ 189 w 263"/>
                <a:gd name="T47" fmla="*/ 188 h 263"/>
                <a:gd name="T48" fmla="*/ 169 w 263"/>
                <a:gd name="T49" fmla="*/ 203 h 263"/>
                <a:gd name="T50" fmla="*/ 163 w 263"/>
                <a:gd name="T51" fmla="*/ 206 h 263"/>
                <a:gd name="T52" fmla="*/ 160 w 263"/>
                <a:gd name="T53" fmla="*/ 208 h 263"/>
                <a:gd name="T54" fmla="*/ 154 w 263"/>
                <a:gd name="T55" fmla="*/ 209 h 263"/>
                <a:gd name="T56" fmla="*/ 50 w 263"/>
                <a:gd name="T57" fmla="*/ 131 h 263"/>
                <a:gd name="T58" fmla="*/ 131 w 263"/>
                <a:gd name="T59" fmla="*/ 50 h 263"/>
                <a:gd name="T60" fmla="*/ 213 w 263"/>
                <a:gd name="T61" fmla="*/ 131 h 263"/>
                <a:gd name="T62" fmla="*/ 211 w 263"/>
                <a:gd name="T63" fmla="*/ 147 h 263"/>
                <a:gd name="T64" fmla="*/ 211 w 263"/>
                <a:gd name="T65" fmla="*/ 14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3" h="263">
                  <a:moveTo>
                    <a:pt x="206" y="162"/>
                  </a:moveTo>
                  <a:cubicBezTo>
                    <a:pt x="208" y="158"/>
                    <a:pt x="210" y="153"/>
                    <a:pt x="211" y="148"/>
                  </a:cubicBezTo>
                  <a:cubicBezTo>
                    <a:pt x="210" y="153"/>
                    <a:pt x="208" y="158"/>
                    <a:pt x="206" y="162"/>
                  </a:cubicBezTo>
                  <a:close/>
                  <a:moveTo>
                    <a:pt x="263" y="126"/>
                  </a:moveTo>
                  <a:cubicBezTo>
                    <a:pt x="260" y="56"/>
                    <a:pt x="202" y="0"/>
                    <a:pt x="131" y="0"/>
                  </a:cubicBezTo>
                  <a:cubicBezTo>
                    <a:pt x="128" y="0"/>
                    <a:pt x="125" y="0"/>
                    <a:pt x="121" y="0"/>
                  </a:cubicBezTo>
                  <a:cubicBezTo>
                    <a:pt x="53" y="5"/>
                    <a:pt x="0" y="62"/>
                    <a:pt x="0" y="131"/>
                  </a:cubicBezTo>
                  <a:cubicBezTo>
                    <a:pt x="0" y="204"/>
                    <a:pt x="59" y="263"/>
                    <a:pt x="131" y="263"/>
                  </a:cubicBezTo>
                  <a:cubicBezTo>
                    <a:pt x="148" y="263"/>
                    <a:pt x="164" y="260"/>
                    <a:pt x="179" y="254"/>
                  </a:cubicBezTo>
                  <a:cubicBezTo>
                    <a:pt x="181" y="253"/>
                    <a:pt x="183" y="253"/>
                    <a:pt x="184" y="252"/>
                  </a:cubicBezTo>
                  <a:cubicBezTo>
                    <a:pt x="185" y="252"/>
                    <a:pt x="187" y="251"/>
                    <a:pt x="188" y="250"/>
                  </a:cubicBezTo>
                  <a:cubicBezTo>
                    <a:pt x="188" y="250"/>
                    <a:pt x="188" y="250"/>
                    <a:pt x="189" y="250"/>
                  </a:cubicBezTo>
                  <a:cubicBezTo>
                    <a:pt x="190" y="249"/>
                    <a:pt x="192" y="249"/>
                    <a:pt x="193" y="248"/>
                  </a:cubicBezTo>
                  <a:cubicBezTo>
                    <a:pt x="194" y="247"/>
                    <a:pt x="196" y="246"/>
                    <a:pt x="197" y="245"/>
                  </a:cubicBezTo>
                  <a:cubicBezTo>
                    <a:pt x="199" y="245"/>
                    <a:pt x="200" y="244"/>
                    <a:pt x="202" y="243"/>
                  </a:cubicBezTo>
                  <a:cubicBezTo>
                    <a:pt x="203" y="242"/>
                    <a:pt x="205" y="241"/>
                    <a:pt x="206" y="240"/>
                  </a:cubicBezTo>
                  <a:cubicBezTo>
                    <a:pt x="207" y="239"/>
                    <a:pt x="208" y="239"/>
                    <a:pt x="209" y="238"/>
                  </a:cubicBezTo>
                  <a:cubicBezTo>
                    <a:pt x="210" y="237"/>
                    <a:pt x="210" y="237"/>
                    <a:pt x="211" y="236"/>
                  </a:cubicBezTo>
                  <a:cubicBezTo>
                    <a:pt x="212" y="236"/>
                    <a:pt x="213" y="235"/>
                    <a:pt x="214" y="234"/>
                  </a:cubicBezTo>
                  <a:cubicBezTo>
                    <a:pt x="216" y="232"/>
                    <a:pt x="219" y="230"/>
                    <a:pt x="221" y="228"/>
                  </a:cubicBezTo>
                  <a:cubicBezTo>
                    <a:pt x="221" y="228"/>
                    <a:pt x="221" y="228"/>
                    <a:pt x="222" y="227"/>
                  </a:cubicBezTo>
                  <a:cubicBezTo>
                    <a:pt x="223" y="226"/>
                    <a:pt x="223" y="226"/>
                    <a:pt x="224" y="225"/>
                  </a:cubicBezTo>
                  <a:cubicBezTo>
                    <a:pt x="225" y="224"/>
                    <a:pt x="225" y="224"/>
                    <a:pt x="226" y="223"/>
                  </a:cubicBezTo>
                  <a:cubicBezTo>
                    <a:pt x="226" y="223"/>
                    <a:pt x="227" y="222"/>
                    <a:pt x="228" y="221"/>
                  </a:cubicBezTo>
                  <a:cubicBezTo>
                    <a:pt x="228" y="220"/>
                    <a:pt x="229" y="220"/>
                    <a:pt x="230" y="219"/>
                  </a:cubicBezTo>
                  <a:cubicBezTo>
                    <a:pt x="234" y="215"/>
                    <a:pt x="237" y="210"/>
                    <a:pt x="241" y="205"/>
                  </a:cubicBezTo>
                  <a:cubicBezTo>
                    <a:pt x="242" y="203"/>
                    <a:pt x="243" y="201"/>
                    <a:pt x="244" y="200"/>
                  </a:cubicBezTo>
                  <a:cubicBezTo>
                    <a:pt x="245" y="198"/>
                    <a:pt x="246" y="197"/>
                    <a:pt x="247" y="195"/>
                  </a:cubicBezTo>
                  <a:cubicBezTo>
                    <a:pt x="249" y="192"/>
                    <a:pt x="250" y="188"/>
                    <a:pt x="252" y="185"/>
                  </a:cubicBezTo>
                  <a:cubicBezTo>
                    <a:pt x="253" y="183"/>
                    <a:pt x="253" y="182"/>
                    <a:pt x="254" y="180"/>
                  </a:cubicBezTo>
                  <a:cubicBezTo>
                    <a:pt x="254" y="179"/>
                    <a:pt x="255" y="177"/>
                    <a:pt x="256" y="175"/>
                  </a:cubicBezTo>
                  <a:cubicBezTo>
                    <a:pt x="256" y="174"/>
                    <a:pt x="257" y="172"/>
                    <a:pt x="257" y="171"/>
                  </a:cubicBezTo>
                  <a:cubicBezTo>
                    <a:pt x="257" y="170"/>
                    <a:pt x="258" y="168"/>
                    <a:pt x="258" y="167"/>
                  </a:cubicBezTo>
                  <a:cubicBezTo>
                    <a:pt x="259" y="165"/>
                    <a:pt x="259" y="163"/>
                    <a:pt x="260" y="161"/>
                  </a:cubicBezTo>
                  <a:cubicBezTo>
                    <a:pt x="260" y="160"/>
                    <a:pt x="260" y="158"/>
                    <a:pt x="261" y="157"/>
                  </a:cubicBezTo>
                  <a:cubicBezTo>
                    <a:pt x="261" y="154"/>
                    <a:pt x="262" y="150"/>
                    <a:pt x="262" y="147"/>
                  </a:cubicBezTo>
                  <a:cubicBezTo>
                    <a:pt x="262" y="146"/>
                    <a:pt x="262" y="145"/>
                    <a:pt x="263" y="143"/>
                  </a:cubicBezTo>
                  <a:cubicBezTo>
                    <a:pt x="263" y="142"/>
                    <a:pt x="263" y="140"/>
                    <a:pt x="263" y="139"/>
                  </a:cubicBezTo>
                  <a:cubicBezTo>
                    <a:pt x="263" y="136"/>
                    <a:pt x="263" y="134"/>
                    <a:pt x="263" y="131"/>
                  </a:cubicBezTo>
                  <a:cubicBezTo>
                    <a:pt x="263" y="130"/>
                    <a:pt x="263" y="128"/>
                    <a:pt x="263" y="126"/>
                  </a:cubicBezTo>
                  <a:close/>
                  <a:moveTo>
                    <a:pt x="211" y="148"/>
                  </a:moveTo>
                  <a:cubicBezTo>
                    <a:pt x="210" y="153"/>
                    <a:pt x="208" y="158"/>
                    <a:pt x="206" y="162"/>
                  </a:cubicBezTo>
                  <a:cubicBezTo>
                    <a:pt x="206" y="164"/>
                    <a:pt x="205" y="165"/>
                    <a:pt x="205" y="166"/>
                  </a:cubicBezTo>
                  <a:cubicBezTo>
                    <a:pt x="203" y="170"/>
                    <a:pt x="201" y="174"/>
                    <a:pt x="198" y="177"/>
                  </a:cubicBezTo>
                  <a:cubicBezTo>
                    <a:pt x="198" y="178"/>
                    <a:pt x="198" y="178"/>
                    <a:pt x="197" y="179"/>
                  </a:cubicBezTo>
                  <a:cubicBezTo>
                    <a:pt x="197" y="180"/>
                    <a:pt x="196" y="180"/>
                    <a:pt x="196" y="181"/>
                  </a:cubicBezTo>
                  <a:cubicBezTo>
                    <a:pt x="194" y="183"/>
                    <a:pt x="193" y="184"/>
                    <a:pt x="192" y="185"/>
                  </a:cubicBezTo>
                  <a:cubicBezTo>
                    <a:pt x="191" y="186"/>
                    <a:pt x="190" y="187"/>
                    <a:pt x="189" y="188"/>
                  </a:cubicBezTo>
                  <a:cubicBezTo>
                    <a:pt x="185" y="192"/>
                    <a:pt x="181" y="196"/>
                    <a:pt x="177" y="199"/>
                  </a:cubicBezTo>
                  <a:cubicBezTo>
                    <a:pt x="174" y="200"/>
                    <a:pt x="172" y="202"/>
                    <a:pt x="169" y="203"/>
                  </a:cubicBezTo>
                  <a:cubicBezTo>
                    <a:pt x="168" y="204"/>
                    <a:pt x="167" y="204"/>
                    <a:pt x="166" y="205"/>
                  </a:cubicBezTo>
                  <a:cubicBezTo>
                    <a:pt x="165" y="205"/>
                    <a:pt x="164" y="206"/>
                    <a:pt x="163" y="206"/>
                  </a:cubicBezTo>
                  <a:cubicBezTo>
                    <a:pt x="163" y="206"/>
                    <a:pt x="162" y="207"/>
                    <a:pt x="161" y="207"/>
                  </a:cubicBezTo>
                  <a:cubicBezTo>
                    <a:pt x="161" y="207"/>
                    <a:pt x="160" y="207"/>
                    <a:pt x="160" y="208"/>
                  </a:cubicBezTo>
                  <a:cubicBezTo>
                    <a:pt x="159" y="208"/>
                    <a:pt x="158" y="208"/>
                    <a:pt x="157" y="208"/>
                  </a:cubicBezTo>
                  <a:cubicBezTo>
                    <a:pt x="156" y="209"/>
                    <a:pt x="155" y="209"/>
                    <a:pt x="154" y="209"/>
                  </a:cubicBezTo>
                  <a:cubicBezTo>
                    <a:pt x="147" y="211"/>
                    <a:pt x="139" y="213"/>
                    <a:pt x="131" y="213"/>
                  </a:cubicBezTo>
                  <a:cubicBezTo>
                    <a:pt x="87" y="213"/>
                    <a:pt x="50" y="176"/>
                    <a:pt x="50" y="131"/>
                  </a:cubicBezTo>
                  <a:cubicBezTo>
                    <a:pt x="50" y="90"/>
                    <a:pt x="81" y="56"/>
                    <a:pt x="121" y="51"/>
                  </a:cubicBezTo>
                  <a:cubicBezTo>
                    <a:pt x="124" y="51"/>
                    <a:pt x="128" y="50"/>
                    <a:pt x="131" y="50"/>
                  </a:cubicBezTo>
                  <a:cubicBezTo>
                    <a:pt x="174" y="50"/>
                    <a:pt x="209" y="84"/>
                    <a:pt x="212" y="126"/>
                  </a:cubicBezTo>
                  <a:cubicBezTo>
                    <a:pt x="212" y="128"/>
                    <a:pt x="213" y="130"/>
                    <a:pt x="213" y="131"/>
                  </a:cubicBezTo>
                  <a:cubicBezTo>
                    <a:pt x="213" y="136"/>
                    <a:pt x="212" y="140"/>
                    <a:pt x="212" y="144"/>
                  </a:cubicBezTo>
                  <a:cubicBezTo>
                    <a:pt x="211" y="145"/>
                    <a:pt x="211" y="146"/>
                    <a:pt x="211" y="147"/>
                  </a:cubicBezTo>
                  <a:cubicBezTo>
                    <a:pt x="211" y="147"/>
                    <a:pt x="211" y="147"/>
                    <a:pt x="211" y="148"/>
                  </a:cubicBezTo>
                  <a:cubicBezTo>
                    <a:pt x="211" y="148"/>
                    <a:pt x="211" y="148"/>
                    <a:pt x="211" y="148"/>
                  </a:cubicBezTo>
                  <a:close/>
                </a:path>
              </a:pathLst>
            </a:custGeom>
            <a:solidFill>
              <a:srgbClr val="4C944C"/>
            </a:solidFill>
            <a:ln w="9525">
              <a:solidFill>
                <a:srgbClr val="4C944C"/>
              </a:solidFill>
              <a:round/>
            </a:ln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任意多边形 35"/>
            <p:cNvSpPr/>
            <p:nvPr>
              <p:custDataLst>
                <p:tags r:id="rId36"/>
              </p:custDataLst>
            </p:nvPr>
          </p:nvSpPr>
          <p:spPr bwMode="auto">
            <a:xfrm>
              <a:off x="4021" y="5810"/>
              <a:ext cx="768" cy="644"/>
            </a:xfrm>
            <a:custGeom>
              <a:avLst/>
              <a:gdLst>
                <a:gd name="T0" fmla="*/ 142 w 142"/>
                <a:gd name="T1" fmla="*/ 131 h 148"/>
                <a:gd name="T2" fmla="*/ 141 w 142"/>
                <a:gd name="T3" fmla="*/ 147 h 148"/>
                <a:gd name="T4" fmla="*/ 90 w 142"/>
                <a:gd name="T5" fmla="*/ 148 h 148"/>
                <a:gd name="T6" fmla="*/ 92 w 142"/>
                <a:gd name="T7" fmla="*/ 131 h 148"/>
                <a:gd name="T8" fmla="*/ 91 w 142"/>
                <a:gd name="T9" fmla="*/ 126 h 148"/>
                <a:gd name="T10" fmla="*/ 10 w 142"/>
                <a:gd name="T11" fmla="*/ 50 h 148"/>
                <a:gd name="T12" fmla="*/ 0 w 142"/>
                <a:gd name="T13" fmla="*/ 51 h 148"/>
                <a:gd name="T14" fmla="*/ 0 w 142"/>
                <a:gd name="T15" fmla="*/ 0 h 148"/>
                <a:gd name="T16" fmla="*/ 10 w 142"/>
                <a:gd name="T17" fmla="*/ 0 h 148"/>
                <a:gd name="T18" fmla="*/ 142 w 142"/>
                <a:gd name="T19" fmla="*/ 126 h 148"/>
                <a:gd name="T20" fmla="*/ 142 w 142"/>
                <a:gd name="T21" fmla="*/ 13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2" h="148">
                  <a:moveTo>
                    <a:pt x="142" y="131"/>
                  </a:moveTo>
                  <a:cubicBezTo>
                    <a:pt x="142" y="137"/>
                    <a:pt x="142" y="142"/>
                    <a:pt x="141" y="147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1" y="142"/>
                    <a:pt x="92" y="137"/>
                    <a:pt x="92" y="131"/>
                  </a:cubicBezTo>
                  <a:cubicBezTo>
                    <a:pt x="92" y="129"/>
                    <a:pt x="91" y="128"/>
                    <a:pt x="91" y="126"/>
                  </a:cubicBezTo>
                  <a:cubicBezTo>
                    <a:pt x="88" y="84"/>
                    <a:pt x="53" y="50"/>
                    <a:pt x="10" y="50"/>
                  </a:cubicBezTo>
                  <a:cubicBezTo>
                    <a:pt x="7" y="50"/>
                    <a:pt x="3" y="51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7" y="0"/>
                    <a:pt x="10" y="0"/>
                  </a:cubicBezTo>
                  <a:cubicBezTo>
                    <a:pt x="81" y="0"/>
                    <a:pt x="139" y="56"/>
                    <a:pt x="142" y="126"/>
                  </a:cubicBezTo>
                  <a:cubicBezTo>
                    <a:pt x="142" y="128"/>
                    <a:pt x="142" y="130"/>
                    <a:pt x="142" y="131"/>
                  </a:cubicBezTo>
                  <a:close/>
                </a:path>
              </a:pathLst>
            </a:custGeom>
            <a:solidFill>
              <a:srgbClr val="F7C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任意多边形 36"/>
            <p:cNvSpPr/>
            <p:nvPr>
              <p:custDataLst>
                <p:tags r:id="rId37"/>
              </p:custDataLst>
            </p:nvPr>
          </p:nvSpPr>
          <p:spPr bwMode="auto">
            <a:xfrm>
              <a:off x="4426" y="6359"/>
              <a:ext cx="362" cy="344"/>
            </a:xfrm>
            <a:custGeom>
              <a:avLst/>
              <a:gdLst>
                <a:gd name="T0" fmla="*/ 67 w 67"/>
                <a:gd name="T1" fmla="*/ 5 h 79"/>
                <a:gd name="T2" fmla="*/ 56 w 67"/>
                <a:gd name="T3" fmla="*/ 59 h 79"/>
                <a:gd name="T4" fmla="*/ 45 w 67"/>
                <a:gd name="T5" fmla="*/ 79 h 79"/>
                <a:gd name="T6" fmla="*/ 0 w 67"/>
                <a:gd name="T7" fmla="*/ 55 h 79"/>
                <a:gd name="T8" fmla="*/ 10 w 67"/>
                <a:gd name="T9" fmla="*/ 36 h 79"/>
                <a:gd name="T10" fmla="*/ 17 w 67"/>
                <a:gd name="T11" fmla="*/ 5 h 79"/>
                <a:gd name="T12" fmla="*/ 16 w 67"/>
                <a:gd name="T13" fmla="*/ 0 h 79"/>
                <a:gd name="T14" fmla="*/ 67 w 67"/>
                <a:gd name="T15" fmla="*/ 0 h 79"/>
                <a:gd name="T16" fmla="*/ 67 w 67"/>
                <a:gd name="T17" fmla="*/ 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9">
                  <a:moveTo>
                    <a:pt x="67" y="5"/>
                  </a:moveTo>
                  <a:cubicBezTo>
                    <a:pt x="67" y="24"/>
                    <a:pt x="63" y="42"/>
                    <a:pt x="56" y="59"/>
                  </a:cubicBezTo>
                  <a:cubicBezTo>
                    <a:pt x="53" y="66"/>
                    <a:pt x="49" y="72"/>
                    <a:pt x="45" y="79"/>
                  </a:cubicBezTo>
                  <a:cubicBezTo>
                    <a:pt x="30" y="71"/>
                    <a:pt x="14" y="63"/>
                    <a:pt x="0" y="55"/>
                  </a:cubicBezTo>
                  <a:cubicBezTo>
                    <a:pt x="4" y="49"/>
                    <a:pt x="8" y="43"/>
                    <a:pt x="10" y="36"/>
                  </a:cubicBezTo>
                  <a:cubicBezTo>
                    <a:pt x="14" y="27"/>
                    <a:pt x="17" y="16"/>
                    <a:pt x="17" y="5"/>
                  </a:cubicBezTo>
                  <a:cubicBezTo>
                    <a:pt x="17" y="3"/>
                    <a:pt x="16" y="2"/>
                    <a:pt x="1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7" y="2"/>
                    <a:pt x="67" y="4"/>
                    <a:pt x="67" y="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任意多边形 37"/>
            <p:cNvSpPr/>
            <p:nvPr>
              <p:custDataLst>
                <p:tags r:id="rId38"/>
              </p:custDataLst>
            </p:nvPr>
          </p:nvSpPr>
          <p:spPr bwMode="auto">
            <a:xfrm>
              <a:off x="4200" y="6516"/>
              <a:ext cx="529" cy="399"/>
            </a:xfrm>
            <a:custGeom>
              <a:avLst/>
              <a:gdLst>
                <a:gd name="T0" fmla="*/ 98 w 98"/>
                <a:gd name="T1" fmla="*/ 23 h 92"/>
                <a:gd name="T2" fmla="*/ 25 w 98"/>
                <a:gd name="T3" fmla="*/ 92 h 92"/>
                <a:gd name="T4" fmla="*/ 0 w 98"/>
                <a:gd name="T5" fmla="*/ 47 h 92"/>
                <a:gd name="T6" fmla="*/ 52 w 98"/>
                <a:gd name="T7" fmla="*/ 0 h 92"/>
                <a:gd name="T8" fmla="*/ 98 w 98"/>
                <a:gd name="T9" fmla="*/ 23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92">
                  <a:moveTo>
                    <a:pt x="98" y="23"/>
                  </a:moveTo>
                  <a:cubicBezTo>
                    <a:pt x="84" y="54"/>
                    <a:pt x="58" y="80"/>
                    <a:pt x="25" y="92"/>
                  </a:cubicBezTo>
                  <a:cubicBezTo>
                    <a:pt x="17" y="78"/>
                    <a:pt x="7" y="60"/>
                    <a:pt x="0" y="47"/>
                  </a:cubicBezTo>
                  <a:cubicBezTo>
                    <a:pt x="24" y="40"/>
                    <a:pt x="43" y="23"/>
                    <a:pt x="52" y="0"/>
                  </a:cubicBezTo>
                  <a:lnTo>
                    <a:pt x="98" y="23"/>
                  </a:lnTo>
                  <a:close/>
                </a:path>
              </a:pathLst>
            </a:custGeom>
            <a:solidFill>
              <a:srgbClr val="648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任意多边形 38"/>
            <p:cNvSpPr/>
            <p:nvPr>
              <p:custDataLst>
                <p:tags r:id="rId39"/>
              </p:custDataLst>
            </p:nvPr>
          </p:nvSpPr>
          <p:spPr bwMode="auto">
            <a:xfrm>
              <a:off x="4523" y="4644"/>
              <a:ext cx="1654" cy="1337"/>
            </a:xfrm>
            <a:custGeom>
              <a:avLst/>
              <a:gdLst>
                <a:gd name="T0" fmla="*/ 306 w 306"/>
                <a:gd name="T1" fmla="*/ 153 h 307"/>
                <a:gd name="T2" fmla="*/ 300 w 306"/>
                <a:gd name="T3" fmla="*/ 198 h 307"/>
                <a:gd name="T4" fmla="*/ 270 w 306"/>
                <a:gd name="T5" fmla="*/ 252 h 307"/>
                <a:gd name="T6" fmla="*/ 270 w 306"/>
                <a:gd name="T7" fmla="*/ 252 h 307"/>
                <a:gd name="T8" fmla="*/ 270 w 306"/>
                <a:gd name="T9" fmla="*/ 253 h 307"/>
                <a:gd name="T10" fmla="*/ 264 w 306"/>
                <a:gd name="T11" fmla="*/ 259 h 307"/>
                <a:gd name="T12" fmla="*/ 262 w 306"/>
                <a:gd name="T13" fmla="*/ 261 h 307"/>
                <a:gd name="T14" fmla="*/ 259 w 306"/>
                <a:gd name="T15" fmla="*/ 264 h 307"/>
                <a:gd name="T16" fmla="*/ 256 w 306"/>
                <a:gd name="T17" fmla="*/ 267 h 307"/>
                <a:gd name="T18" fmla="*/ 256 w 306"/>
                <a:gd name="T19" fmla="*/ 267 h 307"/>
                <a:gd name="T20" fmla="*/ 255 w 306"/>
                <a:gd name="T21" fmla="*/ 268 h 307"/>
                <a:gd name="T22" fmla="*/ 215 w 306"/>
                <a:gd name="T23" fmla="*/ 294 h 307"/>
                <a:gd name="T24" fmla="*/ 153 w 306"/>
                <a:gd name="T25" fmla="*/ 307 h 307"/>
                <a:gd name="T26" fmla="*/ 148 w 306"/>
                <a:gd name="T27" fmla="*/ 306 h 307"/>
                <a:gd name="T28" fmla="*/ 118 w 306"/>
                <a:gd name="T29" fmla="*/ 303 h 307"/>
                <a:gd name="T30" fmla="*/ 116 w 306"/>
                <a:gd name="T31" fmla="*/ 302 h 307"/>
                <a:gd name="T32" fmla="*/ 113 w 306"/>
                <a:gd name="T33" fmla="*/ 301 h 307"/>
                <a:gd name="T34" fmla="*/ 111 w 306"/>
                <a:gd name="T35" fmla="*/ 301 h 307"/>
                <a:gd name="T36" fmla="*/ 106 w 306"/>
                <a:gd name="T37" fmla="*/ 299 h 307"/>
                <a:gd name="T38" fmla="*/ 62 w 306"/>
                <a:gd name="T39" fmla="*/ 276 h 307"/>
                <a:gd name="T40" fmla="*/ 0 w 306"/>
                <a:gd name="T41" fmla="*/ 153 h 307"/>
                <a:gd name="T42" fmla="*/ 6 w 306"/>
                <a:gd name="T43" fmla="*/ 112 h 307"/>
                <a:gd name="T44" fmla="*/ 12 w 306"/>
                <a:gd name="T45" fmla="*/ 93 h 307"/>
                <a:gd name="T46" fmla="*/ 86 w 306"/>
                <a:gd name="T47" fmla="*/ 16 h 307"/>
                <a:gd name="T48" fmla="*/ 153 w 306"/>
                <a:gd name="T49" fmla="*/ 0 h 307"/>
                <a:gd name="T50" fmla="*/ 195 w 306"/>
                <a:gd name="T51" fmla="*/ 6 h 307"/>
                <a:gd name="T52" fmla="*/ 255 w 306"/>
                <a:gd name="T53" fmla="*/ 39 h 307"/>
                <a:gd name="T54" fmla="*/ 255 w 306"/>
                <a:gd name="T55" fmla="*/ 40 h 307"/>
                <a:gd name="T56" fmla="*/ 306 w 306"/>
                <a:gd name="T57" fmla="*/ 153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06" h="307">
                  <a:moveTo>
                    <a:pt x="306" y="153"/>
                  </a:moveTo>
                  <a:cubicBezTo>
                    <a:pt x="306" y="169"/>
                    <a:pt x="304" y="184"/>
                    <a:pt x="300" y="198"/>
                  </a:cubicBezTo>
                  <a:cubicBezTo>
                    <a:pt x="294" y="218"/>
                    <a:pt x="283" y="236"/>
                    <a:pt x="270" y="252"/>
                  </a:cubicBezTo>
                  <a:cubicBezTo>
                    <a:pt x="270" y="252"/>
                    <a:pt x="270" y="252"/>
                    <a:pt x="270" y="252"/>
                  </a:cubicBezTo>
                  <a:cubicBezTo>
                    <a:pt x="270" y="252"/>
                    <a:pt x="270" y="253"/>
                    <a:pt x="270" y="253"/>
                  </a:cubicBezTo>
                  <a:cubicBezTo>
                    <a:pt x="268" y="255"/>
                    <a:pt x="266" y="257"/>
                    <a:pt x="264" y="259"/>
                  </a:cubicBezTo>
                  <a:cubicBezTo>
                    <a:pt x="264" y="259"/>
                    <a:pt x="263" y="260"/>
                    <a:pt x="262" y="261"/>
                  </a:cubicBezTo>
                  <a:cubicBezTo>
                    <a:pt x="261" y="262"/>
                    <a:pt x="260" y="263"/>
                    <a:pt x="259" y="264"/>
                  </a:cubicBezTo>
                  <a:cubicBezTo>
                    <a:pt x="258" y="265"/>
                    <a:pt x="257" y="266"/>
                    <a:pt x="256" y="267"/>
                  </a:cubicBezTo>
                  <a:cubicBezTo>
                    <a:pt x="256" y="267"/>
                    <a:pt x="256" y="267"/>
                    <a:pt x="256" y="267"/>
                  </a:cubicBezTo>
                  <a:cubicBezTo>
                    <a:pt x="255" y="267"/>
                    <a:pt x="255" y="268"/>
                    <a:pt x="255" y="268"/>
                  </a:cubicBezTo>
                  <a:cubicBezTo>
                    <a:pt x="243" y="279"/>
                    <a:pt x="230" y="287"/>
                    <a:pt x="215" y="294"/>
                  </a:cubicBezTo>
                  <a:cubicBezTo>
                    <a:pt x="196" y="302"/>
                    <a:pt x="175" y="307"/>
                    <a:pt x="153" y="307"/>
                  </a:cubicBezTo>
                  <a:cubicBezTo>
                    <a:pt x="151" y="307"/>
                    <a:pt x="149" y="307"/>
                    <a:pt x="148" y="306"/>
                  </a:cubicBezTo>
                  <a:cubicBezTo>
                    <a:pt x="138" y="306"/>
                    <a:pt x="128" y="305"/>
                    <a:pt x="118" y="303"/>
                  </a:cubicBezTo>
                  <a:cubicBezTo>
                    <a:pt x="116" y="302"/>
                    <a:pt x="116" y="302"/>
                    <a:pt x="116" y="302"/>
                  </a:cubicBezTo>
                  <a:cubicBezTo>
                    <a:pt x="115" y="302"/>
                    <a:pt x="114" y="301"/>
                    <a:pt x="113" y="301"/>
                  </a:cubicBezTo>
                  <a:cubicBezTo>
                    <a:pt x="112" y="301"/>
                    <a:pt x="111" y="301"/>
                    <a:pt x="111" y="301"/>
                  </a:cubicBezTo>
                  <a:cubicBezTo>
                    <a:pt x="109" y="300"/>
                    <a:pt x="108" y="300"/>
                    <a:pt x="106" y="299"/>
                  </a:cubicBezTo>
                  <a:cubicBezTo>
                    <a:pt x="90" y="294"/>
                    <a:pt x="75" y="286"/>
                    <a:pt x="62" y="276"/>
                  </a:cubicBezTo>
                  <a:cubicBezTo>
                    <a:pt x="24" y="248"/>
                    <a:pt x="0" y="204"/>
                    <a:pt x="0" y="153"/>
                  </a:cubicBezTo>
                  <a:cubicBezTo>
                    <a:pt x="0" y="139"/>
                    <a:pt x="2" y="125"/>
                    <a:pt x="6" y="112"/>
                  </a:cubicBezTo>
                  <a:cubicBezTo>
                    <a:pt x="7" y="105"/>
                    <a:pt x="10" y="99"/>
                    <a:pt x="12" y="93"/>
                  </a:cubicBezTo>
                  <a:cubicBezTo>
                    <a:pt x="27" y="59"/>
                    <a:pt x="53" y="32"/>
                    <a:pt x="86" y="16"/>
                  </a:cubicBezTo>
                  <a:cubicBezTo>
                    <a:pt x="106" y="6"/>
                    <a:pt x="129" y="0"/>
                    <a:pt x="153" y="0"/>
                  </a:cubicBezTo>
                  <a:cubicBezTo>
                    <a:pt x="168" y="0"/>
                    <a:pt x="182" y="2"/>
                    <a:pt x="195" y="6"/>
                  </a:cubicBezTo>
                  <a:cubicBezTo>
                    <a:pt x="218" y="13"/>
                    <a:pt x="238" y="24"/>
                    <a:pt x="255" y="39"/>
                  </a:cubicBezTo>
                  <a:cubicBezTo>
                    <a:pt x="255" y="39"/>
                    <a:pt x="255" y="40"/>
                    <a:pt x="255" y="40"/>
                  </a:cubicBezTo>
                  <a:cubicBezTo>
                    <a:pt x="287" y="68"/>
                    <a:pt x="306" y="108"/>
                    <a:pt x="306" y="153"/>
                  </a:cubicBezTo>
                  <a:close/>
                </a:path>
              </a:pathLst>
            </a:custGeom>
            <a:solidFill>
              <a:srgbClr val="4C9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任意多边形 39"/>
            <p:cNvSpPr/>
            <p:nvPr>
              <p:custDataLst>
                <p:tags r:id="rId40"/>
              </p:custDataLst>
            </p:nvPr>
          </p:nvSpPr>
          <p:spPr bwMode="auto">
            <a:xfrm>
              <a:off x="5097" y="5279"/>
              <a:ext cx="886" cy="702"/>
            </a:xfrm>
            <a:custGeom>
              <a:avLst/>
              <a:gdLst>
                <a:gd name="T0" fmla="*/ 164 w 164"/>
                <a:gd name="T1" fmla="*/ 106 h 161"/>
                <a:gd name="T2" fmla="*/ 164 w 164"/>
                <a:gd name="T3" fmla="*/ 107 h 161"/>
                <a:gd name="T4" fmla="*/ 158 w 164"/>
                <a:gd name="T5" fmla="*/ 113 h 161"/>
                <a:gd name="T6" fmla="*/ 156 w 164"/>
                <a:gd name="T7" fmla="*/ 115 h 161"/>
                <a:gd name="T8" fmla="*/ 153 w 164"/>
                <a:gd name="T9" fmla="*/ 118 h 161"/>
                <a:gd name="T10" fmla="*/ 150 w 164"/>
                <a:gd name="T11" fmla="*/ 121 h 161"/>
                <a:gd name="T12" fmla="*/ 150 w 164"/>
                <a:gd name="T13" fmla="*/ 121 h 161"/>
                <a:gd name="T14" fmla="*/ 149 w 164"/>
                <a:gd name="T15" fmla="*/ 122 h 161"/>
                <a:gd name="T16" fmla="*/ 109 w 164"/>
                <a:gd name="T17" fmla="*/ 148 h 161"/>
                <a:gd name="T18" fmla="*/ 47 w 164"/>
                <a:gd name="T19" fmla="*/ 161 h 161"/>
                <a:gd name="T20" fmla="*/ 42 w 164"/>
                <a:gd name="T21" fmla="*/ 160 h 161"/>
                <a:gd name="T22" fmla="*/ 12 w 164"/>
                <a:gd name="T23" fmla="*/ 157 h 161"/>
                <a:gd name="T24" fmla="*/ 10 w 164"/>
                <a:gd name="T25" fmla="*/ 156 h 161"/>
                <a:gd name="T26" fmla="*/ 7 w 164"/>
                <a:gd name="T27" fmla="*/ 155 h 161"/>
                <a:gd name="T28" fmla="*/ 5 w 164"/>
                <a:gd name="T29" fmla="*/ 155 h 161"/>
                <a:gd name="T30" fmla="*/ 0 w 164"/>
                <a:gd name="T31" fmla="*/ 153 h 161"/>
                <a:gd name="T32" fmla="*/ 7 w 164"/>
                <a:gd name="T33" fmla="*/ 124 h 161"/>
                <a:gd name="T34" fmla="*/ 9 w 164"/>
                <a:gd name="T35" fmla="*/ 114 h 161"/>
                <a:gd name="T36" fmla="*/ 35 w 164"/>
                <a:gd name="T37" fmla="*/ 0 h 161"/>
                <a:gd name="T38" fmla="*/ 164 w 164"/>
                <a:gd name="T39" fmla="*/ 10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4" h="161">
                  <a:moveTo>
                    <a:pt x="164" y="106"/>
                  </a:moveTo>
                  <a:cubicBezTo>
                    <a:pt x="164" y="106"/>
                    <a:pt x="164" y="107"/>
                    <a:pt x="164" y="107"/>
                  </a:cubicBezTo>
                  <a:cubicBezTo>
                    <a:pt x="162" y="109"/>
                    <a:pt x="160" y="111"/>
                    <a:pt x="158" y="113"/>
                  </a:cubicBezTo>
                  <a:cubicBezTo>
                    <a:pt x="158" y="113"/>
                    <a:pt x="157" y="114"/>
                    <a:pt x="156" y="115"/>
                  </a:cubicBezTo>
                  <a:cubicBezTo>
                    <a:pt x="155" y="116"/>
                    <a:pt x="154" y="117"/>
                    <a:pt x="153" y="118"/>
                  </a:cubicBezTo>
                  <a:cubicBezTo>
                    <a:pt x="152" y="119"/>
                    <a:pt x="151" y="120"/>
                    <a:pt x="150" y="121"/>
                  </a:cubicBezTo>
                  <a:cubicBezTo>
                    <a:pt x="150" y="121"/>
                    <a:pt x="150" y="121"/>
                    <a:pt x="150" y="121"/>
                  </a:cubicBezTo>
                  <a:cubicBezTo>
                    <a:pt x="149" y="121"/>
                    <a:pt x="149" y="122"/>
                    <a:pt x="149" y="122"/>
                  </a:cubicBezTo>
                  <a:cubicBezTo>
                    <a:pt x="137" y="133"/>
                    <a:pt x="124" y="141"/>
                    <a:pt x="109" y="148"/>
                  </a:cubicBezTo>
                  <a:cubicBezTo>
                    <a:pt x="90" y="156"/>
                    <a:pt x="69" y="161"/>
                    <a:pt x="47" y="161"/>
                  </a:cubicBezTo>
                  <a:cubicBezTo>
                    <a:pt x="45" y="161"/>
                    <a:pt x="43" y="161"/>
                    <a:pt x="42" y="160"/>
                  </a:cubicBezTo>
                  <a:cubicBezTo>
                    <a:pt x="32" y="160"/>
                    <a:pt x="22" y="159"/>
                    <a:pt x="12" y="157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9" y="156"/>
                    <a:pt x="8" y="155"/>
                    <a:pt x="7" y="155"/>
                  </a:cubicBezTo>
                  <a:cubicBezTo>
                    <a:pt x="6" y="155"/>
                    <a:pt x="5" y="155"/>
                    <a:pt x="5" y="155"/>
                  </a:cubicBezTo>
                  <a:cubicBezTo>
                    <a:pt x="3" y="154"/>
                    <a:pt x="2" y="154"/>
                    <a:pt x="0" y="153"/>
                  </a:cubicBezTo>
                  <a:cubicBezTo>
                    <a:pt x="2" y="145"/>
                    <a:pt x="4" y="135"/>
                    <a:pt x="7" y="124"/>
                  </a:cubicBezTo>
                  <a:cubicBezTo>
                    <a:pt x="8" y="121"/>
                    <a:pt x="8" y="117"/>
                    <a:pt x="9" y="114"/>
                  </a:cubicBezTo>
                  <a:cubicBezTo>
                    <a:pt x="21" y="62"/>
                    <a:pt x="35" y="0"/>
                    <a:pt x="35" y="0"/>
                  </a:cubicBezTo>
                  <a:lnTo>
                    <a:pt x="164" y="106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任意多边形 40"/>
            <p:cNvSpPr/>
            <p:nvPr>
              <p:custDataLst>
                <p:tags r:id="rId41"/>
              </p:custDataLst>
            </p:nvPr>
          </p:nvSpPr>
          <p:spPr bwMode="auto">
            <a:xfrm>
              <a:off x="5285" y="4670"/>
              <a:ext cx="891" cy="1140"/>
            </a:xfrm>
            <a:custGeom>
              <a:avLst/>
              <a:gdLst>
                <a:gd name="T0" fmla="*/ 165 w 165"/>
                <a:gd name="T1" fmla="*/ 147 h 262"/>
                <a:gd name="T2" fmla="*/ 159 w 165"/>
                <a:gd name="T3" fmla="*/ 192 h 262"/>
                <a:gd name="T4" fmla="*/ 129 w 165"/>
                <a:gd name="T5" fmla="*/ 246 h 262"/>
                <a:gd name="T6" fmla="*/ 129 w 165"/>
                <a:gd name="T7" fmla="*/ 246 h 262"/>
                <a:gd name="T8" fmla="*/ 129 w 165"/>
                <a:gd name="T9" fmla="*/ 247 h 262"/>
                <a:gd name="T10" fmla="*/ 123 w 165"/>
                <a:gd name="T11" fmla="*/ 253 h 262"/>
                <a:gd name="T12" fmla="*/ 121 w 165"/>
                <a:gd name="T13" fmla="*/ 255 h 262"/>
                <a:gd name="T14" fmla="*/ 118 w 165"/>
                <a:gd name="T15" fmla="*/ 258 h 262"/>
                <a:gd name="T16" fmla="*/ 115 w 165"/>
                <a:gd name="T17" fmla="*/ 261 h 262"/>
                <a:gd name="T18" fmla="*/ 115 w 165"/>
                <a:gd name="T19" fmla="*/ 261 h 262"/>
                <a:gd name="T20" fmla="*/ 114 w 165"/>
                <a:gd name="T21" fmla="*/ 262 h 262"/>
                <a:gd name="T22" fmla="*/ 108 w 165"/>
                <a:gd name="T23" fmla="*/ 256 h 262"/>
                <a:gd name="T24" fmla="*/ 37 w 165"/>
                <a:gd name="T25" fmla="*/ 179 h 262"/>
                <a:gd name="T26" fmla="*/ 11 w 165"/>
                <a:gd name="T27" fmla="*/ 151 h 262"/>
                <a:gd name="T28" fmla="*/ 0 w 165"/>
                <a:gd name="T29" fmla="*/ 140 h 262"/>
                <a:gd name="T30" fmla="*/ 52 w 165"/>
                <a:gd name="T31" fmla="*/ 6 h 262"/>
                <a:gd name="T32" fmla="*/ 54 w 165"/>
                <a:gd name="T33" fmla="*/ 0 h 262"/>
                <a:gd name="T34" fmla="*/ 114 w 165"/>
                <a:gd name="T35" fmla="*/ 33 h 262"/>
                <a:gd name="T36" fmla="*/ 114 w 165"/>
                <a:gd name="T37" fmla="*/ 34 h 262"/>
                <a:gd name="T38" fmla="*/ 165 w 165"/>
                <a:gd name="T39" fmla="*/ 147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5" h="262">
                  <a:moveTo>
                    <a:pt x="165" y="147"/>
                  </a:moveTo>
                  <a:cubicBezTo>
                    <a:pt x="165" y="163"/>
                    <a:pt x="163" y="178"/>
                    <a:pt x="159" y="192"/>
                  </a:cubicBezTo>
                  <a:cubicBezTo>
                    <a:pt x="153" y="212"/>
                    <a:pt x="142" y="230"/>
                    <a:pt x="129" y="246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29" y="246"/>
                    <a:pt x="129" y="247"/>
                    <a:pt x="129" y="247"/>
                  </a:cubicBezTo>
                  <a:cubicBezTo>
                    <a:pt x="127" y="249"/>
                    <a:pt x="125" y="251"/>
                    <a:pt x="123" y="253"/>
                  </a:cubicBezTo>
                  <a:cubicBezTo>
                    <a:pt x="123" y="253"/>
                    <a:pt x="122" y="254"/>
                    <a:pt x="121" y="255"/>
                  </a:cubicBezTo>
                  <a:cubicBezTo>
                    <a:pt x="120" y="256"/>
                    <a:pt x="119" y="257"/>
                    <a:pt x="118" y="258"/>
                  </a:cubicBezTo>
                  <a:cubicBezTo>
                    <a:pt x="117" y="259"/>
                    <a:pt x="116" y="260"/>
                    <a:pt x="115" y="261"/>
                  </a:cubicBezTo>
                  <a:cubicBezTo>
                    <a:pt x="115" y="261"/>
                    <a:pt x="115" y="261"/>
                    <a:pt x="115" y="261"/>
                  </a:cubicBezTo>
                  <a:cubicBezTo>
                    <a:pt x="114" y="261"/>
                    <a:pt x="114" y="262"/>
                    <a:pt x="114" y="262"/>
                  </a:cubicBezTo>
                  <a:cubicBezTo>
                    <a:pt x="108" y="256"/>
                    <a:pt x="108" y="256"/>
                    <a:pt x="108" y="256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0" y="140"/>
                    <a:pt x="0" y="140"/>
                    <a:pt x="0" y="140"/>
                  </a:cubicBezTo>
                  <a:cubicBezTo>
                    <a:pt x="0" y="140"/>
                    <a:pt x="34" y="51"/>
                    <a:pt x="52" y="6"/>
                  </a:cubicBezTo>
                  <a:cubicBezTo>
                    <a:pt x="53" y="4"/>
                    <a:pt x="53" y="2"/>
                    <a:pt x="54" y="0"/>
                  </a:cubicBezTo>
                  <a:cubicBezTo>
                    <a:pt x="77" y="7"/>
                    <a:pt x="97" y="18"/>
                    <a:pt x="114" y="33"/>
                  </a:cubicBezTo>
                  <a:cubicBezTo>
                    <a:pt x="114" y="33"/>
                    <a:pt x="114" y="34"/>
                    <a:pt x="114" y="34"/>
                  </a:cubicBezTo>
                  <a:cubicBezTo>
                    <a:pt x="146" y="62"/>
                    <a:pt x="165" y="102"/>
                    <a:pt x="165" y="147"/>
                  </a:cubicBezTo>
                  <a:close/>
                </a:path>
              </a:pathLst>
            </a:custGeom>
            <a:solidFill>
              <a:srgbClr val="F7C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任意多边形 41"/>
            <p:cNvSpPr/>
            <p:nvPr>
              <p:custDataLst>
                <p:tags r:id="rId42"/>
              </p:custDataLst>
            </p:nvPr>
          </p:nvSpPr>
          <p:spPr bwMode="auto">
            <a:xfrm>
              <a:off x="2195" y="4801"/>
              <a:ext cx="2037" cy="1123"/>
            </a:xfrm>
            <a:custGeom>
              <a:avLst/>
              <a:gdLst>
                <a:gd name="T0" fmla="*/ 370 w 377"/>
                <a:gd name="T1" fmla="*/ 258 h 258"/>
                <a:gd name="T2" fmla="*/ 7 w 377"/>
                <a:gd name="T3" fmla="*/ 258 h 258"/>
                <a:gd name="T4" fmla="*/ 0 w 377"/>
                <a:gd name="T5" fmla="*/ 251 h 258"/>
                <a:gd name="T6" fmla="*/ 0 w 377"/>
                <a:gd name="T7" fmla="*/ 7 h 258"/>
                <a:gd name="T8" fmla="*/ 7 w 377"/>
                <a:gd name="T9" fmla="*/ 0 h 258"/>
                <a:gd name="T10" fmla="*/ 370 w 377"/>
                <a:gd name="T11" fmla="*/ 0 h 258"/>
                <a:gd name="T12" fmla="*/ 377 w 377"/>
                <a:gd name="T13" fmla="*/ 7 h 258"/>
                <a:gd name="T14" fmla="*/ 377 w 377"/>
                <a:gd name="T15" fmla="*/ 251 h 258"/>
                <a:gd name="T16" fmla="*/ 370 w 377"/>
                <a:gd name="T17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" h="258">
                  <a:moveTo>
                    <a:pt x="370" y="258"/>
                  </a:moveTo>
                  <a:cubicBezTo>
                    <a:pt x="7" y="258"/>
                    <a:pt x="7" y="258"/>
                    <a:pt x="7" y="258"/>
                  </a:cubicBezTo>
                  <a:cubicBezTo>
                    <a:pt x="3" y="258"/>
                    <a:pt x="0" y="255"/>
                    <a:pt x="0" y="25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74" y="0"/>
                    <a:pt x="377" y="3"/>
                    <a:pt x="377" y="7"/>
                  </a:cubicBezTo>
                  <a:cubicBezTo>
                    <a:pt x="377" y="251"/>
                    <a:pt x="377" y="251"/>
                    <a:pt x="377" y="251"/>
                  </a:cubicBezTo>
                  <a:cubicBezTo>
                    <a:pt x="377" y="255"/>
                    <a:pt x="374" y="258"/>
                    <a:pt x="370" y="258"/>
                  </a:cubicBezTo>
                  <a:close/>
                </a:path>
              </a:pathLst>
            </a:custGeom>
            <a:solidFill>
              <a:srgbClr val="B8D5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任意多边形 42"/>
            <p:cNvSpPr/>
            <p:nvPr>
              <p:custDataLst>
                <p:tags r:id="rId43"/>
              </p:custDataLst>
            </p:nvPr>
          </p:nvSpPr>
          <p:spPr bwMode="auto">
            <a:xfrm>
              <a:off x="2357" y="5075"/>
              <a:ext cx="509" cy="409"/>
            </a:xfrm>
            <a:custGeom>
              <a:avLst/>
              <a:gdLst>
                <a:gd name="T0" fmla="*/ 87 w 94"/>
                <a:gd name="T1" fmla="*/ 94 h 94"/>
                <a:gd name="T2" fmla="*/ 7 w 94"/>
                <a:gd name="T3" fmla="*/ 94 h 94"/>
                <a:gd name="T4" fmla="*/ 0 w 94"/>
                <a:gd name="T5" fmla="*/ 87 h 94"/>
                <a:gd name="T6" fmla="*/ 0 w 94"/>
                <a:gd name="T7" fmla="*/ 7 h 94"/>
                <a:gd name="T8" fmla="*/ 7 w 94"/>
                <a:gd name="T9" fmla="*/ 0 h 94"/>
                <a:gd name="T10" fmla="*/ 87 w 94"/>
                <a:gd name="T11" fmla="*/ 0 h 94"/>
                <a:gd name="T12" fmla="*/ 94 w 94"/>
                <a:gd name="T13" fmla="*/ 7 h 94"/>
                <a:gd name="T14" fmla="*/ 94 w 94"/>
                <a:gd name="T15" fmla="*/ 87 h 94"/>
                <a:gd name="T16" fmla="*/ 87 w 94"/>
                <a:gd name="T17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" h="94">
                  <a:moveTo>
                    <a:pt x="87" y="94"/>
                  </a:moveTo>
                  <a:cubicBezTo>
                    <a:pt x="7" y="94"/>
                    <a:pt x="7" y="94"/>
                    <a:pt x="7" y="94"/>
                  </a:cubicBezTo>
                  <a:cubicBezTo>
                    <a:pt x="3" y="94"/>
                    <a:pt x="0" y="91"/>
                    <a:pt x="0" y="8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4" y="3"/>
                    <a:pt x="94" y="7"/>
                  </a:cubicBezTo>
                  <a:cubicBezTo>
                    <a:pt x="94" y="87"/>
                    <a:pt x="94" y="87"/>
                    <a:pt x="94" y="87"/>
                  </a:cubicBezTo>
                  <a:cubicBezTo>
                    <a:pt x="94" y="91"/>
                    <a:pt x="91" y="94"/>
                    <a:pt x="87" y="94"/>
                  </a:cubicBezTo>
                  <a:close/>
                </a:path>
              </a:pathLst>
            </a:custGeom>
            <a:solidFill>
              <a:srgbClr val="4C94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任意多边形 43"/>
            <p:cNvSpPr/>
            <p:nvPr>
              <p:custDataLst>
                <p:tags r:id="rId44"/>
              </p:custDataLst>
            </p:nvPr>
          </p:nvSpPr>
          <p:spPr bwMode="auto">
            <a:xfrm>
              <a:off x="2520" y="5158"/>
              <a:ext cx="253" cy="234"/>
            </a:xfrm>
            <a:custGeom>
              <a:avLst/>
              <a:gdLst>
                <a:gd name="T0" fmla="*/ 43 w 47"/>
                <a:gd name="T1" fmla="*/ 22 h 54"/>
                <a:gd name="T2" fmla="*/ 8 w 47"/>
                <a:gd name="T3" fmla="*/ 2 h 54"/>
                <a:gd name="T4" fmla="*/ 0 w 47"/>
                <a:gd name="T5" fmla="*/ 7 h 54"/>
                <a:gd name="T6" fmla="*/ 0 w 47"/>
                <a:gd name="T7" fmla="*/ 47 h 54"/>
                <a:gd name="T8" fmla="*/ 8 w 47"/>
                <a:gd name="T9" fmla="*/ 52 h 54"/>
                <a:gd name="T10" fmla="*/ 43 w 47"/>
                <a:gd name="T11" fmla="*/ 32 h 54"/>
                <a:gd name="T12" fmla="*/ 43 w 47"/>
                <a:gd name="T13" fmla="*/ 2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54">
                  <a:moveTo>
                    <a:pt x="43" y="2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4" y="0"/>
                    <a:pt x="0" y="2"/>
                    <a:pt x="0" y="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2"/>
                    <a:pt x="4" y="54"/>
                    <a:pt x="8" y="52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7" y="30"/>
                    <a:pt x="47" y="24"/>
                    <a:pt x="43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任意多边形 44"/>
            <p:cNvSpPr/>
            <p:nvPr>
              <p:custDataLst>
                <p:tags r:id="rId45"/>
              </p:custDataLst>
            </p:nvPr>
          </p:nvSpPr>
          <p:spPr bwMode="auto">
            <a:xfrm>
              <a:off x="3011" y="5515"/>
              <a:ext cx="1026" cy="52"/>
            </a:xfrm>
            <a:custGeom>
              <a:avLst/>
              <a:gdLst>
                <a:gd name="T0" fmla="*/ 184 w 190"/>
                <a:gd name="T1" fmla="*/ 12 h 12"/>
                <a:gd name="T2" fmla="*/ 7 w 190"/>
                <a:gd name="T3" fmla="*/ 12 h 12"/>
                <a:gd name="T4" fmla="*/ 0 w 190"/>
                <a:gd name="T5" fmla="*/ 6 h 12"/>
                <a:gd name="T6" fmla="*/ 0 w 190"/>
                <a:gd name="T7" fmla="*/ 6 h 12"/>
                <a:gd name="T8" fmla="*/ 7 w 190"/>
                <a:gd name="T9" fmla="*/ 0 h 12"/>
                <a:gd name="T10" fmla="*/ 184 w 190"/>
                <a:gd name="T11" fmla="*/ 0 h 12"/>
                <a:gd name="T12" fmla="*/ 190 w 190"/>
                <a:gd name="T13" fmla="*/ 6 h 12"/>
                <a:gd name="T14" fmla="*/ 190 w 190"/>
                <a:gd name="T15" fmla="*/ 6 h 12"/>
                <a:gd name="T16" fmla="*/ 184 w 190"/>
                <a:gd name="T1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12">
                  <a:moveTo>
                    <a:pt x="184" y="12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7" y="0"/>
                    <a:pt x="190" y="2"/>
                    <a:pt x="190" y="6"/>
                  </a:cubicBezTo>
                  <a:cubicBezTo>
                    <a:pt x="190" y="6"/>
                    <a:pt x="190" y="6"/>
                    <a:pt x="190" y="6"/>
                  </a:cubicBezTo>
                  <a:cubicBezTo>
                    <a:pt x="190" y="9"/>
                    <a:pt x="187" y="12"/>
                    <a:pt x="184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任意多边形 45"/>
            <p:cNvSpPr/>
            <p:nvPr>
              <p:custDataLst>
                <p:tags r:id="rId46"/>
              </p:custDataLst>
            </p:nvPr>
          </p:nvSpPr>
          <p:spPr bwMode="auto">
            <a:xfrm>
              <a:off x="3011" y="5301"/>
              <a:ext cx="1026" cy="56"/>
            </a:xfrm>
            <a:custGeom>
              <a:avLst/>
              <a:gdLst>
                <a:gd name="T0" fmla="*/ 184 w 190"/>
                <a:gd name="T1" fmla="*/ 13 h 13"/>
                <a:gd name="T2" fmla="*/ 7 w 190"/>
                <a:gd name="T3" fmla="*/ 13 h 13"/>
                <a:gd name="T4" fmla="*/ 0 w 190"/>
                <a:gd name="T5" fmla="*/ 6 h 13"/>
                <a:gd name="T6" fmla="*/ 0 w 190"/>
                <a:gd name="T7" fmla="*/ 6 h 13"/>
                <a:gd name="T8" fmla="*/ 7 w 190"/>
                <a:gd name="T9" fmla="*/ 0 h 13"/>
                <a:gd name="T10" fmla="*/ 184 w 190"/>
                <a:gd name="T11" fmla="*/ 0 h 13"/>
                <a:gd name="T12" fmla="*/ 190 w 190"/>
                <a:gd name="T13" fmla="*/ 6 h 13"/>
                <a:gd name="T14" fmla="*/ 190 w 190"/>
                <a:gd name="T15" fmla="*/ 6 h 13"/>
                <a:gd name="T16" fmla="*/ 184 w 190"/>
                <a:gd name="T1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13">
                  <a:moveTo>
                    <a:pt x="184" y="13"/>
                  </a:moveTo>
                  <a:cubicBezTo>
                    <a:pt x="7" y="13"/>
                    <a:pt x="7" y="13"/>
                    <a:pt x="7" y="13"/>
                  </a:cubicBezTo>
                  <a:cubicBezTo>
                    <a:pt x="3" y="13"/>
                    <a:pt x="0" y="10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7" y="0"/>
                    <a:pt x="190" y="3"/>
                    <a:pt x="190" y="6"/>
                  </a:cubicBezTo>
                  <a:cubicBezTo>
                    <a:pt x="190" y="6"/>
                    <a:pt x="190" y="6"/>
                    <a:pt x="190" y="6"/>
                  </a:cubicBezTo>
                  <a:cubicBezTo>
                    <a:pt x="190" y="10"/>
                    <a:pt x="187" y="13"/>
                    <a:pt x="184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任意多边形 46"/>
            <p:cNvSpPr/>
            <p:nvPr>
              <p:custDataLst>
                <p:tags r:id="rId47"/>
              </p:custDataLst>
            </p:nvPr>
          </p:nvSpPr>
          <p:spPr bwMode="auto">
            <a:xfrm>
              <a:off x="3011" y="5067"/>
              <a:ext cx="1026" cy="56"/>
            </a:xfrm>
            <a:custGeom>
              <a:avLst/>
              <a:gdLst>
                <a:gd name="T0" fmla="*/ 184 w 190"/>
                <a:gd name="T1" fmla="*/ 13 h 13"/>
                <a:gd name="T2" fmla="*/ 7 w 190"/>
                <a:gd name="T3" fmla="*/ 13 h 13"/>
                <a:gd name="T4" fmla="*/ 0 w 190"/>
                <a:gd name="T5" fmla="*/ 7 h 13"/>
                <a:gd name="T6" fmla="*/ 0 w 190"/>
                <a:gd name="T7" fmla="*/ 7 h 13"/>
                <a:gd name="T8" fmla="*/ 7 w 190"/>
                <a:gd name="T9" fmla="*/ 0 h 13"/>
                <a:gd name="T10" fmla="*/ 184 w 190"/>
                <a:gd name="T11" fmla="*/ 0 h 13"/>
                <a:gd name="T12" fmla="*/ 190 w 190"/>
                <a:gd name="T13" fmla="*/ 7 h 13"/>
                <a:gd name="T14" fmla="*/ 190 w 190"/>
                <a:gd name="T15" fmla="*/ 7 h 13"/>
                <a:gd name="T16" fmla="*/ 184 w 190"/>
                <a:gd name="T1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0" h="13">
                  <a:moveTo>
                    <a:pt x="184" y="13"/>
                  </a:moveTo>
                  <a:cubicBezTo>
                    <a:pt x="7" y="13"/>
                    <a:pt x="7" y="13"/>
                    <a:pt x="7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7" y="0"/>
                    <a:pt x="190" y="3"/>
                    <a:pt x="190" y="7"/>
                  </a:cubicBezTo>
                  <a:cubicBezTo>
                    <a:pt x="190" y="7"/>
                    <a:pt x="190" y="7"/>
                    <a:pt x="190" y="7"/>
                  </a:cubicBezTo>
                  <a:cubicBezTo>
                    <a:pt x="190" y="10"/>
                    <a:pt x="187" y="13"/>
                    <a:pt x="184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任意多边形 47"/>
            <p:cNvSpPr/>
            <p:nvPr>
              <p:custDataLst>
                <p:tags r:id="rId48"/>
              </p:custDataLst>
            </p:nvPr>
          </p:nvSpPr>
          <p:spPr bwMode="auto">
            <a:xfrm>
              <a:off x="699" y="5485"/>
              <a:ext cx="1053" cy="1357"/>
            </a:xfrm>
            <a:custGeom>
              <a:avLst/>
              <a:gdLst>
                <a:gd name="T0" fmla="*/ 190 w 195"/>
                <a:gd name="T1" fmla="*/ 312 h 312"/>
                <a:gd name="T2" fmla="*/ 13 w 195"/>
                <a:gd name="T3" fmla="*/ 312 h 312"/>
                <a:gd name="T4" fmla="*/ 0 w 195"/>
                <a:gd name="T5" fmla="*/ 300 h 312"/>
                <a:gd name="T6" fmla="*/ 8 w 195"/>
                <a:gd name="T7" fmla="*/ 13 h 312"/>
                <a:gd name="T8" fmla="*/ 13 w 195"/>
                <a:gd name="T9" fmla="*/ 8 h 312"/>
                <a:gd name="T10" fmla="*/ 182 w 195"/>
                <a:gd name="T11" fmla="*/ 0 h 312"/>
                <a:gd name="T12" fmla="*/ 195 w 195"/>
                <a:gd name="T13" fmla="*/ 13 h 312"/>
                <a:gd name="T14" fmla="*/ 195 w 195"/>
                <a:gd name="T15" fmla="*/ 308 h 312"/>
                <a:gd name="T16" fmla="*/ 190 w 195"/>
                <a:gd name="T17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312">
                  <a:moveTo>
                    <a:pt x="190" y="312"/>
                  </a:moveTo>
                  <a:cubicBezTo>
                    <a:pt x="13" y="312"/>
                    <a:pt x="13" y="312"/>
                    <a:pt x="13" y="312"/>
                  </a:cubicBezTo>
                  <a:cubicBezTo>
                    <a:pt x="10" y="312"/>
                    <a:pt x="0" y="302"/>
                    <a:pt x="0" y="300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1"/>
                    <a:pt x="10" y="8"/>
                    <a:pt x="13" y="8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5" y="0"/>
                    <a:pt x="195" y="11"/>
                    <a:pt x="195" y="13"/>
                  </a:cubicBezTo>
                  <a:cubicBezTo>
                    <a:pt x="195" y="308"/>
                    <a:pt x="195" y="308"/>
                    <a:pt x="195" y="308"/>
                  </a:cubicBezTo>
                  <a:cubicBezTo>
                    <a:pt x="195" y="310"/>
                    <a:pt x="192" y="312"/>
                    <a:pt x="190" y="312"/>
                  </a:cubicBezTo>
                  <a:close/>
                </a:path>
              </a:pathLst>
            </a:custGeom>
            <a:solidFill>
              <a:srgbClr val="1B6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任意多边形 48"/>
            <p:cNvSpPr/>
            <p:nvPr>
              <p:custDataLst>
                <p:tags r:id="rId49"/>
              </p:custDataLst>
            </p:nvPr>
          </p:nvSpPr>
          <p:spPr bwMode="auto">
            <a:xfrm>
              <a:off x="683" y="5475"/>
              <a:ext cx="1010" cy="1324"/>
            </a:xfrm>
            <a:custGeom>
              <a:avLst/>
              <a:gdLst>
                <a:gd name="T0" fmla="*/ 183 w 187"/>
                <a:gd name="T1" fmla="*/ 304 h 304"/>
                <a:gd name="T2" fmla="*/ 5 w 187"/>
                <a:gd name="T3" fmla="*/ 304 h 304"/>
                <a:gd name="T4" fmla="*/ 0 w 187"/>
                <a:gd name="T5" fmla="*/ 299 h 304"/>
                <a:gd name="T6" fmla="*/ 0 w 187"/>
                <a:gd name="T7" fmla="*/ 4 h 304"/>
                <a:gd name="T8" fmla="*/ 5 w 187"/>
                <a:gd name="T9" fmla="*/ 0 h 304"/>
                <a:gd name="T10" fmla="*/ 183 w 187"/>
                <a:gd name="T11" fmla="*/ 0 h 304"/>
                <a:gd name="T12" fmla="*/ 187 w 187"/>
                <a:gd name="T13" fmla="*/ 4 h 304"/>
                <a:gd name="T14" fmla="*/ 187 w 187"/>
                <a:gd name="T15" fmla="*/ 299 h 304"/>
                <a:gd name="T16" fmla="*/ 183 w 187"/>
                <a:gd name="T17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7" h="304">
                  <a:moveTo>
                    <a:pt x="183" y="304"/>
                  </a:moveTo>
                  <a:cubicBezTo>
                    <a:pt x="5" y="304"/>
                    <a:pt x="5" y="304"/>
                    <a:pt x="5" y="304"/>
                  </a:cubicBezTo>
                  <a:cubicBezTo>
                    <a:pt x="2" y="304"/>
                    <a:pt x="0" y="302"/>
                    <a:pt x="0" y="299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5" y="0"/>
                    <a:pt x="187" y="2"/>
                    <a:pt x="187" y="4"/>
                  </a:cubicBezTo>
                  <a:cubicBezTo>
                    <a:pt x="187" y="299"/>
                    <a:pt x="187" y="299"/>
                    <a:pt x="187" y="299"/>
                  </a:cubicBezTo>
                  <a:cubicBezTo>
                    <a:pt x="187" y="302"/>
                    <a:pt x="185" y="304"/>
                    <a:pt x="183" y="30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任意多边形 49"/>
            <p:cNvSpPr/>
            <p:nvPr>
              <p:custDataLst>
                <p:tags r:id="rId50"/>
              </p:custDataLst>
            </p:nvPr>
          </p:nvSpPr>
          <p:spPr bwMode="auto">
            <a:xfrm>
              <a:off x="1132" y="6633"/>
              <a:ext cx="151" cy="122"/>
            </a:xfrm>
            <a:custGeom>
              <a:avLst/>
              <a:gdLst>
                <a:gd name="T0" fmla="*/ 28 w 28"/>
                <a:gd name="T1" fmla="*/ 14 h 28"/>
                <a:gd name="T2" fmla="*/ 28 w 28"/>
                <a:gd name="T3" fmla="*/ 17 h 28"/>
                <a:gd name="T4" fmla="*/ 14 w 28"/>
                <a:gd name="T5" fmla="*/ 28 h 28"/>
                <a:gd name="T6" fmla="*/ 0 w 28"/>
                <a:gd name="T7" fmla="*/ 14 h 28"/>
                <a:gd name="T8" fmla="*/ 9 w 28"/>
                <a:gd name="T9" fmla="*/ 1 h 28"/>
                <a:gd name="T10" fmla="*/ 14 w 28"/>
                <a:gd name="T11" fmla="*/ 0 h 28"/>
                <a:gd name="T12" fmla="*/ 28 w 28"/>
                <a:gd name="T13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28">
                  <a:moveTo>
                    <a:pt x="28" y="14"/>
                  </a:moveTo>
                  <a:cubicBezTo>
                    <a:pt x="28" y="15"/>
                    <a:pt x="28" y="16"/>
                    <a:pt x="28" y="17"/>
                  </a:cubicBezTo>
                  <a:cubicBezTo>
                    <a:pt x="27" y="23"/>
                    <a:pt x="21" y="28"/>
                    <a:pt x="14" y="28"/>
                  </a:cubicBezTo>
                  <a:cubicBezTo>
                    <a:pt x="6" y="28"/>
                    <a:pt x="0" y="22"/>
                    <a:pt x="0" y="14"/>
                  </a:cubicBezTo>
                  <a:cubicBezTo>
                    <a:pt x="0" y="8"/>
                    <a:pt x="4" y="2"/>
                    <a:pt x="9" y="1"/>
                  </a:cubicBezTo>
                  <a:cubicBezTo>
                    <a:pt x="11" y="0"/>
                    <a:pt x="12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lose/>
                </a:path>
              </a:pathLst>
            </a:custGeom>
            <a:solidFill>
              <a:srgbClr val="F2F7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任意多边形 50"/>
            <p:cNvSpPr/>
            <p:nvPr>
              <p:custDataLst>
                <p:tags r:id="rId51"/>
              </p:custDataLst>
            </p:nvPr>
          </p:nvSpPr>
          <p:spPr bwMode="auto">
            <a:xfrm>
              <a:off x="802" y="5572"/>
              <a:ext cx="773" cy="1005"/>
            </a:xfrm>
            <a:custGeom>
              <a:avLst/>
              <a:gdLst>
                <a:gd name="T0" fmla="*/ 139 w 143"/>
                <a:gd name="T1" fmla="*/ 231 h 231"/>
                <a:gd name="T2" fmla="*/ 3 w 143"/>
                <a:gd name="T3" fmla="*/ 231 h 231"/>
                <a:gd name="T4" fmla="*/ 0 w 143"/>
                <a:gd name="T5" fmla="*/ 227 h 231"/>
                <a:gd name="T6" fmla="*/ 0 w 143"/>
                <a:gd name="T7" fmla="*/ 4 h 231"/>
                <a:gd name="T8" fmla="*/ 3 w 143"/>
                <a:gd name="T9" fmla="*/ 0 h 231"/>
                <a:gd name="T10" fmla="*/ 139 w 143"/>
                <a:gd name="T11" fmla="*/ 0 h 231"/>
                <a:gd name="T12" fmla="*/ 143 w 143"/>
                <a:gd name="T13" fmla="*/ 4 h 231"/>
                <a:gd name="T14" fmla="*/ 143 w 143"/>
                <a:gd name="T15" fmla="*/ 227 h 231"/>
                <a:gd name="T16" fmla="*/ 139 w 143"/>
                <a:gd name="T17" fmla="*/ 231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3" h="231">
                  <a:moveTo>
                    <a:pt x="139" y="231"/>
                  </a:moveTo>
                  <a:cubicBezTo>
                    <a:pt x="3" y="231"/>
                    <a:pt x="3" y="231"/>
                    <a:pt x="3" y="231"/>
                  </a:cubicBezTo>
                  <a:cubicBezTo>
                    <a:pt x="1" y="231"/>
                    <a:pt x="0" y="229"/>
                    <a:pt x="0" y="22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1" y="0"/>
                    <a:pt x="143" y="2"/>
                    <a:pt x="143" y="4"/>
                  </a:cubicBezTo>
                  <a:cubicBezTo>
                    <a:pt x="143" y="227"/>
                    <a:pt x="143" y="227"/>
                    <a:pt x="143" y="227"/>
                  </a:cubicBezTo>
                  <a:cubicBezTo>
                    <a:pt x="143" y="229"/>
                    <a:pt x="141" y="231"/>
                    <a:pt x="139" y="231"/>
                  </a:cubicBezTo>
                  <a:close/>
                </a:path>
              </a:pathLst>
            </a:custGeom>
            <a:solidFill>
              <a:srgbClr val="1B6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任意多边形 51"/>
            <p:cNvSpPr/>
            <p:nvPr>
              <p:custDataLst>
                <p:tags r:id="rId52"/>
              </p:custDataLst>
            </p:nvPr>
          </p:nvSpPr>
          <p:spPr bwMode="auto">
            <a:xfrm>
              <a:off x="829" y="5611"/>
              <a:ext cx="719" cy="940"/>
            </a:xfrm>
            <a:custGeom>
              <a:avLst/>
              <a:gdLst>
                <a:gd name="T0" fmla="*/ 133 w 133"/>
                <a:gd name="T1" fmla="*/ 3 h 216"/>
                <a:gd name="T2" fmla="*/ 133 w 133"/>
                <a:gd name="T3" fmla="*/ 213 h 216"/>
                <a:gd name="T4" fmla="*/ 130 w 133"/>
                <a:gd name="T5" fmla="*/ 216 h 216"/>
                <a:gd name="T6" fmla="*/ 4 w 133"/>
                <a:gd name="T7" fmla="*/ 216 h 216"/>
                <a:gd name="T8" fmla="*/ 0 w 133"/>
                <a:gd name="T9" fmla="*/ 213 h 216"/>
                <a:gd name="T10" fmla="*/ 0 w 133"/>
                <a:gd name="T11" fmla="*/ 3 h 216"/>
                <a:gd name="T12" fmla="*/ 4 w 133"/>
                <a:gd name="T13" fmla="*/ 0 h 216"/>
                <a:gd name="T14" fmla="*/ 130 w 133"/>
                <a:gd name="T15" fmla="*/ 0 h 216"/>
                <a:gd name="T16" fmla="*/ 133 w 133"/>
                <a:gd name="T17" fmla="*/ 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3" h="216">
                  <a:moveTo>
                    <a:pt x="133" y="3"/>
                  </a:moveTo>
                  <a:cubicBezTo>
                    <a:pt x="133" y="213"/>
                    <a:pt x="133" y="213"/>
                    <a:pt x="133" y="213"/>
                  </a:cubicBezTo>
                  <a:cubicBezTo>
                    <a:pt x="133" y="215"/>
                    <a:pt x="132" y="216"/>
                    <a:pt x="130" y="216"/>
                  </a:cubicBezTo>
                  <a:cubicBezTo>
                    <a:pt x="4" y="216"/>
                    <a:pt x="4" y="216"/>
                    <a:pt x="4" y="216"/>
                  </a:cubicBezTo>
                  <a:cubicBezTo>
                    <a:pt x="2" y="216"/>
                    <a:pt x="0" y="215"/>
                    <a:pt x="0" y="21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2" y="0"/>
                    <a:pt x="133" y="2"/>
                    <a:pt x="133" y="3"/>
                  </a:cubicBezTo>
                  <a:close/>
                </a:path>
              </a:pathLst>
            </a:custGeom>
            <a:solidFill>
              <a:srgbClr val="F7E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任意多边形 52"/>
            <p:cNvSpPr/>
            <p:nvPr>
              <p:custDataLst>
                <p:tags r:id="rId53"/>
              </p:custDataLst>
            </p:nvPr>
          </p:nvSpPr>
          <p:spPr bwMode="auto">
            <a:xfrm>
              <a:off x="888" y="5914"/>
              <a:ext cx="561" cy="26"/>
            </a:xfrm>
            <a:custGeom>
              <a:avLst/>
              <a:gdLst>
                <a:gd name="T0" fmla="*/ 101 w 104"/>
                <a:gd name="T1" fmla="*/ 6 h 6"/>
                <a:gd name="T2" fmla="*/ 3 w 104"/>
                <a:gd name="T3" fmla="*/ 6 h 6"/>
                <a:gd name="T4" fmla="*/ 0 w 104"/>
                <a:gd name="T5" fmla="*/ 3 h 6"/>
                <a:gd name="T6" fmla="*/ 0 w 104"/>
                <a:gd name="T7" fmla="*/ 3 h 6"/>
                <a:gd name="T8" fmla="*/ 3 w 104"/>
                <a:gd name="T9" fmla="*/ 0 h 6"/>
                <a:gd name="T10" fmla="*/ 101 w 104"/>
                <a:gd name="T11" fmla="*/ 0 h 6"/>
                <a:gd name="T12" fmla="*/ 104 w 104"/>
                <a:gd name="T13" fmla="*/ 3 h 6"/>
                <a:gd name="T14" fmla="*/ 104 w 104"/>
                <a:gd name="T15" fmla="*/ 3 h 6"/>
                <a:gd name="T16" fmla="*/ 101 w 104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6">
                  <a:moveTo>
                    <a:pt x="101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3" y="0"/>
                    <a:pt x="104" y="1"/>
                    <a:pt x="104" y="3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4" y="5"/>
                    <a:pt x="103" y="6"/>
                    <a:pt x="101" y="6"/>
                  </a:cubicBezTo>
                  <a:close/>
                </a:path>
              </a:pathLst>
            </a:cu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任意多边形 53"/>
            <p:cNvSpPr/>
            <p:nvPr>
              <p:custDataLst>
                <p:tags r:id="rId54"/>
              </p:custDataLst>
            </p:nvPr>
          </p:nvSpPr>
          <p:spPr bwMode="auto">
            <a:xfrm>
              <a:off x="888" y="5967"/>
              <a:ext cx="341" cy="27"/>
            </a:xfrm>
            <a:custGeom>
              <a:avLst/>
              <a:gdLst>
                <a:gd name="T0" fmla="*/ 61 w 63"/>
                <a:gd name="T1" fmla="*/ 6 h 6"/>
                <a:gd name="T2" fmla="*/ 3 w 63"/>
                <a:gd name="T3" fmla="*/ 6 h 6"/>
                <a:gd name="T4" fmla="*/ 0 w 63"/>
                <a:gd name="T5" fmla="*/ 4 h 6"/>
                <a:gd name="T6" fmla="*/ 0 w 63"/>
                <a:gd name="T7" fmla="*/ 2 h 6"/>
                <a:gd name="T8" fmla="*/ 3 w 63"/>
                <a:gd name="T9" fmla="*/ 0 h 6"/>
                <a:gd name="T10" fmla="*/ 61 w 63"/>
                <a:gd name="T11" fmla="*/ 0 h 6"/>
                <a:gd name="T12" fmla="*/ 63 w 63"/>
                <a:gd name="T13" fmla="*/ 2 h 6"/>
                <a:gd name="T14" fmla="*/ 63 w 63"/>
                <a:gd name="T15" fmla="*/ 4 h 6"/>
                <a:gd name="T16" fmla="*/ 61 w 63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6">
                  <a:moveTo>
                    <a:pt x="61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2" y="0"/>
                    <a:pt x="63" y="1"/>
                    <a:pt x="63" y="2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5"/>
                    <a:pt x="62" y="6"/>
                    <a:pt x="61" y="6"/>
                  </a:cubicBezTo>
                  <a:close/>
                </a:path>
              </a:pathLst>
            </a:cu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椭圆 103"/>
            <p:cNvSpPr/>
            <p:nvPr>
              <p:custDataLst>
                <p:tags r:id="rId55"/>
              </p:custDataLst>
            </p:nvPr>
          </p:nvSpPr>
          <p:spPr bwMode="auto">
            <a:xfrm>
              <a:off x="898" y="5741"/>
              <a:ext cx="135" cy="113"/>
            </a:xfrm>
            <a:prstGeom prst="ellipse">
              <a:avLst/>
            </a:pr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任意多边形 55"/>
            <p:cNvSpPr/>
            <p:nvPr>
              <p:custDataLst>
                <p:tags r:id="rId56"/>
              </p:custDataLst>
            </p:nvPr>
          </p:nvSpPr>
          <p:spPr bwMode="auto">
            <a:xfrm>
              <a:off x="888" y="6241"/>
              <a:ext cx="561" cy="26"/>
            </a:xfrm>
            <a:custGeom>
              <a:avLst/>
              <a:gdLst>
                <a:gd name="T0" fmla="*/ 101 w 104"/>
                <a:gd name="T1" fmla="*/ 6 h 6"/>
                <a:gd name="T2" fmla="*/ 3 w 104"/>
                <a:gd name="T3" fmla="*/ 6 h 6"/>
                <a:gd name="T4" fmla="*/ 0 w 104"/>
                <a:gd name="T5" fmla="*/ 3 h 6"/>
                <a:gd name="T6" fmla="*/ 0 w 104"/>
                <a:gd name="T7" fmla="*/ 3 h 6"/>
                <a:gd name="T8" fmla="*/ 3 w 104"/>
                <a:gd name="T9" fmla="*/ 0 h 6"/>
                <a:gd name="T10" fmla="*/ 101 w 104"/>
                <a:gd name="T11" fmla="*/ 0 h 6"/>
                <a:gd name="T12" fmla="*/ 104 w 104"/>
                <a:gd name="T13" fmla="*/ 3 h 6"/>
                <a:gd name="T14" fmla="*/ 104 w 104"/>
                <a:gd name="T15" fmla="*/ 3 h 6"/>
                <a:gd name="T16" fmla="*/ 101 w 104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6">
                  <a:moveTo>
                    <a:pt x="101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5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3" y="0"/>
                    <a:pt x="104" y="1"/>
                    <a:pt x="104" y="3"/>
                  </a:cubicBezTo>
                  <a:cubicBezTo>
                    <a:pt x="104" y="3"/>
                    <a:pt x="104" y="3"/>
                    <a:pt x="104" y="3"/>
                  </a:cubicBezTo>
                  <a:cubicBezTo>
                    <a:pt x="104" y="5"/>
                    <a:pt x="103" y="6"/>
                    <a:pt x="101" y="6"/>
                  </a:cubicBezTo>
                  <a:close/>
                </a:path>
              </a:pathLst>
            </a:cu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任意多边形 56"/>
            <p:cNvSpPr/>
            <p:nvPr>
              <p:custDataLst>
                <p:tags r:id="rId57"/>
              </p:custDataLst>
            </p:nvPr>
          </p:nvSpPr>
          <p:spPr bwMode="auto">
            <a:xfrm>
              <a:off x="888" y="6293"/>
              <a:ext cx="341" cy="26"/>
            </a:xfrm>
            <a:custGeom>
              <a:avLst/>
              <a:gdLst>
                <a:gd name="T0" fmla="*/ 61 w 63"/>
                <a:gd name="T1" fmla="*/ 6 h 6"/>
                <a:gd name="T2" fmla="*/ 3 w 63"/>
                <a:gd name="T3" fmla="*/ 6 h 6"/>
                <a:gd name="T4" fmla="*/ 0 w 63"/>
                <a:gd name="T5" fmla="*/ 4 h 6"/>
                <a:gd name="T6" fmla="*/ 0 w 63"/>
                <a:gd name="T7" fmla="*/ 2 h 6"/>
                <a:gd name="T8" fmla="*/ 3 w 63"/>
                <a:gd name="T9" fmla="*/ 0 h 6"/>
                <a:gd name="T10" fmla="*/ 61 w 63"/>
                <a:gd name="T11" fmla="*/ 0 h 6"/>
                <a:gd name="T12" fmla="*/ 63 w 63"/>
                <a:gd name="T13" fmla="*/ 2 h 6"/>
                <a:gd name="T14" fmla="*/ 63 w 63"/>
                <a:gd name="T15" fmla="*/ 4 h 6"/>
                <a:gd name="T16" fmla="*/ 61 w 63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6">
                  <a:moveTo>
                    <a:pt x="61" y="6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2" y="0"/>
                    <a:pt x="63" y="1"/>
                    <a:pt x="63" y="2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5"/>
                    <a:pt x="62" y="6"/>
                    <a:pt x="61" y="6"/>
                  </a:cubicBezTo>
                  <a:close/>
                </a:path>
              </a:pathLst>
            </a:cu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椭圆 106"/>
            <p:cNvSpPr/>
            <p:nvPr>
              <p:custDataLst>
                <p:tags r:id="rId58"/>
              </p:custDataLst>
            </p:nvPr>
          </p:nvSpPr>
          <p:spPr bwMode="auto">
            <a:xfrm>
              <a:off x="898" y="6072"/>
              <a:ext cx="135" cy="108"/>
            </a:xfrm>
            <a:prstGeom prst="ellipse">
              <a:avLst/>
            </a:prstGeom>
            <a:solidFill>
              <a:srgbClr val="D4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任意多边形 58"/>
            <p:cNvSpPr/>
            <p:nvPr>
              <p:custDataLst>
                <p:tags r:id="rId59"/>
              </p:custDataLst>
            </p:nvPr>
          </p:nvSpPr>
          <p:spPr bwMode="auto">
            <a:xfrm>
              <a:off x="829" y="5611"/>
              <a:ext cx="719" cy="548"/>
            </a:xfrm>
            <a:custGeom>
              <a:avLst/>
              <a:gdLst>
                <a:gd name="T0" fmla="*/ 133 w 133"/>
                <a:gd name="T1" fmla="*/ 3 h 126"/>
                <a:gd name="T2" fmla="*/ 133 w 133"/>
                <a:gd name="T3" fmla="*/ 47 h 126"/>
                <a:gd name="T4" fmla="*/ 0 w 133"/>
                <a:gd name="T5" fmla="*/ 126 h 126"/>
                <a:gd name="T6" fmla="*/ 0 w 133"/>
                <a:gd name="T7" fmla="*/ 59 h 126"/>
                <a:gd name="T8" fmla="*/ 99 w 133"/>
                <a:gd name="T9" fmla="*/ 0 h 126"/>
                <a:gd name="T10" fmla="*/ 130 w 133"/>
                <a:gd name="T11" fmla="*/ 0 h 126"/>
                <a:gd name="T12" fmla="*/ 133 w 133"/>
                <a:gd name="T13" fmla="*/ 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" h="126">
                  <a:moveTo>
                    <a:pt x="133" y="3"/>
                  </a:moveTo>
                  <a:cubicBezTo>
                    <a:pt x="133" y="47"/>
                    <a:pt x="133" y="47"/>
                    <a:pt x="133" y="47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2" y="0"/>
                    <a:pt x="133" y="2"/>
                    <a:pt x="133" y="3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任意多边形 59"/>
            <p:cNvSpPr/>
            <p:nvPr>
              <p:custDataLst>
                <p:tags r:id="rId60"/>
              </p:custDataLst>
            </p:nvPr>
          </p:nvSpPr>
          <p:spPr bwMode="auto">
            <a:xfrm>
              <a:off x="829" y="5910"/>
              <a:ext cx="719" cy="461"/>
            </a:xfrm>
            <a:custGeom>
              <a:avLst/>
              <a:gdLst>
                <a:gd name="T0" fmla="*/ 401 w 401"/>
                <a:gd name="T1" fmla="*/ 0 h 319"/>
                <a:gd name="T2" fmla="*/ 401 w 401"/>
                <a:gd name="T3" fmla="*/ 79 h 319"/>
                <a:gd name="T4" fmla="*/ 0 w 401"/>
                <a:gd name="T5" fmla="*/ 319 h 319"/>
                <a:gd name="T6" fmla="*/ 0 w 401"/>
                <a:gd name="T7" fmla="*/ 238 h 319"/>
                <a:gd name="T8" fmla="*/ 401 w 401"/>
                <a:gd name="T9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319">
                  <a:moveTo>
                    <a:pt x="401" y="0"/>
                  </a:moveTo>
                  <a:lnTo>
                    <a:pt x="401" y="79"/>
                  </a:lnTo>
                  <a:lnTo>
                    <a:pt x="0" y="319"/>
                  </a:lnTo>
                  <a:lnTo>
                    <a:pt x="0" y="238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12" name="图片 111"/>
          <p:cNvPicPr>
            <a:picLocks noChangeAspect="1"/>
          </p:cNvPicPr>
          <p:nvPr/>
        </p:nvPicPr>
        <p:blipFill rotWithShape="1"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23" t="1518" r="8926" b="66420"/>
          <a:stretch>
            <a:fillRect/>
          </a:stretch>
        </p:blipFill>
        <p:spPr>
          <a:xfrm>
            <a:off x="10883351" y="3136889"/>
            <a:ext cx="1200635" cy="1324401"/>
          </a:xfrm>
          <a:prstGeom prst="rect">
            <a:avLst/>
          </a:prstGeom>
        </p:spPr>
      </p:pic>
      <p:sp>
        <p:nvSpPr>
          <p:cNvPr id="113" name="矩形 112"/>
          <p:cNvSpPr/>
          <p:nvPr/>
        </p:nvSpPr>
        <p:spPr>
          <a:xfrm>
            <a:off x="9958070" y="3136900"/>
            <a:ext cx="792480" cy="12541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1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437642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数据查询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-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参数化查询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buClr>
                <a:srgbClr val="667F6E"/>
              </a:buClr>
            </a:pP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01365" y="1115695"/>
            <a:ext cx="8574405" cy="5365750"/>
            <a:chOff x="5199" y="1897"/>
            <a:chExt cx="13503" cy="8450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1897"/>
              <a:ext cx="11959" cy="8450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450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643" y="2229"/>
              <a:ext cx="13059" cy="81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0" fontAlgn="auto">
                <a:spcAft>
                  <a:spcPts val="600"/>
                </a:spcAft>
              </a:pPr>
              <a:r>
                <a:rPr lang="en-US" altLang="zh-CN" b="1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db.js</a:t>
              </a:r>
              <a:endParaRPr lang="zh-CN" altLang="en-US" b="1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mysql = require('mysql');    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//引入 mysql 模块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//创建数据库连接对象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conn = mysql.createConnection({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host : 'localhost',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user : 'root',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password : '',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database : 'DuDaInfo'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//建立数据库连接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conn.connect(function(err){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if(err){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console.error('数据库连接失败！ ' + err.message);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return;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module.exports.conn = conn;</a:t>
              </a:r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24155" y="4613275"/>
            <a:ext cx="7103745" cy="1804035"/>
            <a:chOff x="761" y="2644"/>
            <a:chExt cx="10627" cy="1827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61" y="2644"/>
              <a:ext cx="3776" cy="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把创建的 conn 对象暴露出去，以供其他文件调用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081" y="4445"/>
              <a:ext cx="6307" cy="2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5061" y="3168"/>
              <a:ext cx="20" cy="130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311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309245" y="1065530"/>
            <a:ext cx="2297430" cy="610235"/>
            <a:chOff x="855" y="1518"/>
            <a:chExt cx="3618" cy="961"/>
          </a:xfrm>
        </p:grpSpPr>
        <p:sp>
          <p:nvSpPr>
            <p:cNvPr id="9" name="矩形 8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16535" y="1727200"/>
            <a:ext cx="4698365" cy="1305560"/>
            <a:chOff x="341" y="7040"/>
            <a:chExt cx="7399" cy="1801"/>
          </a:xfrm>
        </p:grpSpPr>
        <p:sp>
          <p:nvSpPr>
            <p:cNvPr id="13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41" y="7948"/>
              <a:ext cx="3996" cy="89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创建数据库连接模块 db.js</a:t>
              </a:r>
              <a:endParaRPr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4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7040"/>
              <a:ext cx="2659" cy="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040" y="7045"/>
              <a:ext cx="41" cy="143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4689" y="84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 flipV="1">
              <a:off x="4689" y="8118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437642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数据查询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- 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参数化查询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buClr>
                <a:srgbClr val="667F6E"/>
              </a:buClr>
            </a:pP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01365" y="1115695"/>
            <a:ext cx="8093710" cy="5365750"/>
            <a:chOff x="5199" y="1897"/>
            <a:chExt cx="12746" cy="8450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1897"/>
              <a:ext cx="12164" cy="8450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450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643" y="2229"/>
              <a:ext cx="12302" cy="78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0" fontAlgn="auto">
                <a:spcAft>
                  <a:spcPts val="600"/>
                </a:spcAft>
              </a:pPr>
              <a:r>
                <a:rPr lang="en-US" altLang="zh-CN" b="1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manage.js</a:t>
              </a:r>
              <a:endParaRPr lang="en-US" altLang="zh-CN" b="1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db = require('./db.js'); 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//引入自定义模块 db.js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sql = 'SELECT id,name,price,image,add_time,cat_id FROM product WHERE cat_id = ?'; </a:t>
              </a:r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params = [1];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//执行 SQL 语句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db.conn.query(</a:t>
              </a:r>
              <a:r>
                <a: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</a:t>
              </a:r>
              <a:r>
                <a: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params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function(err, result){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if(err){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console.error('查询商品信息出错：' + err.message);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return;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//输出查询结果（返回的是一个数组，数组元素为一个对象）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console.log(result);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9245" y="1065530"/>
            <a:ext cx="2297430" cy="610235"/>
            <a:chOff x="855" y="1518"/>
            <a:chExt cx="3618" cy="961"/>
          </a:xfrm>
        </p:grpSpPr>
        <p:sp>
          <p:nvSpPr>
            <p:cNvPr id="9" name="矩形 8"/>
            <p:cNvSpPr/>
            <p:nvPr>
              <p:custDataLst>
                <p:tags r:id="rId6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矩形 1"/>
            <p:cNvSpPr/>
            <p:nvPr>
              <p:custDataLst>
                <p:tags r:id="rId7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16535" y="2030095"/>
            <a:ext cx="5142865" cy="727075"/>
            <a:chOff x="341" y="7040"/>
            <a:chExt cx="8099" cy="1801"/>
          </a:xfrm>
        </p:grpSpPr>
        <p:sp>
          <p:nvSpPr>
            <p:cNvPr id="13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1" y="7070"/>
              <a:ext cx="3996" cy="17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创建</a:t>
              </a:r>
              <a:r>
                <a:rPr 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数据操作</a:t>
              </a: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模块 </a:t>
              </a:r>
              <a:r>
                <a:rPr 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manage</a:t>
              </a: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.js</a:t>
              </a:r>
              <a:endParaRPr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4" name="直接连接符 5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5081" y="7040"/>
              <a:ext cx="3359" cy="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5081" y="7045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4689" y="794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689" y="7614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224155" y="2931795"/>
            <a:ext cx="6710045" cy="838504"/>
            <a:chOff x="341" y="7045"/>
            <a:chExt cx="10567" cy="1580"/>
          </a:xfrm>
        </p:grpSpPr>
        <p:sp>
          <p:nvSpPr>
            <p:cNvPr id="4" name="矩形 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41" y="7236"/>
              <a:ext cx="3996" cy="13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构造带有占位符“?”的 S</a:t>
              </a:r>
              <a:r>
                <a:rPr 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ELECT</a:t>
              </a: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语句</a:t>
              </a:r>
              <a:endParaRPr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8" name="直接连接符 5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81" y="7045"/>
              <a:ext cx="5827" cy="2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9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>
              <a:off x="5081" y="7045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76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 flipV="1">
              <a:off x="4689" y="794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0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 flipV="1">
              <a:off x="4689" y="7614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" name="组合 22"/>
          <p:cNvGrpSpPr/>
          <p:nvPr/>
        </p:nvGrpSpPr>
        <p:grpSpPr>
          <a:xfrm>
            <a:off x="216535" y="3554730"/>
            <a:ext cx="5587365" cy="1430655"/>
            <a:chOff x="341" y="7045"/>
            <a:chExt cx="8799" cy="1796"/>
          </a:xfrm>
        </p:grpSpPr>
        <p:sp>
          <p:nvSpPr>
            <p:cNvPr id="24" name="矩形 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41" y="7614"/>
              <a:ext cx="3996" cy="12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定义一个数组，保存需要传递给占位符“?”的值</a:t>
              </a:r>
              <a:endParaRPr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5" name="直接连接符 5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 flipV="1">
              <a:off x="5081" y="7045"/>
              <a:ext cx="4059" cy="1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>
              <a:off x="5081" y="7045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76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H="1" flipV="1">
              <a:off x="4689" y="794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直接连接符 90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H="1" flipV="1">
              <a:off x="4689" y="7614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" name="组合 31"/>
          <p:cNvGrpSpPr/>
          <p:nvPr/>
        </p:nvGrpSpPr>
        <p:grpSpPr>
          <a:xfrm>
            <a:off x="224155" y="4177030"/>
            <a:ext cx="6710045" cy="1764665"/>
            <a:chOff x="341" y="7045"/>
            <a:chExt cx="10567" cy="1580"/>
          </a:xfrm>
        </p:grpSpPr>
        <p:sp>
          <p:nvSpPr>
            <p:cNvPr id="33" name="矩形 4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41" y="7982"/>
              <a:ext cx="3996" cy="6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传递给query()方法中的前2个参数</a:t>
              </a:r>
              <a:endParaRPr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4" name="直接连接符 5"/>
            <p:cNvCxnSpPr>
              <a:cxnSpLocks noChangeShapeType="1"/>
            </p:cNvCxnSpPr>
            <p:nvPr>
              <p:custDataLst>
                <p:tags r:id="rId24"/>
              </p:custDataLst>
            </p:nvPr>
          </p:nvCxnSpPr>
          <p:spPr bwMode="auto">
            <a:xfrm flipH="1" flipV="1">
              <a:off x="5081" y="7045"/>
              <a:ext cx="5827" cy="2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9"/>
            <p:cNvCxnSpPr>
              <a:cxnSpLocks noChangeShapeType="1"/>
            </p:cNvCxnSpPr>
            <p:nvPr>
              <p:custDataLst>
                <p:tags r:id="rId25"/>
              </p:custDataLst>
            </p:nvPr>
          </p:nvCxnSpPr>
          <p:spPr bwMode="auto">
            <a:xfrm flipH="1">
              <a:off x="5048" y="7045"/>
              <a:ext cx="33" cy="133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接连接符 76"/>
            <p:cNvCxnSpPr>
              <a:cxnSpLocks noChangeShapeType="1"/>
            </p:cNvCxnSpPr>
            <p:nvPr>
              <p:custDataLst>
                <p:tags r:id="rId26"/>
              </p:custDataLst>
            </p:nvPr>
          </p:nvCxnSpPr>
          <p:spPr bwMode="auto">
            <a:xfrm flipH="1" flipV="1">
              <a:off x="4689" y="8378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0"/>
            <p:cNvCxnSpPr>
              <a:cxnSpLocks noChangeShapeType="1"/>
            </p:cNvCxnSpPr>
            <p:nvPr>
              <p:custDataLst>
                <p:tags r:id="rId27"/>
              </p:custDataLst>
            </p:nvPr>
          </p:nvCxnSpPr>
          <p:spPr bwMode="auto">
            <a:xfrm flipH="1" flipV="1">
              <a:off x="4688" y="8069"/>
              <a:ext cx="1" cy="52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2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1"/>
          <p:cNvSpPr/>
          <p:nvPr>
            <p:custDataLst>
              <p:tags r:id="rId3"/>
            </p:custDataLst>
          </p:nvPr>
        </p:nvSpPr>
        <p:spPr bwMode="auto">
          <a:xfrm>
            <a:off x="619125" y="1268095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TextBox 27"/>
          <p:cNvSpPr txBox="1">
            <a:spLocks noChangeArrowheads="1"/>
          </p:cNvSpPr>
          <p:nvPr/>
        </p:nvSpPr>
        <p:spPr bwMode="auto">
          <a:xfrm>
            <a:off x="1359535" y="1275715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iconfont-1187-868615"/>
          <p:cNvSpPr/>
          <p:nvPr>
            <p:custDataLst>
              <p:tags r:id="rId4"/>
            </p:custDataLst>
          </p:nvPr>
        </p:nvSpPr>
        <p:spPr>
          <a:xfrm>
            <a:off x="549275" y="1069340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965604" y="1259710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对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进行数据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添加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修改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删除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操作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数据增删改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0" name="图片 10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7" t="33405" r="50655" b="34534"/>
          <a:stretch>
            <a:fillRect/>
          </a:stretch>
        </p:blipFill>
        <p:spPr>
          <a:xfrm>
            <a:off x="10255776" y="2049059"/>
            <a:ext cx="973748" cy="1001112"/>
          </a:xfrm>
          <a:prstGeom prst="rect">
            <a:avLst/>
          </a:prstGeom>
        </p:spPr>
      </p:pic>
      <p:pic>
        <p:nvPicPr>
          <p:cNvPr id="113" name="图片 11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9" t="68318" r="10732" b="1373"/>
          <a:stretch>
            <a:fillRect/>
          </a:stretch>
        </p:blipFill>
        <p:spPr>
          <a:xfrm>
            <a:off x="10248046" y="4454689"/>
            <a:ext cx="858645" cy="9807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20395" y="2929890"/>
            <a:ext cx="8774430" cy="170561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2" name="组合 1"/>
          <p:cNvGrpSpPr/>
          <p:nvPr/>
        </p:nvGrpSpPr>
        <p:grpSpPr>
          <a:xfrm>
            <a:off x="10240379" y="3161036"/>
            <a:ext cx="858645" cy="1083781"/>
            <a:chOff x="10348887" y="2707274"/>
            <a:chExt cx="1310207" cy="145258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67" t="67937" r="57326" b="3177"/>
            <a:stretch>
              <a:fillRect/>
            </a:stretch>
          </p:blipFill>
          <p:spPr>
            <a:xfrm>
              <a:off x="10348887" y="2707274"/>
              <a:ext cx="1310207" cy="145258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0241" y="3509639"/>
              <a:ext cx="593159" cy="593159"/>
            </a:xfrm>
            <a:prstGeom prst="rect">
              <a:avLst/>
            </a:prstGeom>
          </p:spPr>
        </p:pic>
      </p:grp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92849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添加数据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buClr>
                <a:srgbClr val="667F6E"/>
              </a:buClr>
            </a:pP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01365" y="951230"/>
            <a:ext cx="8093710" cy="5565775"/>
            <a:chOff x="5199" y="1758"/>
            <a:chExt cx="12746" cy="8765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1897"/>
              <a:ext cx="12164" cy="8450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758"/>
              <a:ext cx="12746" cy="8726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643" y="1969"/>
              <a:ext cx="12302" cy="855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indent="0" fontAlgn="auto">
                <a:spcAft>
                  <a:spcPts val="600"/>
                </a:spcAft>
              </a:pPr>
              <a:r>
                <a:rPr lang="en-US" altLang="zh-CN" b="1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manage.js</a:t>
              </a:r>
              <a:endParaRPr lang="en-US" altLang="zh-CN" b="1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db = require('./db.js'); 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//引入自定义模块 db.js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sql = 'INSERT INTO product(name, size, price, image, cat_id, add_time) VALUES(?, ?, ?, ?, ?, ?)';</a:t>
              </a:r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params = ['PC111-1MM', '55mm', 555, 'images/pro-5.jpg', 2, '2023-1-12'];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//执行 SQL 语句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db.conn.query(</a:t>
              </a:r>
              <a:r>
                <a: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</a:t>
              </a:r>
              <a:r>
                <a: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params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function(err, result){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if(err){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console.error('添加商品信息出错：' + err.message);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return;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console.log('添加商品信息成功！');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9245" y="1065530"/>
            <a:ext cx="2297430" cy="610235"/>
            <a:chOff x="855" y="1518"/>
            <a:chExt cx="3618" cy="961"/>
          </a:xfrm>
        </p:grpSpPr>
        <p:sp>
          <p:nvSpPr>
            <p:cNvPr id="9" name="矩形 8"/>
            <p:cNvSpPr/>
            <p:nvPr>
              <p:custDataLst>
                <p:tags r:id="rId6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矩形 1"/>
            <p:cNvSpPr/>
            <p:nvPr>
              <p:custDataLst>
                <p:tags r:id="rId7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12725" y="4527550"/>
            <a:ext cx="7357745" cy="1189355"/>
            <a:chOff x="341" y="7045"/>
            <a:chExt cx="11587" cy="1796"/>
          </a:xfrm>
        </p:grpSpPr>
        <p:sp>
          <p:nvSpPr>
            <p:cNvPr id="4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1" y="7614"/>
              <a:ext cx="3996" cy="12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传递给query()方法中的前2个参数</a:t>
              </a:r>
              <a:endParaRPr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8" name="直接连接符 5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5081" y="7045"/>
              <a:ext cx="6847" cy="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9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>
              <a:off x="5081" y="7045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4689" y="794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689" y="7614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" name="组合 22"/>
          <p:cNvGrpSpPr/>
          <p:nvPr/>
        </p:nvGrpSpPr>
        <p:grpSpPr>
          <a:xfrm>
            <a:off x="216535" y="3300730"/>
            <a:ext cx="6819265" cy="1106805"/>
            <a:chOff x="341" y="7045"/>
            <a:chExt cx="10739" cy="1796"/>
          </a:xfrm>
        </p:grpSpPr>
        <p:sp>
          <p:nvSpPr>
            <p:cNvPr id="24" name="矩形 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41" y="7263"/>
              <a:ext cx="3996" cy="157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定义一个数组，保存需要传递给占位符“?”的值</a:t>
              </a:r>
              <a:endParaRPr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5" name="直接连接符 5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81" y="7045"/>
              <a:ext cx="5999" cy="2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>
              <a:off x="5081" y="7045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76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 flipV="1">
              <a:off x="4689" y="794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直接连接符 90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 flipV="1">
              <a:off x="4689" y="7614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矩形 57"/>
          <p:cNvSpPr/>
          <p:nvPr/>
        </p:nvSpPr>
        <p:spPr>
          <a:xfrm>
            <a:off x="3521075" y="2008505"/>
            <a:ext cx="7740650" cy="172402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2725" y="2046605"/>
            <a:ext cx="7204710" cy="744022"/>
            <a:chOff x="183" y="3263"/>
            <a:chExt cx="11346" cy="1050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83" y="3263"/>
              <a:ext cx="4001" cy="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构造带有占位符“?”的 </a:t>
              </a:r>
              <a:r>
                <a:rPr 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INSERT</a:t>
              </a:r>
              <a:r>
                <a:rPr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语句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4874" y="4277"/>
              <a:ext cx="6655" cy="1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 flipH="1" flipV="1">
              <a:off x="4863" y="3778"/>
              <a:ext cx="10" cy="53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H="1">
              <a:off x="4314" y="3794"/>
              <a:ext cx="55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92849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修改数据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buClr>
                <a:srgbClr val="667F6E"/>
              </a:buClr>
            </a:pP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01365" y="951230"/>
            <a:ext cx="8093710" cy="5565775"/>
            <a:chOff x="5199" y="1758"/>
            <a:chExt cx="12746" cy="8765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1897"/>
              <a:ext cx="12164" cy="8450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758"/>
              <a:ext cx="12746" cy="8726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643" y="1969"/>
              <a:ext cx="12302" cy="855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indent="0" fontAlgn="auto">
                <a:spcAft>
                  <a:spcPts val="600"/>
                </a:spcAft>
              </a:pPr>
              <a:r>
                <a:rPr lang="en-US" altLang="zh-CN" b="1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manage.js</a:t>
              </a:r>
              <a:endParaRPr lang="en-US" altLang="zh-CN" b="1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db = require('./db.js'); 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//引入自定义模块 db.js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//构造带有占位符“?”的 </a:t>
              </a:r>
              <a:r>
                <a:rPr lang="en-US" altLang="zh-CN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UPDATE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语句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sql = 'UPDATE product SET size=?, price=? WHERE id=?';</a:t>
              </a:r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//定义一个数组，保存需要传递给占位符“?”的值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params = ['76mm', 796.5, 5];</a:t>
              </a:r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//执行 SQL 语句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db.conn.query(</a:t>
              </a:r>
              <a:r>
                <a: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</a:t>
              </a:r>
              <a:r>
                <a: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params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function(err, result){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if(err){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console.error('</a:t>
              </a:r>
              <a:r>
                <a:rPr lang="zh-CN" altLang="en-US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修改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商品信息出错：' + err.message);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return;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console.log('</a:t>
              </a:r>
              <a:r>
                <a:rPr lang="zh-CN" altLang="en-US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修改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商品信息成功！');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9245" y="1065530"/>
            <a:ext cx="2297430" cy="610235"/>
            <a:chOff x="855" y="1518"/>
            <a:chExt cx="3618" cy="961"/>
          </a:xfrm>
        </p:grpSpPr>
        <p:sp>
          <p:nvSpPr>
            <p:cNvPr id="9" name="矩形 8"/>
            <p:cNvSpPr/>
            <p:nvPr>
              <p:custDataLst>
                <p:tags r:id="rId6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矩形 1"/>
            <p:cNvSpPr/>
            <p:nvPr>
              <p:custDataLst>
                <p:tags r:id="rId7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3521075" y="2008505"/>
            <a:ext cx="7433310" cy="151320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07060" y="2645689"/>
            <a:ext cx="10039350" cy="762436"/>
            <a:chOff x="956" y="4166"/>
            <a:chExt cx="15810" cy="1201"/>
          </a:xfrm>
        </p:grpSpPr>
        <p:grpSp>
          <p:nvGrpSpPr>
            <p:cNvPr id="23" name="组合 22"/>
            <p:cNvGrpSpPr/>
            <p:nvPr/>
          </p:nvGrpSpPr>
          <p:grpSpPr>
            <a:xfrm>
              <a:off x="956" y="4166"/>
              <a:ext cx="15810" cy="1201"/>
              <a:chOff x="956" y="7644"/>
              <a:chExt cx="15810" cy="518"/>
            </a:xfrm>
          </p:grpSpPr>
          <p:sp>
            <p:nvSpPr>
              <p:cNvPr id="24" name="矩形 4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956" y="7644"/>
                <a:ext cx="3381" cy="4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修改数据的参数化</a:t>
                </a:r>
                <a:r>
                  <a:rPr lang="en-US" alt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SQL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语句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25" name="直接连接符 5"/>
              <p:cNvCxnSpPr>
                <a:cxnSpLocks noChangeShapeType="1"/>
              </p:cNvCxnSpPr>
              <p:nvPr>
                <p:custDataLst>
                  <p:tags r:id="rId9"/>
                </p:custDataLst>
              </p:nvPr>
            </p:nvCxnSpPr>
            <p:spPr bwMode="auto">
              <a:xfrm flipH="1" flipV="1">
                <a:off x="5081" y="7661"/>
                <a:ext cx="11685" cy="5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" name="直接连接符 9"/>
              <p:cNvCxnSpPr>
                <a:cxnSpLocks noChangeShapeType="1"/>
              </p:cNvCxnSpPr>
              <p:nvPr>
                <p:custDataLst>
                  <p:tags r:id="rId10"/>
                </p:custDataLst>
              </p:nvPr>
            </p:nvCxnSpPr>
            <p:spPr bwMode="auto">
              <a:xfrm flipH="1">
                <a:off x="5033" y="7644"/>
                <a:ext cx="17" cy="518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" name="直接连接符 76"/>
              <p:cNvCxnSpPr>
                <a:cxnSpLocks noChangeShapeType="1"/>
              </p:cNvCxnSpPr>
              <p:nvPr>
                <p:custDataLst>
                  <p:tags r:id="rId11"/>
                </p:custDataLst>
              </p:nvPr>
            </p:nvCxnSpPr>
            <p:spPr bwMode="auto">
              <a:xfrm flipH="1">
                <a:off x="4566" y="7935"/>
                <a:ext cx="515" cy="1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" name="直接连接符 90"/>
              <p:cNvCxnSpPr>
                <a:cxnSpLocks noChangeShapeType="1"/>
              </p:cNvCxnSpPr>
              <p:nvPr>
                <p:custDataLst>
                  <p:tags r:id="rId12"/>
                </p:custDataLst>
              </p:nvPr>
            </p:nvCxnSpPr>
            <p:spPr bwMode="auto">
              <a:xfrm flipH="1" flipV="1">
                <a:off x="4555" y="7729"/>
                <a:ext cx="17" cy="389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5000" y="5250"/>
              <a:ext cx="6280" cy="3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928495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删除数据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kumimoji="1"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buClr>
                <a:srgbClr val="667F6E"/>
              </a:buClr>
            </a:pP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01365" y="951230"/>
            <a:ext cx="8093710" cy="5565775"/>
            <a:chOff x="5199" y="1758"/>
            <a:chExt cx="12746" cy="8765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1897"/>
              <a:ext cx="12164" cy="8450"/>
            </a:xfrm>
            <a:prstGeom prst="rect">
              <a:avLst/>
            </a:prstGeom>
            <a:solidFill>
              <a:schemeClr val="accent4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758"/>
              <a:ext cx="12746" cy="8726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643" y="1969"/>
              <a:ext cx="12302" cy="855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indent="0" fontAlgn="auto">
                <a:spcAft>
                  <a:spcPts val="600"/>
                </a:spcAft>
              </a:pPr>
              <a:r>
                <a:rPr lang="en-US" altLang="zh-CN" b="1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manage.js</a:t>
              </a:r>
              <a:endParaRPr lang="en-US" altLang="zh-CN" b="1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db = require('./db.js'); 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//引入自定义模块 db.js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//构造带有占位符“?”的 </a:t>
              </a:r>
              <a:r>
                <a:rPr lang="en-US" altLang="zh-CN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DELETE</a:t>
              </a: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语句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sql = 'DELETE FROM product WHERE id = ?';</a:t>
              </a:r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//定义一个数组，保存需要传递给占位符“?”的值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params = [5];</a:t>
              </a:r>
              <a:endPara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zh-CN" altLang="en-US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//执行 SQL 语句</a:t>
              </a:r>
              <a:endParaRPr lang="zh-CN" altLang="en-US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db.conn.query(</a:t>
              </a:r>
              <a:r>
                <a: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</a:t>
              </a:r>
              <a:r>
                <a: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params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function(err, result){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if(err){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console.error('</a:t>
              </a:r>
              <a:r>
                <a:rPr lang="zh-CN" altLang="en-US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删除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商品信息出错：' + err.message);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return;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console.log('</a:t>
              </a:r>
              <a:r>
                <a:rPr lang="zh-CN" altLang="en-US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删除</a:t>
              </a: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商品信息成功！'); 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10000"/>
                </a:lnSpc>
              </a:pPr>
              <a:r>
                <a:rPr lang="en-US" altLang="zh-CN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9245" y="1065530"/>
            <a:ext cx="2297430" cy="610235"/>
            <a:chOff x="855" y="1518"/>
            <a:chExt cx="3618" cy="961"/>
          </a:xfrm>
        </p:grpSpPr>
        <p:sp>
          <p:nvSpPr>
            <p:cNvPr id="9" name="矩形 8"/>
            <p:cNvSpPr/>
            <p:nvPr>
              <p:custDataLst>
                <p:tags r:id="rId6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矩形 1"/>
            <p:cNvSpPr/>
            <p:nvPr>
              <p:custDataLst>
                <p:tags r:id="rId7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3521075" y="2008505"/>
            <a:ext cx="7433310" cy="151320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54990" y="2645410"/>
            <a:ext cx="8789670" cy="762635"/>
            <a:chOff x="874" y="4166"/>
            <a:chExt cx="13842" cy="1201"/>
          </a:xfrm>
        </p:grpSpPr>
        <p:grpSp>
          <p:nvGrpSpPr>
            <p:cNvPr id="23" name="组合 22"/>
            <p:cNvGrpSpPr/>
            <p:nvPr/>
          </p:nvGrpSpPr>
          <p:grpSpPr>
            <a:xfrm>
              <a:off x="874" y="4166"/>
              <a:ext cx="13842" cy="1201"/>
              <a:chOff x="874" y="7644"/>
              <a:chExt cx="13842" cy="518"/>
            </a:xfrm>
          </p:grpSpPr>
          <p:sp>
            <p:nvSpPr>
              <p:cNvPr id="24" name="矩形 4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874" y="7644"/>
                <a:ext cx="3463" cy="48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删除数据的参数化</a:t>
                </a:r>
                <a:r>
                  <a:rPr lang="en-US" altLang="zh-CN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SQL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语句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25" name="直接连接符 5"/>
              <p:cNvCxnSpPr>
                <a:cxnSpLocks noChangeShapeType="1"/>
              </p:cNvCxnSpPr>
              <p:nvPr>
                <p:custDataLst>
                  <p:tags r:id="rId9"/>
                </p:custDataLst>
              </p:nvPr>
            </p:nvCxnSpPr>
            <p:spPr bwMode="auto">
              <a:xfrm flipH="1" flipV="1">
                <a:off x="5081" y="7661"/>
                <a:ext cx="9635" cy="12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9" name="直接连接符 9"/>
              <p:cNvCxnSpPr>
                <a:cxnSpLocks noChangeShapeType="1"/>
              </p:cNvCxnSpPr>
              <p:nvPr>
                <p:custDataLst>
                  <p:tags r:id="rId10"/>
                </p:custDataLst>
              </p:nvPr>
            </p:nvCxnSpPr>
            <p:spPr bwMode="auto">
              <a:xfrm flipH="1">
                <a:off x="5033" y="7644"/>
                <a:ext cx="17" cy="518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" name="直接连接符 76"/>
              <p:cNvCxnSpPr>
                <a:cxnSpLocks noChangeShapeType="1"/>
              </p:cNvCxnSpPr>
              <p:nvPr>
                <p:custDataLst>
                  <p:tags r:id="rId11"/>
                </p:custDataLst>
              </p:nvPr>
            </p:nvCxnSpPr>
            <p:spPr bwMode="auto">
              <a:xfrm flipH="1">
                <a:off x="4566" y="7935"/>
                <a:ext cx="515" cy="1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" name="直接连接符 90"/>
              <p:cNvCxnSpPr>
                <a:cxnSpLocks noChangeShapeType="1"/>
              </p:cNvCxnSpPr>
              <p:nvPr>
                <p:custDataLst>
                  <p:tags r:id="rId12"/>
                </p:custDataLst>
              </p:nvPr>
            </p:nvCxnSpPr>
            <p:spPr bwMode="auto">
              <a:xfrm flipH="1" flipV="1">
                <a:off x="4555" y="7729"/>
                <a:ext cx="17" cy="389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5000" y="5250"/>
              <a:ext cx="4116" cy="1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78560" y="1537970"/>
            <a:ext cx="1210310" cy="1210310"/>
            <a:chOff x="2240" y="2422"/>
            <a:chExt cx="1906" cy="1906"/>
          </a:xfrm>
        </p:grpSpPr>
        <p:sp>
          <p:nvSpPr>
            <p:cNvPr id="44" name="Shape 25178"/>
            <p:cNvSpPr/>
            <p:nvPr>
              <p:custDataLst>
                <p:tags r:id="rId3"/>
              </p:custDataLst>
            </p:nvPr>
          </p:nvSpPr>
          <p:spPr>
            <a:xfrm>
              <a:off x="2240" y="2422"/>
              <a:ext cx="1906" cy="1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chemeClr val="accent2"/>
            </a:solidFill>
            <a:ln w="31750" cap="flat">
              <a:solidFill>
                <a:schemeClr val="lt1">
                  <a:lumMod val="95000"/>
                </a:schemeClr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/>
              <a:endParaRPr sz="135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TextBox 71"/>
            <p:cNvSpPr txBox="1"/>
            <p:nvPr>
              <p:custDataLst>
                <p:tags r:id="rId4"/>
              </p:custDataLst>
            </p:nvPr>
          </p:nvSpPr>
          <p:spPr>
            <a:xfrm>
              <a:off x="2688" y="2872"/>
              <a:ext cx="100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zh-CN" altLang="en-US" sz="36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增</a:t>
              </a:r>
              <a:endParaRPr lang="zh-CN" altLang="en-US" sz="3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9" name="TextBox 68"/>
          <p:cNvSpPr txBox="1"/>
          <p:nvPr>
            <p:custDataLst>
              <p:tags r:id="rId5"/>
            </p:custDataLst>
          </p:nvPr>
        </p:nvSpPr>
        <p:spPr>
          <a:xfrm>
            <a:off x="4138295" y="1401445"/>
            <a:ext cx="44837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zh-CN" altLang="en-US" sz="4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关键之处：</a:t>
            </a:r>
            <a:endParaRPr lang="zh-CN" altLang="en-US" sz="4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411095" y="3286760"/>
            <a:ext cx="1210310" cy="1210310"/>
            <a:chOff x="4181" y="5176"/>
            <a:chExt cx="1906" cy="1906"/>
          </a:xfrm>
        </p:grpSpPr>
        <p:sp>
          <p:nvSpPr>
            <p:cNvPr id="79" name="Shape 25178"/>
            <p:cNvSpPr/>
            <p:nvPr>
              <p:custDataLst>
                <p:tags r:id="rId6"/>
              </p:custDataLst>
            </p:nvPr>
          </p:nvSpPr>
          <p:spPr>
            <a:xfrm>
              <a:off x="4181" y="5176"/>
              <a:ext cx="1906" cy="1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chemeClr val="accent1"/>
            </a:solidFill>
            <a:ln w="31750" cap="flat">
              <a:solidFill>
                <a:schemeClr val="lt1">
                  <a:lumMod val="95000"/>
                </a:schemeClr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/>
              <a:endParaRPr sz="135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Oval 8"/>
            <p:cNvSpPr/>
            <p:nvPr>
              <p:custDataLst>
                <p:tags r:id="rId7"/>
              </p:custDataLst>
            </p:nvPr>
          </p:nvSpPr>
          <p:spPr>
            <a:xfrm>
              <a:off x="4593" y="5588"/>
              <a:ext cx="1082" cy="108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id-ID" sz="135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692" y="5696"/>
              <a:ext cx="888" cy="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zh-CN" altLang="en-US" sz="3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查</a:t>
              </a:r>
              <a:endParaRPr lang="zh-CN" altLang="en-US" sz="3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78560" y="3286760"/>
            <a:ext cx="1210310" cy="1210310"/>
            <a:chOff x="2240" y="5176"/>
            <a:chExt cx="1906" cy="1906"/>
          </a:xfrm>
        </p:grpSpPr>
        <p:sp>
          <p:nvSpPr>
            <p:cNvPr id="59" name="Shape 25178"/>
            <p:cNvSpPr/>
            <p:nvPr>
              <p:custDataLst>
                <p:tags r:id="rId8"/>
              </p:custDataLst>
            </p:nvPr>
          </p:nvSpPr>
          <p:spPr>
            <a:xfrm rot="2485357">
              <a:off x="2240" y="5176"/>
              <a:ext cx="1906" cy="1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chemeClr val="accent2"/>
            </a:solidFill>
            <a:ln w="31750" cap="flat">
              <a:solidFill>
                <a:schemeClr val="lt1">
                  <a:lumMod val="95000"/>
                </a:schemeClr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/>
              <a:endParaRPr sz="135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TextBox 73"/>
            <p:cNvSpPr txBox="1"/>
            <p:nvPr>
              <p:custDataLst>
                <p:tags r:id="rId9"/>
              </p:custDataLst>
            </p:nvPr>
          </p:nvSpPr>
          <p:spPr>
            <a:xfrm>
              <a:off x="2688" y="5642"/>
              <a:ext cx="100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zh-CN" altLang="en-US" sz="36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删</a:t>
              </a:r>
              <a:endParaRPr lang="zh-CN" altLang="en-US" sz="3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216025" y="4905375"/>
            <a:ext cx="1210310" cy="1210310"/>
            <a:chOff x="2299" y="7725"/>
            <a:chExt cx="1906" cy="1906"/>
          </a:xfrm>
        </p:grpSpPr>
        <p:sp>
          <p:nvSpPr>
            <p:cNvPr id="61" name="Shape 25178"/>
            <p:cNvSpPr/>
            <p:nvPr>
              <p:custDataLst>
                <p:tags r:id="rId10"/>
              </p:custDataLst>
            </p:nvPr>
          </p:nvSpPr>
          <p:spPr>
            <a:xfrm rot="2485357">
              <a:off x="2299" y="7725"/>
              <a:ext cx="1906" cy="1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456" extrusionOk="0">
                  <a:moveTo>
                    <a:pt x="5820" y="614"/>
                  </a:moveTo>
                  <a:cubicBezTo>
                    <a:pt x="5535" y="728"/>
                    <a:pt x="5356" y="1076"/>
                    <a:pt x="5428" y="1374"/>
                  </a:cubicBezTo>
                  <a:lnTo>
                    <a:pt x="5803" y="2913"/>
                  </a:lnTo>
                  <a:cubicBezTo>
                    <a:pt x="4703" y="3606"/>
                    <a:pt x="3743" y="4537"/>
                    <a:pt x="3003" y="5669"/>
                  </a:cubicBezTo>
                  <a:lnTo>
                    <a:pt x="1469" y="5267"/>
                  </a:lnTo>
                  <a:cubicBezTo>
                    <a:pt x="1184" y="5191"/>
                    <a:pt x="816" y="5373"/>
                    <a:pt x="700" y="5644"/>
                  </a:cubicBezTo>
                  <a:lnTo>
                    <a:pt x="105" y="7046"/>
                  </a:lnTo>
                  <a:cubicBezTo>
                    <a:pt x="-15" y="7328"/>
                    <a:pt x="106" y="7702"/>
                    <a:pt x="368" y="7862"/>
                  </a:cubicBezTo>
                  <a:lnTo>
                    <a:pt x="1723" y="8685"/>
                  </a:lnTo>
                  <a:cubicBezTo>
                    <a:pt x="1422" y="10003"/>
                    <a:pt x="1419" y="11341"/>
                    <a:pt x="1686" y="12614"/>
                  </a:cubicBezTo>
                  <a:lnTo>
                    <a:pt x="318" y="13413"/>
                  </a:lnTo>
                  <a:cubicBezTo>
                    <a:pt x="54" y="13568"/>
                    <a:pt x="-72" y="13939"/>
                    <a:pt x="43" y="14223"/>
                  </a:cubicBezTo>
                  <a:lnTo>
                    <a:pt x="614" y="15636"/>
                  </a:lnTo>
                  <a:cubicBezTo>
                    <a:pt x="729" y="15921"/>
                    <a:pt x="1077" y="16100"/>
                    <a:pt x="1374" y="16028"/>
                  </a:cubicBezTo>
                  <a:lnTo>
                    <a:pt x="2913" y="15652"/>
                  </a:lnTo>
                  <a:cubicBezTo>
                    <a:pt x="3606" y="16753"/>
                    <a:pt x="4537" y="17713"/>
                    <a:pt x="5669" y="18453"/>
                  </a:cubicBezTo>
                  <a:lnTo>
                    <a:pt x="5267" y="19987"/>
                  </a:lnTo>
                  <a:cubicBezTo>
                    <a:pt x="5189" y="20283"/>
                    <a:pt x="5361" y="20634"/>
                    <a:pt x="5643" y="20753"/>
                  </a:cubicBezTo>
                  <a:lnTo>
                    <a:pt x="7046" y="21351"/>
                  </a:lnTo>
                  <a:cubicBezTo>
                    <a:pt x="7317" y="21466"/>
                    <a:pt x="7709" y="21340"/>
                    <a:pt x="7862" y="21088"/>
                  </a:cubicBezTo>
                  <a:lnTo>
                    <a:pt x="8688" y="19732"/>
                  </a:lnTo>
                  <a:cubicBezTo>
                    <a:pt x="10006" y="20032"/>
                    <a:pt x="11342" y="20037"/>
                    <a:pt x="12614" y="19770"/>
                  </a:cubicBezTo>
                  <a:lnTo>
                    <a:pt x="13413" y="21138"/>
                  </a:lnTo>
                  <a:cubicBezTo>
                    <a:pt x="13568" y="21403"/>
                    <a:pt x="13939" y="21528"/>
                    <a:pt x="14223" y="21413"/>
                  </a:cubicBezTo>
                  <a:lnTo>
                    <a:pt x="15636" y="20842"/>
                  </a:lnTo>
                  <a:cubicBezTo>
                    <a:pt x="15920" y="20728"/>
                    <a:pt x="16100" y="20379"/>
                    <a:pt x="16028" y="20082"/>
                  </a:cubicBezTo>
                  <a:lnTo>
                    <a:pt x="15655" y="18542"/>
                  </a:lnTo>
                  <a:cubicBezTo>
                    <a:pt x="16755" y="17850"/>
                    <a:pt x="17711" y="16918"/>
                    <a:pt x="18450" y="15788"/>
                  </a:cubicBezTo>
                  <a:lnTo>
                    <a:pt x="19987" y="16189"/>
                  </a:lnTo>
                  <a:cubicBezTo>
                    <a:pt x="20113" y="16222"/>
                    <a:pt x="20256" y="16210"/>
                    <a:pt x="20389" y="16156"/>
                  </a:cubicBezTo>
                  <a:cubicBezTo>
                    <a:pt x="20558" y="16088"/>
                    <a:pt x="20692" y="15963"/>
                    <a:pt x="20756" y="15812"/>
                  </a:cubicBezTo>
                  <a:lnTo>
                    <a:pt x="21351" y="14410"/>
                  </a:lnTo>
                  <a:cubicBezTo>
                    <a:pt x="21470" y="14128"/>
                    <a:pt x="21350" y="13753"/>
                    <a:pt x="21088" y="13594"/>
                  </a:cubicBezTo>
                  <a:lnTo>
                    <a:pt x="19733" y="12770"/>
                  </a:lnTo>
                  <a:cubicBezTo>
                    <a:pt x="20034" y="11452"/>
                    <a:pt x="20037" y="10115"/>
                    <a:pt x="19770" y="8842"/>
                  </a:cubicBezTo>
                  <a:lnTo>
                    <a:pt x="21138" y="8043"/>
                  </a:lnTo>
                  <a:cubicBezTo>
                    <a:pt x="21402" y="7888"/>
                    <a:pt x="21528" y="7517"/>
                    <a:pt x="21413" y="7233"/>
                  </a:cubicBezTo>
                  <a:lnTo>
                    <a:pt x="20842" y="5819"/>
                  </a:lnTo>
                  <a:cubicBezTo>
                    <a:pt x="20727" y="5535"/>
                    <a:pt x="20379" y="5356"/>
                    <a:pt x="20082" y="5428"/>
                  </a:cubicBezTo>
                  <a:lnTo>
                    <a:pt x="18543" y="5803"/>
                  </a:lnTo>
                  <a:cubicBezTo>
                    <a:pt x="17850" y="4702"/>
                    <a:pt x="16919" y="3742"/>
                    <a:pt x="15787" y="3003"/>
                  </a:cubicBezTo>
                  <a:lnTo>
                    <a:pt x="16189" y="1469"/>
                  </a:lnTo>
                  <a:cubicBezTo>
                    <a:pt x="16267" y="1173"/>
                    <a:pt x="16095" y="822"/>
                    <a:pt x="15813" y="703"/>
                  </a:cubicBezTo>
                  <a:lnTo>
                    <a:pt x="14410" y="105"/>
                  </a:lnTo>
                  <a:cubicBezTo>
                    <a:pt x="14140" y="-10"/>
                    <a:pt x="13747" y="116"/>
                    <a:pt x="13594" y="368"/>
                  </a:cubicBezTo>
                  <a:lnTo>
                    <a:pt x="12770" y="1722"/>
                  </a:lnTo>
                  <a:cubicBezTo>
                    <a:pt x="11454" y="1422"/>
                    <a:pt x="10117" y="1418"/>
                    <a:pt x="8845" y="1684"/>
                  </a:cubicBezTo>
                  <a:lnTo>
                    <a:pt x="8043" y="318"/>
                  </a:lnTo>
                  <a:cubicBezTo>
                    <a:pt x="7888" y="53"/>
                    <a:pt x="7517" y="-72"/>
                    <a:pt x="7233" y="43"/>
                  </a:cubicBezTo>
                  <a:lnTo>
                    <a:pt x="5820" y="614"/>
                  </a:lnTo>
                  <a:close/>
                </a:path>
              </a:pathLst>
            </a:custGeom>
            <a:solidFill>
              <a:schemeClr val="accent2"/>
            </a:solidFill>
            <a:ln w="31750" cap="flat">
              <a:solidFill>
                <a:schemeClr val="lt1">
                  <a:lumMod val="95000"/>
                </a:schemeClr>
              </a:solidFill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914400"/>
              <a:endParaRPr sz="1350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TextBox 75"/>
            <p:cNvSpPr txBox="1"/>
            <p:nvPr>
              <p:custDataLst>
                <p:tags r:id="rId11"/>
              </p:custDataLst>
            </p:nvPr>
          </p:nvSpPr>
          <p:spPr>
            <a:xfrm>
              <a:off x="2748" y="8200"/>
              <a:ext cx="100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zh-CN" altLang="en-US" sz="36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改</a:t>
              </a:r>
              <a:endParaRPr lang="zh-CN" altLang="en-US" sz="36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828652" y="20049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数据库操作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9" name="图片 18"/>
          <p:cNvPicPr/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Content Placeholder 2"/>
          <p:cNvSpPr txBox="1"/>
          <p:nvPr>
            <p:custDataLst>
              <p:tags r:id="rId13"/>
            </p:custDataLst>
          </p:nvPr>
        </p:nvSpPr>
        <p:spPr>
          <a:xfrm>
            <a:off x="4138295" y="2310765"/>
            <a:ext cx="7559040" cy="3945255"/>
          </a:xfrm>
          <a:prstGeom prst="rect">
            <a:avLst/>
          </a:prstGeom>
          <a:noFill/>
          <a:ln w="9525">
            <a:noFill/>
          </a:ln>
        </p:spPr>
        <p:txBody>
          <a:bodyPr wrap="square" lIns="68562" tIns="34281" rIns="68562" bIns="34281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语句的构建，语法规则相同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connection.query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()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执行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语句，返回结果存储到回调函数第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个参数中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connection.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query(</a:t>
            </a:r>
            <a:r>
              <a:rPr lang="en-US" altLang="zh-CN" sz="1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sqlString, [values, ] 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function(error, </a:t>
            </a:r>
            <a:r>
              <a:rPr lang="en-US" altLang="zh-CN" sz="1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result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){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......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})</a:t>
            </a:r>
            <a:endParaRPr lang="en-US" altLang="zh-CN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99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9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  <p:bldP spid="6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41265" y="4380230"/>
            <a:ext cx="2546985" cy="1036320"/>
            <a:chOff x="7939" y="6898"/>
            <a:chExt cx="4011" cy="1632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7939" y="7531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083" y="7675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8796" y="6898"/>
              <a:ext cx="3154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数据查询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思路和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代码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849870" y="4380230"/>
            <a:ext cx="2947035" cy="1036320"/>
            <a:chOff x="12362" y="6898"/>
            <a:chExt cx="4641" cy="1632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12362" y="7498"/>
              <a:ext cx="509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12489" y="7646"/>
              <a:ext cx="264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13281" y="6898"/>
              <a:ext cx="3722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数据增删改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SQL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语句构建与执行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4"/>
          <a:stretch>
            <a:fillRect/>
          </a:stretch>
        </p:blipFill>
        <p:spPr>
          <a:xfrm>
            <a:off x="4551045" y="2218055"/>
            <a:ext cx="7293610" cy="141732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4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595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4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72.05165354330711,&quot;left&quot;:140.48527559055117,&quot;top&quot;:289.93401574803147,&quot;width&quot;:697.3823622047244}"/>
</p:tagLst>
</file>

<file path=ppt/tags/tag59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4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72.05165354330711,&quot;left&quot;:140.48527559055117,&quot;top&quot;:289.93401574803147,&quot;width&quot;:697.3823622047244}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4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33.1551968503937,&quot;left&quot;:140.48527559055117,&quot;top&quot;:228.83047244094487,&quot;width&quot;:697.3823622047244}"/>
</p:tagLst>
</file>

<file path=ppt/tags/tag59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4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33.1551968503937,&quot;left&quot;:140.48527559055117,&quot;top&quot;:228.83047244094487,&quot;width&quot;:697.3823622047244}"/>
</p:tagLst>
</file>

<file path=ppt/tags/tag600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0.xml><?xml version="1.0" encoding="utf-8"?>
<p:tagLst xmlns:p="http://schemas.openxmlformats.org/presentationml/2006/main">
  <p:tag name="KSO_WM_SLIDE_BACKGROUND_TYPE" val="general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SLIDE_BACKGROUND_TYPE" val="general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7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2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PA" val="v5.2.10"/>
</p:tagLst>
</file>

<file path=ppt/tags/tag633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5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3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4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4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ABLE_BEAUTIFY" val="smartTable{093ee2a6-027c-4368-a85b-13e9d6269d13}"/>
</p:tagLst>
</file>

<file path=ppt/tags/tag65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5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58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5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SLIDE_BACKGROUND_TYPE" val="general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70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4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43.xml><?xml version="1.0" encoding="utf-8"?>
<p:tagLst xmlns:p="http://schemas.openxmlformats.org/presentationml/2006/main">
  <p:tag name="KSO_WM_SLIDE_BACKGROUND_TYPE" val="general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0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1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0.xml><?xml version="1.0" encoding="utf-8"?>
<p:tagLst xmlns:p="http://schemas.openxmlformats.org/presentationml/2006/main">
  <p:tag name="KSO_WM_SLIDE_BACKGROUND_TYPE" val="general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3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2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2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4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48.xml><?xml version="1.0" encoding="utf-8"?>
<p:tagLst xmlns:p="http://schemas.openxmlformats.org/presentationml/2006/main">
  <p:tag name="KSO_WM_SLIDE_BACKGROUND_TYPE" val="general"/>
</p:tagLst>
</file>

<file path=ppt/tags/tag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52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853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56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5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6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6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7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75.xml><?xml version="1.0" encoding="utf-8"?>
<p:tagLst xmlns:p="http://schemas.openxmlformats.org/presentationml/2006/main">
  <p:tag name="KSO_WM_SLIDE_BACKGROUND_TYPE" val="general"/>
</p:tagLst>
</file>

<file path=ppt/tags/tag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7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7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8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89.xml><?xml version="1.0" encoding="utf-8"?>
<p:tagLst xmlns:p="http://schemas.openxmlformats.org/presentationml/2006/main">
  <p:tag name="KSO_WM_SLIDE_BACKGROUND_TYPE" val="general"/>
</p:tagLst>
</file>

<file path=ppt/tags/tag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92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89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9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9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903.xml><?xml version="1.0" encoding="utf-8"?>
<p:tagLst xmlns:p="http://schemas.openxmlformats.org/presentationml/2006/main">
  <p:tag name="KSO_WM_SLIDE_BACKGROUND_TYPE" val="general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0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35"/>
  <p:tag name="KSO_WM_UNIT_TEXT_FILL_FORE_SCHEMECOLOR_INDEX" val="13"/>
  <p:tag name="KSO_WM_UNIT_TEXT_FILL_TYPE" val="1"/>
</p:tagLst>
</file>

<file path=ppt/tags/tag90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0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9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10"/>
  <p:tag name="KSO_WM_UNIT_TEXT_FILL_TYPE" val="1"/>
</p:tagLst>
</file>

<file path=ppt/tags/tag91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35"/>
  <p:tag name="KSO_WM_UNIT_TEXT_FILL_FORE_SCHEMECOLOR_INDEX" val="13"/>
  <p:tag name="KSO_WM_UNIT_TEXT_FILL_TYPE" val="1"/>
</p:tagLst>
</file>

<file path=ppt/tags/tag91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35"/>
  <p:tag name="KSO_WM_UNIT_TEXT_FILL_FORE_SCHEMECOLOR_INDEX" val="13"/>
  <p:tag name="KSO_WM_UNIT_TEXT_FILL_TYPE" val="1"/>
</p:tagLst>
</file>

<file path=ppt/tags/tag91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1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.35"/>
  <p:tag name="KSO_WM_UNIT_TEXT_FILL_FORE_SCHEMECOLOR_INDEX" val="13"/>
  <p:tag name="KSO_WM_UNIT_TEXT_FILL_TYPE" val="1"/>
</p:tagLst>
</file>

<file path=ppt/tags/tag91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9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16.xml><?xml version="1.0" encoding="utf-8"?>
<p:tagLst xmlns:p="http://schemas.openxmlformats.org/presentationml/2006/main">
  <p:tag name="KSO_WM_SLIDE_BACKGROUND_TYPE" val="general"/>
</p:tagLst>
</file>

<file path=ppt/tags/tag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19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920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9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9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9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92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92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93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9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95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955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956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957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95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95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960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961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962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963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ZjZjN2RhNThmZmI0YjU2OTEwZDI1YzI4M2FkY2JjOWU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3788</Words>
  <Application>WPS 演示</Application>
  <PresentationFormat>宽屏</PresentationFormat>
  <Paragraphs>317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Calibri</vt:lpstr>
      <vt:lpstr>Courier New</vt:lpstr>
      <vt:lpstr>Times New Roman</vt:lpstr>
      <vt:lpstr>等线</vt:lpstr>
      <vt:lpstr>Arial Unicode MS</vt:lpstr>
      <vt:lpstr>黑体</vt:lpstr>
      <vt:lpstr>Calibri Light</vt:lpstr>
      <vt:lpstr>Lato Black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鲁*林</cp:lastModifiedBy>
  <cp:revision>409</cp:revision>
  <dcterms:created xsi:type="dcterms:W3CDTF">2020-10-23T09:50:00Z</dcterms:created>
  <dcterms:modified xsi:type="dcterms:W3CDTF">2024-06-05T14:37:16Z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85B576B9509A4D438B19453AA7E64E9D_12</vt:lpwstr>
  </property>
  <property fmtid="{D5CDD505-2E9C-101B-9397-08002B2CF9AE}" pid="3" name="KSOProductBuildVer">
    <vt:lpwstr>2052-12.1.0.16929</vt:lpwstr>
  </property>
</Properties>
</file>