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3"/>
  </p:sldMasterIdLst>
  <p:notesMasterIdLst>
    <p:notesMasterId r:id="rId5"/>
  </p:notesMasterIdLst>
  <p:sldIdLst>
    <p:sldId id="458" r:id="rId4"/>
    <p:sldId id="449" r:id="rId6"/>
    <p:sldId id="450" r:id="rId7"/>
    <p:sldId id="451" r:id="rId8"/>
    <p:sldId id="452" r:id="rId9"/>
    <p:sldId id="453" r:id="rId10"/>
    <p:sldId id="454" r:id="rId11"/>
    <p:sldId id="455" r:id="rId12"/>
    <p:sldId id="456" r:id="rId13"/>
    <p:sldId id="457" r:id="rId14"/>
  </p:sldIdLst>
  <p:sldSz cx="12192000" cy="6858000"/>
  <p:notesSz cx="6858000" cy="9144000"/>
  <p:custDataLst>
    <p:tags r:id="rId1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77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C853C"/>
    <a:srgbClr val="333333"/>
    <a:srgbClr val="667F6E"/>
    <a:srgbClr val="1817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59" d="100"/>
          <a:sy n="59" d="100"/>
        </p:scale>
        <p:origin x="138" y="270"/>
      </p:cViewPr>
      <p:guideLst>
        <p:guide orient="horz" pos="2160"/>
        <p:guide pos="387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gs" Target="tags/tag704.xml"/><Relationship Id="rId18" Type="http://schemas.openxmlformats.org/officeDocument/2006/relationships/commentAuthors" Target="commentAuthors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EB6FD2-0759-46B1-9F64-D04F291895A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BB2EFB-E667-4DCF-9EB2-5F5E148B72F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3550C-0EAD-42A3-AC8C-7F87D0B3B9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923550C-0EAD-42A3-AC8C-7F87D0B3B9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923550C-0EAD-42A3-AC8C-7F87D0B3B9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2" Type="http://schemas.openxmlformats.org/officeDocument/2006/relationships/tags" Target="../tags/tag91.xml"/><Relationship Id="rId91" Type="http://schemas.openxmlformats.org/officeDocument/2006/relationships/tags" Target="../tags/tag90.xml"/><Relationship Id="rId90" Type="http://schemas.openxmlformats.org/officeDocument/2006/relationships/tags" Target="../tags/tag89.xml"/><Relationship Id="rId9" Type="http://schemas.openxmlformats.org/officeDocument/2006/relationships/tags" Target="../tags/tag8.xml"/><Relationship Id="rId89" Type="http://schemas.openxmlformats.org/officeDocument/2006/relationships/tags" Target="../tags/tag88.xml"/><Relationship Id="rId88" Type="http://schemas.openxmlformats.org/officeDocument/2006/relationships/tags" Target="../tags/tag87.xml"/><Relationship Id="rId87" Type="http://schemas.openxmlformats.org/officeDocument/2006/relationships/tags" Target="../tags/tag86.xml"/><Relationship Id="rId86" Type="http://schemas.openxmlformats.org/officeDocument/2006/relationships/tags" Target="../tags/tag85.xml"/><Relationship Id="rId85" Type="http://schemas.openxmlformats.org/officeDocument/2006/relationships/tags" Target="../tags/tag84.xml"/><Relationship Id="rId84" Type="http://schemas.openxmlformats.org/officeDocument/2006/relationships/tags" Target="../tags/tag83.xml"/><Relationship Id="rId83" Type="http://schemas.openxmlformats.org/officeDocument/2006/relationships/tags" Target="../tags/tag82.xml"/><Relationship Id="rId82" Type="http://schemas.openxmlformats.org/officeDocument/2006/relationships/tags" Target="../tags/tag81.xml"/><Relationship Id="rId81" Type="http://schemas.openxmlformats.org/officeDocument/2006/relationships/tags" Target="../tags/tag80.xml"/><Relationship Id="rId80" Type="http://schemas.openxmlformats.org/officeDocument/2006/relationships/tags" Target="../tags/tag79.xml"/><Relationship Id="rId8" Type="http://schemas.openxmlformats.org/officeDocument/2006/relationships/tags" Target="../tags/tag7.xml"/><Relationship Id="rId79" Type="http://schemas.openxmlformats.org/officeDocument/2006/relationships/tags" Target="../tags/tag78.xml"/><Relationship Id="rId78" Type="http://schemas.openxmlformats.org/officeDocument/2006/relationships/tags" Target="../tags/tag77.xml"/><Relationship Id="rId77" Type="http://schemas.openxmlformats.org/officeDocument/2006/relationships/tags" Target="../tags/tag76.xml"/><Relationship Id="rId76" Type="http://schemas.openxmlformats.org/officeDocument/2006/relationships/tags" Target="../tags/tag75.xml"/><Relationship Id="rId75" Type="http://schemas.openxmlformats.org/officeDocument/2006/relationships/tags" Target="../tags/tag74.xml"/><Relationship Id="rId74" Type="http://schemas.openxmlformats.org/officeDocument/2006/relationships/tags" Target="../tags/tag73.xml"/><Relationship Id="rId73" Type="http://schemas.openxmlformats.org/officeDocument/2006/relationships/tags" Target="../tags/tag72.xml"/><Relationship Id="rId72" Type="http://schemas.openxmlformats.org/officeDocument/2006/relationships/tags" Target="../tags/tag71.xml"/><Relationship Id="rId71" Type="http://schemas.openxmlformats.org/officeDocument/2006/relationships/tags" Target="../tags/tag70.xml"/><Relationship Id="rId70" Type="http://schemas.openxmlformats.org/officeDocument/2006/relationships/tags" Target="../tags/tag69.xml"/><Relationship Id="rId7" Type="http://schemas.openxmlformats.org/officeDocument/2006/relationships/tags" Target="../tags/tag6.xml"/><Relationship Id="rId69" Type="http://schemas.openxmlformats.org/officeDocument/2006/relationships/tags" Target="../tags/tag68.xml"/><Relationship Id="rId68" Type="http://schemas.openxmlformats.org/officeDocument/2006/relationships/tags" Target="../tags/tag67.xml"/><Relationship Id="rId67" Type="http://schemas.openxmlformats.org/officeDocument/2006/relationships/tags" Target="../tags/tag66.xml"/><Relationship Id="rId66" Type="http://schemas.openxmlformats.org/officeDocument/2006/relationships/tags" Target="../tags/tag65.xml"/><Relationship Id="rId65" Type="http://schemas.openxmlformats.org/officeDocument/2006/relationships/tags" Target="../tags/tag64.xml"/><Relationship Id="rId64" Type="http://schemas.openxmlformats.org/officeDocument/2006/relationships/tags" Target="../tags/tag63.xml"/><Relationship Id="rId63" Type="http://schemas.openxmlformats.org/officeDocument/2006/relationships/tags" Target="../tags/tag62.xml"/><Relationship Id="rId62" Type="http://schemas.openxmlformats.org/officeDocument/2006/relationships/tags" Target="../tags/tag61.xml"/><Relationship Id="rId61" Type="http://schemas.openxmlformats.org/officeDocument/2006/relationships/tags" Target="../tags/tag60.xml"/><Relationship Id="rId60" Type="http://schemas.openxmlformats.org/officeDocument/2006/relationships/tags" Target="../tags/tag59.xml"/><Relationship Id="rId6" Type="http://schemas.openxmlformats.org/officeDocument/2006/relationships/tags" Target="../tags/tag5.xml"/><Relationship Id="rId59" Type="http://schemas.openxmlformats.org/officeDocument/2006/relationships/tags" Target="../tags/tag58.xml"/><Relationship Id="rId58" Type="http://schemas.openxmlformats.org/officeDocument/2006/relationships/tags" Target="../tags/tag57.xml"/><Relationship Id="rId57" Type="http://schemas.openxmlformats.org/officeDocument/2006/relationships/tags" Target="../tags/tag56.xml"/><Relationship Id="rId56" Type="http://schemas.openxmlformats.org/officeDocument/2006/relationships/tags" Target="../tags/tag55.xml"/><Relationship Id="rId55" Type="http://schemas.openxmlformats.org/officeDocument/2006/relationships/tags" Target="../tags/tag54.xml"/><Relationship Id="rId54" Type="http://schemas.openxmlformats.org/officeDocument/2006/relationships/tags" Target="../tags/tag53.xml"/><Relationship Id="rId53" Type="http://schemas.openxmlformats.org/officeDocument/2006/relationships/tags" Target="../tags/tag52.xml"/><Relationship Id="rId52" Type="http://schemas.openxmlformats.org/officeDocument/2006/relationships/tags" Target="../tags/tag51.xml"/><Relationship Id="rId51" Type="http://schemas.openxmlformats.org/officeDocument/2006/relationships/tags" Target="../tags/tag50.xml"/><Relationship Id="rId50" Type="http://schemas.openxmlformats.org/officeDocument/2006/relationships/tags" Target="../tags/tag49.xml"/><Relationship Id="rId5" Type="http://schemas.openxmlformats.org/officeDocument/2006/relationships/tags" Target="../tags/tag4.xml"/><Relationship Id="rId49" Type="http://schemas.openxmlformats.org/officeDocument/2006/relationships/tags" Target="../tags/tag48.xml"/><Relationship Id="rId48" Type="http://schemas.openxmlformats.org/officeDocument/2006/relationships/tags" Target="../tags/tag47.xml"/><Relationship Id="rId47" Type="http://schemas.openxmlformats.org/officeDocument/2006/relationships/tags" Target="../tags/tag46.xml"/><Relationship Id="rId46" Type="http://schemas.openxmlformats.org/officeDocument/2006/relationships/tags" Target="../tags/tag45.xml"/><Relationship Id="rId45" Type="http://schemas.openxmlformats.org/officeDocument/2006/relationships/tags" Target="../tags/tag44.xml"/><Relationship Id="rId44" Type="http://schemas.openxmlformats.org/officeDocument/2006/relationships/tags" Target="../tags/tag43.xml"/><Relationship Id="rId43" Type="http://schemas.openxmlformats.org/officeDocument/2006/relationships/tags" Target="../tags/tag42.xml"/><Relationship Id="rId42" Type="http://schemas.openxmlformats.org/officeDocument/2006/relationships/tags" Target="../tags/tag41.xml"/><Relationship Id="rId41" Type="http://schemas.openxmlformats.org/officeDocument/2006/relationships/tags" Target="../tags/tag40.xml"/><Relationship Id="rId40" Type="http://schemas.openxmlformats.org/officeDocument/2006/relationships/tags" Target="../tags/tag39.xml"/><Relationship Id="rId4" Type="http://schemas.openxmlformats.org/officeDocument/2006/relationships/tags" Target="../tags/tag3.xml"/><Relationship Id="rId39" Type="http://schemas.openxmlformats.org/officeDocument/2006/relationships/tags" Target="../tags/tag38.xml"/><Relationship Id="rId38" Type="http://schemas.openxmlformats.org/officeDocument/2006/relationships/tags" Target="../tags/tag37.xml"/><Relationship Id="rId37" Type="http://schemas.openxmlformats.org/officeDocument/2006/relationships/tags" Target="../tags/tag36.xml"/><Relationship Id="rId36" Type="http://schemas.openxmlformats.org/officeDocument/2006/relationships/tags" Target="../tags/tag35.xml"/><Relationship Id="rId35" Type="http://schemas.openxmlformats.org/officeDocument/2006/relationships/tags" Target="../tags/tag34.xml"/><Relationship Id="rId34" Type="http://schemas.openxmlformats.org/officeDocument/2006/relationships/tags" Target="../tags/tag33.xml"/><Relationship Id="rId33" Type="http://schemas.openxmlformats.org/officeDocument/2006/relationships/tags" Target="../tags/tag32.xml"/><Relationship Id="rId32" Type="http://schemas.openxmlformats.org/officeDocument/2006/relationships/tags" Target="../tags/tag31.xml"/><Relationship Id="rId31" Type="http://schemas.openxmlformats.org/officeDocument/2006/relationships/tags" Target="../tags/tag30.xml"/><Relationship Id="rId30" Type="http://schemas.openxmlformats.org/officeDocument/2006/relationships/tags" Target="../tags/tag29.xml"/><Relationship Id="rId3" Type="http://schemas.openxmlformats.org/officeDocument/2006/relationships/tags" Target="../tags/tag2.xml"/><Relationship Id="rId29" Type="http://schemas.openxmlformats.org/officeDocument/2006/relationships/tags" Target="../tags/tag28.xml"/><Relationship Id="rId28" Type="http://schemas.openxmlformats.org/officeDocument/2006/relationships/tags" Target="../tags/tag27.xml"/><Relationship Id="rId27" Type="http://schemas.openxmlformats.org/officeDocument/2006/relationships/tags" Target="../tags/tag26.xml"/><Relationship Id="rId26" Type="http://schemas.openxmlformats.org/officeDocument/2006/relationships/tags" Target="../tags/tag25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99.xml"/><Relationship Id="rId8" Type="http://schemas.openxmlformats.org/officeDocument/2006/relationships/tags" Target="../tags/tag98.xml"/><Relationship Id="rId7" Type="http://schemas.openxmlformats.org/officeDocument/2006/relationships/tags" Target="../tags/tag97.xml"/><Relationship Id="rId6" Type="http://schemas.openxmlformats.org/officeDocument/2006/relationships/tags" Target="../tags/tag96.xml"/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5" Type="http://schemas.openxmlformats.org/officeDocument/2006/relationships/tags" Target="../tags/tag125.xml"/><Relationship Id="rId34" Type="http://schemas.openxmlformats.org/officeDocument/2006/relationships/tags" Target="../tags/tag124.xml"/><Relationship Id="rId33" Type="http://schemas.openxmlformats.org/officeDocument/2006/relationships/tags" Target="../tags/tag123.xml"/><Relationship Id="rId32" Type="http://schemas.openxmlformats.org/officeDocument/2006/relationships/tags" Target="../tags/tag122.xml"/><Relationship Id="rId31" Type="http://schemas.openxmlformats.org/officeDocument/2006/relationships/tags" Target="../tags/tag121.xml"/><Relationship Id="rId30" Type="http://schemas.openxmlformats.org/officeDocument/2006/relationships/tags" Target="../tags/tag120.xml"/><Relationship Id="rId3" Type="http://schemas.openxmlformats.org/officeDocument/2006/relationships/tags" Target="../tags/tag93.xml"/><Relationship Id="rId29" Type="http://schemas.openxmlformats.org/officeDocument/2006/relationships/tags" Target="../tags/tag119.xml"/><Relationship Id="rId28" Type="http://schemas.openxmlformats.org/officeDocument/2006/relationships/tags" Target="../tags/tag118.xml"/><Relationship Id="rId27" Type="http://schemas.openxmlformats.org/officeDocument/2006/relationships/tags" Target="../tags/tag117.xml"/><Relationship Id="rId26" Type="http://schemas.openxmlformats.org/officeDocument/2006/relationships/tags" Target="../tags/tag116.xml"/><Relationship Id="rId25" Type="http://schemas.openxmlformats.org/officeDocument/2006/relationships/tags" Target="../tags/tag115.xml"/><Relationship Id="rId24" Type="http://schemas.openxmlformats.org/officeDocument/2006/relationships/tags" Target="../tags/tag114.xml"/><Relationship Id="rId23" Type="http://schemas.openxmlformats.org/officeDocument/2006/relationships/tags" Target="../tags/tag113.xml"/><Relationship Id="rId22" Type="http://schemas.openxmlformats.org/officeDocument/2006/relationships/tags" Target="../tags/tag112.xml"/><Relationship Id="rId21" Type="http://schemas.openxmlformats.org/officeDocument/2006/relationships/tags" Target="../tags/tag111.xml"/><Relationship Id="rId20" Type="http://schemas.openxmlformats.org/officeDocument/2006/relationships/tags" Target="../tags/tag110.xml"/><Relationship Id="rId2" Type="http://schemas.openxmlformats.org/officeDocument/2006/relationships/tags" Target="../tags/tag92.xml"/><Relationship Id="rId19" Type="http://schemas.openxmlformats.org/officeDocument/2006/relationships/tags" Target="../tags/tag109.xml"/><Relationship Id="rId18" Type="http://schemas.openxmlformats.org/officeDocument/2006/relationships/tags" Target="../tags/tag108.xml"/><Relationship Id="rId17" Type="http://schemas.openxmlformats.org/officeDocument/2006/relationships/tags" Target="../tags/tag107.xml"/><Relationship Id="rId16" Type="http://schemas.openxmlformats.org/officeDocument/2006/relationships/tags" Target="../tags/tag106.xml"/><Relationship Id="rId15" Type="http://schemas.openxmlformats.org/officeDocument/2006/relationships/tags" Target="../tags/tag105.xml"/><Relationship Id="rId14" Type="http://schemas.openxmlformats.org/officeDocument/2006/relationships/tags" Target="../tags/tag104.xml"/><Relationship Id="rId13" Type="http://schemas.openxmlformats.org/officeDocument/2006/relationships/tags" Target="../tags/tag103.xml"/><Relationship Id="rId12" Type="http://schemas.openxmlformats.org/officeDocument/2006/relationships/tags" Target="../tags/tag102.xml"/><Relationship Id="rId11" Type="http://schemas.openxmlformats.org/officeDocument/2006/relationships/tags" Target="../tags/tag101.xml"/><Relationship Id="rId10" Type="http://schemas.openxmlformats.org/officeDocument/2006/relationships/tags" Target="../tags/tag100.xm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93" Type="http://schemas.openxmlformats.org/officeDocument/2006/relationships/tags" Target="../tags/tag217.xml"/><Relationship Id="rId92" Type="http://schemas.openxmlformats.org/officeDocument/2006/relationships/tags" Target="../tags/tag216.xml"/><Relationship Id="rId91" Type="http://schemas.openxmlformats.org/officeDocument/2006/relationships/tags" Target="../tags/tag215.xml"/><Relationship Id="rId90" Type="http://schemas.openxmlformats.org/officeDocument/2006/relationships/tags" Target="../tags/tag214.xml"/><Relationship Id="rId9" Type="http://schemas.openxmlformats.org/officeDocument/2006/relationships/tags" Target="../tags/tag133.xml"/><Relationship Id="rId89" Type="http://schemas.openxmlformats.org/officeDocument/2006/relationships/tags" Target="../tags/tag213.xml"/><Relationship Id="rId88" Type="http://schemas.openxmlformats.org/officeDocument/2006/relationships/tags" Target="../tags/tag212.xml"/><Relationship Id="rId87" Type="http://schemas.openxmlformats.org/officeDocument/2006/relationships/tags" Target="../tags/tag211.xml"/><Relationship Id="rId86" Type="http://schemas.openxmlformats.org/officeDocument/2006/relationships/tags" Target="../tags/tag210.xml"/><Relationship Id="rId85" Type="http://schemas.openxmlformats.org/officeDocument/2006/relationships/tags" Target="../tags/tag209.xml"/><Relationship Id="rId84" Type="http://schemas.openxmlformats.org/officeDocument/2006/relationships/tags" Target="../tags/tag208.xml"/><Relationship Id="rId83" Type="http://schemas.openxmlformats.org/officeDocument/2006/relationships/tags" Target="../tags/tag207.xml"/><Relationship Id="rId82" Type="http://schemas.openxmlformats.org/officeDocument/2006/relationships/tags" Target="../tags/tag206.xml"/><Relationship Id="rId81" Type="http://schemas.openxmlformats.org/officeDocument/2006/relationships/tags" Target="../tags/tag205.xml"/><Relationship Id="rId80" Type="http://schemas.openxmlformats.org/officeDocument/2006/relationships/tags" Target="../tags/tag204.xml"/><Relationship Id="rId8" Type="http://schemas.openxmlformats.org/officeDocument/2006/relationships/tags" Target="../tags/tag132.xml"/><Relationship Id="rId79" Type="http://schemas.openxmlformats.org/officeDocument/2006/relationships/tags" Target="../tags/tag203.xml"/><Relationship Id="rId78" Type="http://schemas.openxmlformats.org/officeDocument/2006/relationships/tags" Target="../tags/tag202.xml"/><Relationship Id="rId77" Type="http://schemas.openxmlformats.org/officeDocument/2006/relationships/tags" Target="../tags/tag201.xml"/><Relationship Id="rId76" Type="http://schemas.openxmlformats.org/officeDocument/2006/relationships/tags" Target="../tags/tag200.xml"/><Relationship Id="rId75" Type="http://schemas.openxmlformats.org/officeDocument/2006/relationships/tags" Target="../tags/tag199.xml"/><Relationship Id="rId74" Type="http://schemas.openxmlformats.org/officeDocument/2006/relationships/tags" Target="../tags/tag198.xml"/><Relationship Id="rId73" Type="http://schemas.openxmlformats.org/officeDocument/2006/relationships/tags" Target="../tags/tag197.xml"/><Relationship Id="rId72" Type="http://schemas.openxmlformats.org/officeDocument/2006/relationships/tags" Target="../tags/tag196.xml"/><Relationship Id="rId71" Type="http://schemas.openxmlformats.org/officeDocument/2006/relationships/tags" Target="../tags/tag195.xml"/><Relationship Id="rId70" Type="http://schemas.openxmlformats.org/officeDocument/2006/relationships/tags" Target="../tags/tag194.xml"/><Relationship Id="rId7" Type="http://schemas.openxmlformats.org/officeDocument/2006/relationships/tags" Target="../tags/tag131.xml"/><Relationship Id="rId69" Type="http://schemas.openxmlformats.org/officeDocument/2006/relationships/tags" Target="../tags/tag193.xml"/><Relationship Id="rId68" Type="http://schemas.openxmlformats.org/officeDocument/2006/relationships/tags" Target="../tags/tag192.xml"/><Relationship Id="rId67" Type="http://schemas.openxmlformats.org/officeDocument/2006/relationships/tags" Target="../tags/tag191.xml"/><Relationship Id="rId66" Type="http://schemas.openxmlformats.org/officeDocument/2006/relationships/tags" Target="../tags/tag190.xml"/><Relationship Id="rId65" Type="http://schemas.openxmlformats.org/officeDocument/2006/relationships/tags" Target="../tags/tag189.xml"/><Relationship Id="rId64" Type="http://schemas.openxmlformats.org/officeDocument/2006/relationships/tags" Target="../tags/tag188.xml"/><Relationship Id="rId63" Type="http://schemas.openxmlformats.org/officeDocument/2006/relationships/tags" Target="../tags/tag187.xml"/><Relationship Id="rId62" Type="http://schemas.openxmlformats.org/officeDocument/2006/relationships/tags" Target="../tags/tag186.xml"/><Relationship Id="rId61" Type="http://schemas.openxmlformats.org/officeDocument/2006/relationships/tags" Target="../tags/tag185.xml"/><Relationship Id="rId60" Type="http://schemas.openxmlformats.org/officeDocument/2006/relationships/tags" Target="../tags/tag184.xml"/><Relationship Id="rId6" Type="http://schemas.openxmlformats.org/officeDocument/2006/relationships/tags" Target="../tags/tag130.xml"/><Relationship Id="rId59" Type="http://schemas.openxmlformats.org/officeDocument/2006/relationships/tags" Target="../tags/tag183.xml"/><Relationship Id="rId58" Type="http://schemas.openxmlformats.org/officeDocument/2006/relationships/tags" Target="../tags/tag182.xml"/><Relationship Id="rId57" Type="http://schemas.openxmlformats.org/officeDocument/2006/relationships/tags" Target="../tags/tag181.xml"/><Relationship Id="rId56" Type="http://schemas.openxmlformats.org/officeDocument/2006/relationships/tags" Target="../tags/tag180.xml"/><Relationship Id="rId55" Type="http://schemas.openxmlformats.org/officeDocument/2006/relationships/tags" Target="../tags/tag179.xml"/><Relationship Id="rId54" Type="http://schemas.openxmlformats.org/officeDocument/2006/relationships/tags" Target="../tags/tag178.xml"/><Relationship Id="rId53" Type="http://schemas.openxmlformats.org/officeDocument/2006/relationships/tags" Target="../tags/tag177.xml"/><Relationship Id="rId52" Type="http://schemas.openxmlformats.org/officeDocument/2006/relationships/tags" Target="../tags/tag176.xml"/><Relationship Id="rId51" Type="http://schemas.openxmlformats.org/officeDocument/2006/relationships/tags" Target="../tags/tag175.xml"/><Relationship Id="rId50" Type="http://schemas.openxmlformats.org/officeDocument/2006/relationships/tags" Target="../tags/tag174.xml"/><Relationship Id="rId5" Type="http://schemas.openxmlformats.org/officeDocument/2006/relationships/tags" Target="../tags/tag129.xml"/><Relationship Id="rId49" Type="http://schemas.openxmlformats.org/officeDocument/2006/relationships/tags" Target="../tags/tag173.xml"/><Relationship Id="rId48" Type="http://schemas.openxmlformats.org/officeDocument/2006/relationships/tags" Target="../tags/tag172.xml"/><Relationship Id="rId47" Type="http://schemas.openxmlformats.org/officeDocument/2006/relationships/tags" Target="../tags/tag171.xml"/><Relationship Id="rId46" Type="http://schemas.openxmlformats.org/officeDocument/2006/relationships/tags" Target="../tags/tag170.xml"/><Relationship Id="rId45" Type="http://schemas.openxmlformats.org/officeDocument/2006/relationships/tags" Target="../tags/tag169.xml"/><Relationship Id="rId44" Type="http://schemas.openxmlformats.org/officeDocument/2006/relationships/tags" Target="../tags/tag168.xml"/><Relationship Id="rId43" Type="http://schemas.openxmlformats.org/officeDocument/2006/relationships/tags" Target="../tags/tag167.xml"/><Relationship Id="rId42" Type="http://schemas.openxmlformats.org/officeDocument/2006/relationships/tags" Target="../tags/tag166.xml"/><Relationship Id="rId41" Type="http://schemas.openxmlformats.org/officeDocument/2006/relationships/tags" Target="../tags/tag165.xml"/><Relationship Id="rId40" Type="http://schemas.openxmlformats.org/officeDocument/2006/relationships/tags" Target="../tags/tag164.xml"/><Relationship Id="rId4" Type="http://schemas.openxmlformats.org/officeDocument/2006/relationships/tags" Target="../tags/tag128.xml"/><Relationship Id="rId39" Type="http://schemas.openxmlformats.org/officeDocument/2006/relationships/tags" Target="../tags/tag163.xml"/><Relationship Id="rId38" Type="http://schemas.openxmlformats.org/officeDocument/2006/relationships/tags" Target="../tags/tag162.xml"/><Relationship Id="rId37" Type="http://schemas.openxmlformats.org/officeDocument/2006/relationships/tags" Target="../tags/tag161.xml"/><Relationship Id="rId36" Type="http://schemas.openxmlformats.org/officeDocument/2006/relationships/tags" Target="../tags/tag160.xml"/><Relationship Id="rId35" Type="http://schemas.openxmlformats.org/officeDocument/2006/relationships/tags" Target="../tags/tag159.xml"/><Relationship Id="rId34" Type="http://schemas.openxmlformats.org/officeDocument/2006/relationships/tags" Target="../tags/tag158.xml"/><Relationship Id="rId33" Type="http://schemas.openxmlformats.org/officeDocument/2006/relationships/tags" Target="../tags/tag157.xml"/><Relationship Id="rId32" Type="http://schemas.openxmlformats.org/officeDocument/2006/relationships/tags" Target="../tags/tag156.xml"/><Relationship Id="rId31" Type="http://schemas.openxmlformats.org/officeDocument/2006/relationships/tags" Target="../tags/tag155.xml"/><Relationship Id="rId30" Type="http://schemas.openxmlformats.org/officeDocument/2006/relationships/tags" Target="../tags/tag154.xml"/><Relationship Id="rId3" Type="http://schemas.openxmlformats.org/officeDocument/2006/relationships/tags" Target="../tags/tag127.xml"/><Relationship Id="rId29" Type="http://schemas.openxmlformats.org/officeDocument/2006/relationships/tags" Target="../tags/tag153.xml"/><Relationship Id="rId28" Type="http://schemas.openxmlformats.org/officeDocument/2006/relationships/tags" Target="../tags/tag152.xml"/><Relationship Id="rId27" Type="http://schemas.openxmlformats.org/officeDocument/2006/relationships/tags" Target="../tags/tag151.xml"/><Relationship Id="rId26" Type="http://schemas.openxmlformats.org/officeDocument/2006/relationships/tags" Target="../tags/tag150.xml"/><Relationship Id="rId25" Type="http://schemas.openxmlformats.org/officeDocument/2006/relationships/tags" Target="../tags/tag149.xml"/><Relationship Id="rId24" Type="http://schemas.openxmlformats.org/officeDocument/2006/relationships/tags" Target="../tags/tag148.xml"/><Relationship Id="rId23" Type="http://schemas.openxmlformats.org/officeDocument/2006/relationships/tags" Target="../tags/tag147.xml"/><Relationship Id="rId22" Type="http://schemas.openxmlformats.org/officeDocument/2006/relationships/tags" Target="../tags/tag146.xml"/><Relationship Id="rId21" Type="http://schemas.openxmlformats.org/officeDocument/2006/relationships/tags" Target="../tags/tag145.xml"/><Relationship Id="rId20" Type="http://schemas.openxmlformats.org/officeDocument/2006/relationships/tags" Target="../tags/tag144.xml"/><Relationship Id="rId2" Type="http://schemas.openxmlformats.org/officeDocument/2006/relationships/tags" Target="../tags/tag126.xml"/><Relationship Id="rId19" Type="http://schemas.openxmlformats.org/officeDocument/2006/relationships/tags" Target="../tags/tag143.xml"/><Relationship Id="rId18" Type="http://schemas.openxmlformats.org/officeDocument/2006/relationships/tags" Target="../tags/tag142.xml"/><Relationship Id="rId17" Type="http://schemas.openxmlformats.org/officeDocument/2006/relationships/tags" Target="../tags/tag141.xml"/><Relationship Id="rId16" Type="http://schemas.openxmlformats.org/officeDocument/2006/relationships/tags" Target="../tags/tag140.xml"/><Relationship Id="rId15" Type="http://schemas.openxmlformats.org/officeDocument/2006/relationships/tags" Target="../tags/tag139.xml"/><Relationship Id="rId14" Type="http://schemas.openxmlformats.org/officeDocument/2006/relationships/tags" Target="../tags/tag138.xml"/><Relationship Id="rId13" Type="http://schemas.openxmlformats.org/officeDocument/2006/relationships/tags" Target="../tags/tag137.xml"/><Relationship Id="rId12" Type="http://schemas.openxmlformats.org/officeDocument/2006/relationships/tags" Target="../tags/tag136.xml"/><Relationship Id="rId11" Type="http://schemas.openxmlformats.org/officeDocument/2006/relationships/tags" Target="../tags/tag135.xml"/><Relationship Id="rId10" Type="http://schemas.openxmlformats.org/officeDocument/2006/relationships/tags" Target="../tags/tag134.xm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7" Type="http://schemas.openxmlformats.org/officeDocument/2006/relationships/tags" Target="../tags/tag223.xml"/><Relationship Id="rId6" Type="http://schemas.openxmlformats.org/officeDocument/2006/relationships/tags" Target="../tags/tag222.xml"/><Relationship Id="rId5" Type="http://schemas.openxmlformats.org/officeDocument/2006/relationships/tags" Target="../tags/tag221.xml"/><Relationship Id="rId4" Type="http://schemas.openxmlformats.org/officeDocument/2006/relationships/tags" Target="../tags/tag220.xml"/><Relationship Id="rId3" Type="http://schemas.openxmlformats.org/officeDocument/2006/relationships/tags" Target="../tags/tag219.xml"/><Relationship Id="rId2" Type="http://schemas.openxmlformats.org/officeDocument/2006/relationships/tags" Target="../tags/tag218.xml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9" Type="http://schemas.openxmlformats.org/officeDocument/2006/relationships/tags" Target="../tags/tag231.xml"/><Relationship Id="rId8" Type="http://schemas.openxmlformats.org/officeDocument/2006/relationships/tags" Target="../tags/tag230.xml"/><Relationship Id="rId7" Type="http://schemas.openxmlformats.org/officeDocument/2006/relationships/tags" Target="../tags/tag229.xml"/><Relationship Id="rId6" Type="http://schemas.openxmlformats.org/officeDocument/2006/relationships/tags" Target="../tags/tag228.xml"/><Relationship Id="rId5" Type="http://schemas.openxmlformats.org/officeDocument/2006/relationships/tags" Target="../tags/tag227.xml"/><Relationship Id="rId4" Type="http://schemas.openxmlformats.org/officeDocument/2006/relationships/tags" Target="../tags/tag226.xml"/><Relationship Id="rId3" Type="http://schemas.openxmlformats.org/officeDocument/2006/relationships/tags" Target="../tags/tag225.xml"/><Relationship Id="rId2" Type="http://schemas.openxmlformats.org/officeDocument/2006/relationships/tags" Target="../tags/tag224.xm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239.xml"/><Relationship Id="rId84" Type="http://schemas.openxmlformats.org/officeDocument/2006/relationships/tags" Target="../tags/tag314.xml"/><Relationship Id="rId83" Type="http://schemas.openxmlformats.org/officeDocument/2006/relationships/tags" Target="../tags/tag313.xml"/><Relationship Id="rId82" Type="http://schemas.openxmlformats.org/officeDocument/2006/relationships/tags" Target="../tags/tag312.xml"/><Relationship Id="rId81" Type="http://schemas.openxmlformats.org/officeDocument/2006/relationships/tags" Target="../tags/tag311.xml"/><Relationship Id="rId80" Type="http://schemas.openxmlformats.org/officeDocument/2006/relationships/tags" Target="../tags/tag310.xml"/><Relationship Id="rId8" Type="http://schemas.openxmlformats.org/officeDocument/2006/relationships/tags" Target="../tags/tag238.xml"/><Relationship Id="rId79" Type="http://schemas.openxmlformats.org/officeDocument/2006/relationships/tags" Target="../tags/tag309.xml"/><Relationship Id="rId78" Type="http://schemas.openxmlformats.org/officeDocument/2006/relationships/tags" Target="../tags/tag308.xml"/><Relationship Id="rId77" Type="http://schemas.openxmlformats.org/officeDocument/2006/relationships/tags" Target="../tags/tag307.xml"/><Relationship Id="rId76" Type="http://schemas.openxmlformats.org/officeDocument/2006/relationships/tags" Target="../tags/tag306.xml"/><Relationship Id="rId75" Type="http://schemas.openxmlformats.org/officeDocument/2006/relationships/tags" Target="../tags/tag305.xml"/><Relationship Id="rId74" Type="http://schemas.openxmlformats.org/officeDocument/2006/relationships/tags" Target="../tags/tag304.xml"/><Relationship Id="rId73" Type="http://schemas.openxmlformats.org/officeDocument/2006/relationships/tags" Target="../tags/tag303.xml"/><Relationship Id="rId72" Type="http://schemas.openxmlformats.org/officeDocument/2006/relationships/tags" Target="../tags/tag302.xml"/><Relationship Id="rId71" Type="http://schemas.openxmlformats.org/officeDocument/2006/relationships/tags" Target="../tags/tag301.xml"/><Relationship Id="rId70" Type="http://schemas.openxmlformats.org/officeDocument/2006/relationships/tags" Target="../tags/tag300.xml"/><Relationship Id="rId7" Type="http://schemas.openxmlformats.org/officeDocument/2006/relationships/tags" Target="../tags/tag237.xml"/><Relationship Id="rId69" Type="http://schemas.openxmlformats.org/officeDocument/2006/relationships/tags" Target="../tags/tag299.xml"/><Relationship Id="rId68" Type="http://schemas.openxmlformats.org/officeDocument/2006/relationships/tags" Target="../tags/tag298.xml"/><Relationship Id="rId67" Type="http://schemas.openxmlformats.org/officeDocument/2006/relationships/tags" Target="../tags/tag297.xml"/><Relationship Id="rId66" Type="http://schemas.openxmlformats.org/officeDocument/2006/relationships/tags" Target="../tags/tag296.xml"/><Relationship Id="rId65" Type="http://schemas.openxmlformats.org/officeDocument/2006/relationships/tags" Target="../tags/tag295.xml"/><Relationship Id="rId64" Type="http://schemas.openxmlformats.org/officeDocument/2006/relationships/tags" Target="../tags/tag294.xml"/><Relationship Id="rId63" Type="http://schemas.openxmlformats.org/officeDocument/2006/relationships/tags" Target="../tags/tag293.xml"/><Relationship Id="rId62" Type="http://schemas.openxmlformats.org/officeDocument/2006/relationships/tags" Target="../tags/tag292.xml"/><Relationship Id="rId61" Type="http://schemas.openxmlformats.org/officeDocument/2006/relationships/tags" Target="../tags/tag291.xml"/><Relationship Id="rId60" Type="http://schemas.openxmlformats.org/officeDocument/2006/relationships/tags" Target="../tags/tag290.xml"/><Relationship Id="rId6" Type="http://schemas.openxmlformats.org/officeDocument/2006/relationships/tags" Target="../tags/tag236.xml"/><Relationship Id="rId59" Type="http://schemas.openxmlformats.org/officeDocument/2006/relationships/tags" Target="../tags/tag289.xml"/><Relationship Id="rId58" Type="http://schemas.openxmlformats.org/officeDocument/2006/relationships/tags" Target="../tags/tag288.xml"/><Relationship Id="rId57" Type="http://schemas.openxmlformats.org/officeDocument/2006/relationships/tags" Target="../tags/tag287.xml"/><Relationship Id="rId56" Type="http://schemas.openxmlformats.org/officeDocument/2006/relationships/tags" Target="../tags/tag286.xml"/><Relationship Id="rId55" Type="http://schemas.openxmlformats.org/officeDocument/2006/relationships/tags" Target="../tags/tag285.xml"/><Relationship Id="rId54" Type="http://schemas.openxmlformats.org/officeDocument/2006/relationships/tags" Target="../tags/tag284.xml"/><Relationship Id="rId53" Type="http://schemas.openxmlformats.org/officeDocument/2006/relationships/tags" Target="../tags/tag283.xml"/><Relationship Id="rId52" Type="http://schemas.openxmlformats.org/officeDocument/2006/relationships/tags" Target="../tags/tag282.xml"/><Relationship Id="rId51" Type="http://schemas.openxmlformats.org/officeDocument/2006/relationships/tags" Target="../tags/tag281.xml"/><Relationship Id="rId50" Type="http://schemas.openxmlformats.org/officeDocument/2006/relationships/tags" Target="../tags/tag280.xml"/><Relationship Id="rId5" Type="http://schemas.openxmlformats.org/officeDocument/2006/relationships/tags" Target="../tags/tag235.xml"/><Relationship Id="rId49" Type="http://schemas.openxmlformats.org/officeDocument/2006/relationships/tags" Target="../tags/tag279.xml"/><Relationship Id="rId48" Type="http://schemas.openxmlformats.org/officeDocument/2006/relationships/tags" Target="../tags/tag278.xml"/><Relationship Id="rId47" Type="http://schemas.openxmlformats.org/officeDocument/2006/relationships/tags" Target="../tags/tag277.xml"/><Relationship Id="rId46" Type="http://schemas.openxmlformats.org/officeDocument/2006/relationships/tags" Target="../tags/tag276.xml"/><Relationship Id="rId45" Type="http://schemas.openxmlformats.org/officeDocument/2006/relationships/tags" Target="../tags/tag275.xml"/><Relationship Id="rId44" Type="http://schemas.openxmlformats.org/officeDocument/2006/relationships/tags" Target="../tags/tag274.xml"/><Relationship Id="rId43" Type="http://schemas.openxmlformats.org/officeDocument/2006/relationships/tags" Target="../tags/tag273.xml"/><Relationship Id="rId42" Type="http://schemas.openxmlformats.org/officeDocument/2006/relationships/tags" Target="../tags/tag272.xml"/><Relationship Id="rId41" Type="http://schemas.openxmlformats.org/officeDocument/2006/relationships/tags" Target="../tags/tag271.xml"/><Relationship Id="rId40" Type="http://schemas.openxmlformats.org/officeDocument/2006/relationships/tags" Target="../tags/tag270.xml"/><Relationship Id="rId4" Type="http://schemas.openxmlformats.org/officeDocument/2006/relationships/tags" Target="../tags/tag234.xml"/><Relationship Id="rId39" Type="http://schemas.openxmlformats.org/officeDocument/2006/relationships/tags" Target="../tags/tag269.xml"/><Relationship Id="rId38" Type="http://schemas.openxmlformats.org/officeDocument/2006/relationships/tags" Target="../tags/tag268.xml"/><Relationship Id="rId37" Type="http://schemas.openxmlformats.org/officeDocument/2006/relationships/tags" Target="../tags/tag267.xml"/><Relationship Id="rId36" Type="http://schemas.openxmlformats.org/officeDocument/2006/relationships/tags" Target="../tags/tag266.xml"/><Relationship Id="rId35" Type="http://schemas.openxmlformats.org/officeDocument/2006/relationships/tags" Target="../tags/tag265.xml"/><Relationship Id="rId34" Type="http://schemas.openxmlformats.org/officeDocument/2006/relationships/tags" Target="../tags/tag264.xml"/><Relationship Id="rId33" Type="http://schemas.openxmlformats.org/officeDocument/2006/relationships/tags" Target="../tags/tag263.xml"/><Relationship Id="rId32" Type="http://schemas.openxmlformats.org/officeDocument/2006/relationships/tags" Target="../tags/tag262.xml"/><Relationship Id="rId31" Type="http://schemas.openxmlformats.org/officeDocument/2006/relationships/tags" Target="../tags/tag261.xml"/><Relationship Id="rId30" Type="http://schemas.openxmlformats.org/officeDocument/2006/relationships/tags" Target="../tags/tag260.xml"/><Relationship Id="rId3" Type="http://schemas.openxmlformats.org/officeDocument/2006/relationships/tags" Target="../tags/tag233.xml"/><Relationship Id="rId29" Type="http://schemas.openxmlformats.org/officeDocument/2006/relationships/tags" Target="../tags/tag259.xml"/><Relationship Id="rId28" Type="http://schemas.openxmlformats.org/officeDocument/2006/relationships/tags" Target="../tags/tag258.xml"/><Relationship Id="rId27" Type="http://schemas.openxmlformats.org/officeDocument/2006/relationships/tags" Target="../tags/tag257.xml"/><Relationship Id="rId26" Type="http://schemas.openxmlformats.org/officeDocument/2006/relationships/tags" Target="../tags/tag256.xml"/><Relationship Id="rId25" Type="http://schemas.openxmlformats.org/officeDocument/2006/relationships/tags" Target="../tags/tag255.xml"/><Relationship Id="rId24" Type="http://schemas.openxmlformats.org/officeDocument/2006/relationships/tags" Target="../tags/tag254.xml"/><Relationship Id="rId23" Type="http://schemas.openxmlformats.org/officeDocument/2006/relationships/tags" Target="../tags/tag253.xml"/><Relationship Id="rId22" Type="http://schemas.openxmlformats.org/officeDocument/2006/relationships/tags" Target="../tags/tag252.xml"/><Relationship Id="rId21" Type="http://schemas.openxmlformats.org/officeDocument/2006/relationships/tags" Target="../tags/tag251.xml"/><Relationship Id="rId20" Type="http://schemas.openxmlformats.org/officeDocument/2006/relationships/tags" Target="../tags/tag250.xml"/><Relationship Id="rId2" Type="http://schemas.openxmlformats.org/officeDocument/2006/relationships/tags" Target="../tags/tag232.xml"/><Relationship Id="rId19" Type="http://schemas.openxmlformats.org/officeDocument/2006/relationships/tags" Target="../tags/tag249.xml"/><Relationship Id="rId18" Type="http://schemas.openxmlformats.org/officeDocument/2006/relationships/tags" Target="../tags/tag248.xml"/><Relationship Id="rId17" Type="http://schemas.openxmlformats.org/officeDocument/2006/relationships/tags" Target="../tags/tag247.xml"/><Relationship Id="rId16" Type="http://schemas.openxmlformats.org/officeDocument/2006/relationships/tags" Target="../tags/tag246.xml"/><Relationship Id="rId15" Type="http://schemas.openxmlformats.org/officeDocument/2006/relationships/tags" Target="../tags/tag245.xml"/><Relationship Id="rId14" Type="http://schemas.openxmlformats.org/officeDocument/2006/relationships/tags" Target="../tags/tag244.xml"/><Relationship Id="rId13" Type="http://schemas.openxmlformats.org/officeDocument/2006/relationships/tags" Target="../tags/tag243.xml"/><Relationship Id="rId12" Type="http://schemas.openxmlformats.org/officeDocument/2006/relationships/tags" Target="../tags/tag242.xml"/><Relationship Id="rId11" Type="http://schemas.openxmlformats.org/officeDocument/2006/relationships/tags" Target="../tags/tag241.xml"/><Relationship Id="rId10" Type="http://schemas.openxmlformats.org/officeDocument/2006/relationships/tags" Target="../tags/tag240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4" Type="http://schemas.openxmlformats.org/officeDocument/2006/relationships/tags" Target="../tags/tag317.xml"/><Relationship Id="rId3" Type="http://schemas.openxmlformats.org/officeDocument/2006/relationships/tags" Target="../tags/tag316.xml"/><Relationship Id="rId2" Type="http://schemas.openxmlformats.org/officeDocument/2006/relationships/tags" Target="../tags/tag315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7" Type="http://schemas.openxmlformats.org/officeDocument/2006/relationships/tags" Target="../tags/tag323.xml"/><Relationship Id="rId6" Type="http://schemas.openxmlformats.org/officeDocument/2006/relationships/tags" Target="../tags/tag322.xml"/><Relationship Id="rId5" Type="http://schemas.openxmlformats.org/officeDocument/2006/relationships/tags" Target="../tags/tag321.xml"/><Relationship Id="rId4" Type="http://schemas.openxmlformats.org/officeDocument/2006/relationships/tags" Target="../tags/tag320.xml"/><Relationship Id="rId3" Type="http://schemas.openxmlformats.org/officeDocument/2006/relationships/tags" Target="../tags/tag319.xml"/><Relationship Id="rId2" Type="http://schemas.openxmlformats.org/officeDocument/2006/relationships/tags" Target="../tags/tag318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328.xml"/><Relationship Id="rId5" Type="http://schemas.openxmlformats.org/officeDocument/2006/relationships/tags" Target="../tags/tag327.xml"/><Relationship Id="rId4" Type="http://schemas.openxmlformats.org/officeDocument/2006/relationships/tags" Target="../tags/tag326.xml"/><Relationship Id="rId3" Type="http://schemas.openxmlformats.org/officeDocument/2006/relationships/tags" Target="../tags/tag325.xml"/><Relationship Id="rId2" Type="http://schemas.openxmlformats.org/officeDocument/2006/relationships/tags" Target="../tags/tag324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5" Type="http://schemas.openxmlformats.org/officeDocument/2006/relationships/tags" Target="../tags/tag332.xml"/><Relationship Id="rId4" Type="http://schemas.openxmlformats.org/officeDocument/2006/relationships/tags" Target="../tags/tag331.xml"/><Relationship Id="rId3" Type="http://schemas.openxmlformats.org/officeDocument/2006/relationships/tags" Target="../tags/tag330.xml"/><Relationship Id="rId2" Type="http://schemas.openxmlformats.org/officeDocument/2006/relationships/tags" Target="../tags/tag329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340.xml"/><Relationship Id="rId84" Type="http://schemas.openxmlformats.org/officeDocument/2006/relationships/tags" Target="../tags/tag415.xml"/><Relationship Id="rId83" Type="http://schemas.openxmlformats.org/officeDocument/2006/relationships/tags" Target="../tags/tag414.xml"/><Relationship Id="rId82" Type="http://schemas.openxmlformats.org/officeDocument/2006/relationships/tags" Target="../tags/tag413.xml"/><Relationship Id="rId81" Type="http://schemas.openxmlformats.org/officeDocument/2006/relationships/tags" Target="../tags/tag412.xml"/><Relationship Id="rId80" Type="http://schemas.openxmlformats.org/officeDocument/2006/relationships/tags" Target="../tags/tag411.xml"/><Relationship Id="rId8" Type="http://schemas.openxmlformats.org/officeDocument/2006/relationships/tags" Target="../tags/tag339.xml"/><Relationship Id="rId79" Type="http://schemas.openxmlformats.org/officeDocument/2006/relationships/tags" Target="../tags/tag410.xml"/><Relationship Id="rId78" Type="http://schemas.openxmlformats.org/officeDocument/2006/relationships/tags" Target="../tags/tag409.xml"/><Relationship Id="rId77" Type="http://schemas.openxmlformats.org/officeDocument/2006/relationships/tags" Target="../tags/tag408.xml"/><Relationship Id="rId76" Type="http://schemas.openxmlformats.org/officeDocument/2006/relationships/tags" Target="../tags/tag407.xml"/><Relationship Id="rId75" Type="http://schemas.openxmlformats.org/officeDocument/2006/relationships/tags" Target="../tags/tag406.xml"/><Relationship Id="rId74" Type="http://schemas.openxmlformats.org/officeDocument/2006/relationships/tags" Target="../tags/tag405.xml"/><Relationship Id="rId73" Type="http://schemas.openxmlformats.org/officeDocument/2006/relationships/tags" Target="../tags/tag404.xml"/><Relationship Id="rId72" Type="http://schemas.openxmlformats.org/officeDocument/2006/relationships/tags" Target="../tags/tag403.xml"/><Relationship Id="rId71" Type="http://schemas.openxmlformats.org/officeDocument/2006/relationships/tags" Target="../tags/tag402.xml"/><Relationship Id="rId70" Type="http://schemas.openxmlformats.org/officeDocument/2006/relationships/tags" Target="../tags/tag401.xml"/><Relationship Id="rId7" Type="http://schemas.openxmlformats.org/officeDocument/2006/relationships/tags" Target="../tags/tag338.xml"/><Relationship Id="rId69" Type="http://schemas.openxmlformats.org/officeDocument/2006/relationships/tags" Target="../tags/tag400.xml"/><Relationship Id="rId68" Type="http://schemas.openxmlformats.org/officeDocument/2006/relationships/tags" Target="../tags/tag399.xml"/><Relationship Id="rId67" Type="http://schemas.openxmlformats.org/officeDocument/2006/relationships/tags" Target="../tags/tag398.xml"/><Relationship Id="rId66" Type="http://schemas.openxmlformats.org/officeDocument/2006/relationships/tags" Target="../tags/tag397.xml"/><Relationship Id="rId65" Type="http://schemas.openxmlformats.org/officeDocument/2006/relationships/tags" Target="../tags/tag396.xml"/><Relationship Id="rId64" Type="http://schemas.openxmlformats.org/officeDocument/2006/relationships/tags" Target="../tags/tag395.xml"/><Relationship Id="rId63" Type="http://schemas.openxmlformats.org/officeDocument/2006/relationships/tags" Target="../tags/tag394.xml"/><Relationship Id="rId62" Type="http://schemas.openxmlformats.org/officeDocument/2006/relationships/tags" Target="../tags/tag393.xml"/><Relationship Id="rId61" Type="http://schemas.openxmlformats.org/officeDocument/2006/relationships/tags" Target="../tags/tag392.xml"/><Relationship Id="rId60" Type="http://schemas.openxmlformats.org/officeDocument/2006/relationships/tags" Target="../tags/tag391.xml"/><Relationship Id="rId6" Type="http://schemas.openxmlformats.org/officeDocument/2006/relationships/tags" Target="../tags/tag337.xml"/><Relationship Id="rId59" Type="http://schemas.openxmlformats.org/officeDocument/2006/relationships/tags" Target="../tags/tag390.xml"/><Relationship Id="rId58" Type="http://schemas.openxmlformats.org/officeDocument/2006/relationships/tags" Target="../tags/tag389.xml"/><Relationship Id="rId57" Type="http://schemas.openxmlformats.org/officeDocument/2006/relationships/tags" Target="../tags/tag388.xml"/><Relationship Id="rId56" Type="http://schemas.openxmlformats.org/officeDocument/2006/relationships/tags" Target="../tags/tag387.xml"/><Relationship Id="rId55" Type="http://schemas.openxmlformats.org/officeDocument/2006/relationships/tags" Target="../tags/tag386.xml"/><Relationship Id="rId54" Type="http://schemas.openxmlformats.org/officeDocument/2006/relationships/tags" Target="../tags/tag385.xml"/><Relationship Id="rId53" Type="http://schemas.openxmlformats.org/officeDocument/2006/relationships/tags" Target="../tags/tag384.xml"/><Relationship Id="rId52" Type="http://schemas.openxmlformats.org/officeDocument/2006/relationships/tags" Target="../tags/tag383.xml"/><Relationship Id="rId51" Type="http://schemas.openxmlformats.org/officeDocument/2006/relationships/tags" Target="../tags/tag382.xml"/><Relationship Id="rId50" Type="http://schemas.openxmlformats.org/officeDocument/2006/relationships/tags" Target="../tags/tag381.xml"/><Relationship Id="rId5" Type="http://schemas.openxmlformats.org/officeDocument/2006/relationships/tags" Target="../tags/tag336.xml"/><Relationship Id="rId49" Type="http://schemas.openxmlformats.org/officeDocument/2006/relationships/tags" Target="../tags/tag380.xml"/><Relationship Id="rId48" Type="http://schemas.openxmlformats.org/officeDocument/2006/relationships/tags" Target="../tags/tag379.xml"/><Relationship Id="rId47" Type="http://schemas.openxmlformats.org/officeDocument/2006/relationships/tags" Target="../tags/tag378.xml"/><Relationship Id="rId46" Type="http://schemas.openxmlformats.org/officeDocument/2006/relationships/tags" Target="../tags/tag377.xml"/><Relationship Id="rId45" Type="http://schemas.openxmlformats.org/officeDocument/2006/relationships/tags" Target="../tags/tag376.xml"/><Relationship Id="rId44" Type="http://schemas.openxmlformats.org/officeDocument/2006/relationships/tags" Target="../tags/tag375.xml"/><Relationship Id="rId43" Type="http://schemas.openxmlformats.org/officeDocument/2006/relationships/tags" Target="../tags/tag374.xml"/><Relationship Id="rId42" Type="http://schemas.openxmlformats.org/officeDocument/2006/relationships/tags" Target="../tags/tag373.xml"/><Relationship Id="rId41" Type="http://schemas.openxmlformats.org/officeDocument/2006/relationships/tags" Target="../tags/tag372.xml"/><Relationship Id="rId40" Type="http://schemas.openxmlformats.org/officeDocument/2006/relationships/tags" Target="../tags/tag371.xml"/><Relationship Id="rId4" Type="http://schemas.openxmlformats.org/officeDocument/2006/relationships/tags" Target="../tags/tag335.xml"/><Relationship Id="rId39" Type="http://schemas.openxmlformats.org/officeDocument/2006/relationships/tags" Target="../tags/tag370.xml"/><Relationship Id="rId38" Type="http://schemas.openxmlformats.org/officeDocument/2006/relationships/tags" Target="../tags/tag369.xml"/><Relationship Id="rId37" Type="http://schemas.openxmlformats.org/officeDocument/2006/relationships/tags" Target="../tags/tag368.xml"/><Relationship Id="rId36" Type="http://schemas.openxmlformats.org/officeDocument/2006/relationships/tags" Target="../tags/tag367.xml"/><Relationship Id="rId35" Type="http://schemas.openxmlformats.org/officeDocument/2006/relationships/tags" Target="../tags/tag366.xml"/><Relationship Id="rId34" Type="http://schemas.openxmlformats.org/officeDocument/2006/relationships/tags" Target="../tags/tag365.xml"/><Relationship Id="rId33" Type="http://schemas.openxmlformats.org/officeDocument/2006/relationships/tags" Target="../tags/tag364.xml"/><Relationship Id="rId32" Type="http://schemas.openxmlformats.org/officeDocument/2006/relationships/tags" Target="../tags/tag363.xml"/><Relationship Id="rId31" Type="http://schemas.openxmlformats.org/officeDocument/2006/relationships/tags" Target="../tags/tag362.xml"/><Relationship Id="rId30" Type="http://schemas.openxmlformats.org/officeDocument/2006/relationships/tags" Target="../tags/tag361.xml"/><Relationship Id="rId3" Type="http://schemas.openxmlformats.org/officeDocument/2006/relationships/tags" Target="../tags/tag334.xml"/><Relationship Id="rId29" Type="http://schemas.openxmlformats.org/officeDocument/2006/relationships/tags" Target="../tags/tag360.xml"/><Relationship Id="rId28" Type="http://schemas.openxmlformats.org/officeDocument/2006/relationships/tags" Target="../tags/tag359.xml"/><Relationship Id="rId27" Type="http://schemas.openxmlformats.org/officeDocument/2006/relationships/tags" Target="../tags/tag358.xml"/><Relationship Id="rId26" Type="http://schemas.openxmlformats.org/officeDocument/2006/relationships/tags" Target="../tags/tag357.xml"/><Relationship Id="rId25" Type="http://schemas.openxmlformats.org/officeDocument/2006/relationships/tags" Target="../tags/tag356.xml"/><Relationship Id="rId24" Type="http://schemas.openxmlformats.org/officeDocument/2006/relationships/tags" Target="../tags/tag355.xml"/><Relationship Id="rId23" Type="http://schemas.openxmlformats.org/officeDocument/2006/relationships/tags" Target="../tags/tag354.xml"/><Relationship Id="rId22" Type="http://schemas.openxmlformats.org/officeDocument/2006/relationships/tags" Target="../tags/tag353.xml"/><Relationship Id="rId21" Type="http://schemas.openxmlformats.org/officeDocument/2006/relationships/tags" Target="../tags/tag352.xml"/><Relationship Id="rId20" Type="http://schemas.openxmlformats.org/officeDocument/2006/relationships/tags" Target="../tags/tag351.xml"/><Relationship Id="rId2" Type="http://schemas.openxmlformats.org/officeDocument/2006/relationships/tags" Target="../tags/tag333.xml"/><Relationship Id="rId19" Type="http://schemas.openxmlformats.org/officeDocument/2006/relationships/tags" Target="../tags/tag350.xml"/><Relationship Id="rId18" Type="http://schemas.openxmlformats.org/officeDocument/2006/relationships/tags" Target="../tags/tag349.xml"/><Relationship Id="rId17" Type="http://schemas.openxmlformats.org/officeDocument/2006/relationships/tags" Target="../tags/tag348.xml"/><Relationship Id="rId16" Type="http://schemas.openxmlformats.org/officeDocument/2006/relationships/tags" Target="../tags/tag347.xml"/><Relationship Id="rId15" Type="http://schemas.openxmlformats.org/officeDocument/2006/relationships/tags" Target="../tags/tag346.xml"/><Relationship Id="rId14" Type="http://schemas.openxmlformats.org/officeDocument/2006/relationships/tags" Target="../tags/tag345.xml"/><Relationship Id="rId13" Type="http://schemas.openxmlformats.org/officeDocument/2006/relationships/tags" Target="../tags/tag344.xml"/><Relationship Id="rId12" Type="http://schemas.openxmlformats.org/officeDocument/2006/relationships/tags" Target="../tags/tag343.xml"/><Relationship Id="rId11" Type="http://schemas.openxmlformats.org/officeDocument/2006/relationships/tags" Target="../tags/tag342.xml"/><Relationship Id="rId10" Type="http://schemas.openxmlformats.org/officeDocument/2006/relationships/tags" Target="../tags/tag341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421.xml"/><Relationship Id="rId6" Type="http://schemas.openxmlformats.org/officeDocument/2006/relationships/tags" Target="../tags/tag420.xml"/><Relationship Id="rId5" Type="http://schemas.openxmlformats.org/officeDocument/2006/relationships/tags" Target="../tags/tag419.xml"/><Relationship Id="rId4" Type="http://schemas.openxmlformats.org/officeDocument/2006/relationships/tags" Target="../tags/tag418.xml"/><Relationship Id="rId3" Type="http://schemas.openxmlformats.org/officeDocument/2006/relationships/tags" Target="../tags/tag417.xml"/><Relationship Id="rId2" Type="http://schemas.openxmlformats.org/officeDocument/2006/relationships/tags" Target="../tags/tag416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429.xml"/><Relationship Id="rId8" Type="http://schemas.openxmlformats.org/officeDocument/2006/relationships/tags" Target="../tags/tag428.xml"/><Relationship Id="rId7" Type="http://schemas.openxmlformats.org/officeDocument/2006/relationships/tags" Target="../tags/tag427.xml"/><Relationship Id="rId6" Type="http://schemas.openxmlformats.org/officeDocument/2006/relationships/tags" Target="../tags/tag426.xml"/><Relationship Id="rId5" Type="http://schemas.openxmlformats.org/officeDocument/2006/relationships/tags" Target="../tags/tag425.xml"/><Relationship Id="rId4" Type="http://schemas.openxmlformats.org/officeDocument/2006/relationships/tags" Target="../tags/tag424.xml"/><Relationship Id="rId3" Type="http://schemas.openxmlformats.org/officeDocument/2006/relationships/tags" Target="../tags/tag423.xml"/><Relationship Id="rId26" Type="http://schemas.openxmlformats.org/officeDocument/2006/relationships/tags" Target="../tags/tag446.xml"/><Relationship Id="rId25" Type="http://schemas.openxmlformats.org/officeDocument/2006/relationships/tags" Target="../tags/tag445.xml"/><Relationship Id="rId24" Type="http://schemas.openxmlformats.org/officeDocument/2006/relationships/tags" Target="../tags/tag444.xml"/><Relationship Id="rId23" Type="http://schemas.openxmlformats.org/officeDocument/2006/relationships/tags" Target="../tags/tag443.xml"/><Relationship Id="rId22" Type="http://schemas.openxmlformats.org/officeDocument/2006/relationships/tags" Target="../tags/tag442.xml"/><Relationship Id="rId21" Type="http://schemas.openxmlformats.org/officeDocument/2006/relationships/tags" Target="../tags/tag441.xml"/><Relationship Id="rId20" Type="http://schemas.openxmlformats.org/officeDocument/2006/relationships/tags" Target="../tags/tag440.xml"/><Relationship Id="rId2" Type="http://schemas.openxmlformats.org/officeDocument/2006/relationships/tags" Target="../tags/tag422.xml"/><Relationship Id="rId19" Type="http://schemas.openxmlformats.org/officeDocument/2006/relationships/tags" Target="../tags/tag439.xml"/><Relationship Id="rId18" Type="http://schemas.openxmlformats.org/officeDocument/2006/relationships/tags" Target="../tags/tag438.xml"/><Relationship Id="rId17" Type="http://schemas.openxmlformats.org/officeDocument/2006/relationships/tags" Target="../tags/tag437.xml"/><Relationship Id="rId16" Type="http://schemas.openxmlformats.org/officeDocument/2006/relationships/tags" Target="../tags/tag436.xml"/><Relationship Id="rId15" Type="http://schemas.openxmlformats.org/officeDocument/2006/relationships/tags" Target="../tags/tag435.xml"/><Relationship Id="rId14" Type="http://schemas.openxmlformats.org/officeDocument/2006/relationships/tags" Target="../tags/tag434.xml"/><Relationship Id="rId13" Type="http://schemas.openxmlformats.org/officeDocument/2006/relationships/tags" Target="../tags/tag433.xml"/><Relationship Id="rId12" Type="http://schemas.openxmlformats.org/officeDocument/2006/relationships/tags" Target="../tags/tag432.xml"/><Relationship Id="rId11" Type="http://schemas.openxmlformats.org/officeDocument/2006/relationships/tags" Target="../tags/tag431.xml"/><Relationship Id="rId10" Type="http://schemas.openxmlformats.org/officeDocument/2006/relationships/tags" Target="../tags/tag43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454.xml"/><Relationship Id="rId8" Type="http://schemas.openxmlformats.org/officeDocument/2006/relationships/tags" Target="../tags/tag453.xml"/><Relationship Id="rId7" Type="http://schemas.openxmlformats.org/officeDocument/2006/relationships/tags" Target="../tags/tag452.xml"/><Relationship Id="rId6" Type="http://schemas.openxmlformats.org/officeDocument/2006/relationships/tags" Target="../tags/tag451.xml"/><Relationship Id="rId5" Type="http://schemas.openxmlformats.org/officeDocument/2006/relationships/tags" Target="../tags/tag450.xml"/><Relationship Id="rId4" Type="http://schemas.openxmlformats.org/officeDocument/2006/relationships/tags" Target="../tags/tag449.xml"/><Relationship Id="rId3" Type="http://schemas.openxmlformats.org/officeDocument/2006/relationships/tags" Target="../tags/tag448.xml"/><Relationship Id="rId27" Type="http://schemas.openxmlformats.org/officeDocument/2006/relationships/tags" Target="../tags/tag472.xml"/><Relationship Id="rId26" Type="http://schemas.openxmlformats.org/officeDocument/2006/relationships/tags" Target="../tags/tag471.xml"/><Relationship Id="rId25" Type="http://schemas.openxmlformats.org/officeDocument/2006/relationships/tags" Target="../tags/tag470.xml"/><Relationship Id="rId24" Type="http://schemas.openxmlformats.org/officeDocument/2006/relationships/tags" Target="../tags/tag469.xml"/><Relationship Id="rId23" Type="http://schemas.openxmlformats.org/officeDocument/2006/relationships/tags" Target="../tags/tag468.xml"/><Relationship Id="rId22" Type="http://schemas.openxmlformats.org/officeDocument/2006/relationships/tags" Target="../tags/tag467.xml"/><Relationship Id="rId21" Type="http://schemas.openxmlformats.org/officeDocument/2006/relationships/tags" Target="../tags/tag466.xml"/><Relationship Id="rId20" Type="http://schemas.openxmlformats.org/officeDocument/2006/relationships/tags" Target="../tags/tag465.xml"/><Relationship Id="rId2" Type="http://schemas.openxmlformats.org/officeDocument/2006/relationships/tags" Target="../tags/tag447.xml"/><Relationship Id="rId19" Type="http://schemas.openxmlformats.org/officeDocument/2006/relationships/tags" Target="../tags/tag464.xml"/><Relationship Id="rId18" Type="http://schemas.openxmlformats.org/officeDocument/2006/relationships/tags" Target="../tags/tag463.xml"/><Relationship Id="rId17" Type="http://schemas.openxmlformats.org/officeDocument/2006/relationships/tags" Target="../tags/tag462.xml"/><Relationship Id="rId16" Type="http://schemas.openxmlformats.org/officeDocument/2006/relationships/tags" Target="../tags/tag461.xml"/><Relationship Id="rId15" Type="http://schemas.openxmlformats.org/officeDocument/2006/relationships/tags" Target="../tags/tag460.xml"/><Relationship Id="rId14" Type="http://schemas.openxmlformats.org/officeDocument/2006/relationships/tags" Target="../tags/tag459.xml"/><Relationship Id="rId13" Type="http://schemas.openxmlformats.org/officeDocument/2006/relationships/tags" Target="../tags/tag458.xml"/><Relationship Id="rId12" Type="http://schemas.openxmlformats.org/officeDocument/2006/relationships/tags" Target="../tags/tag457.xml"/><Relationship Id="rId11" Type="http://schemas.openxmlformats.org/officeDocument/2006/relationships/tags" Target="../tags/tag456.xml"/><Relationship Id="rId10" Type="http://schemas.openxmlformats.org/officeDocument/2006/relationships/tags" Target="../tags/tag455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480.xml"/><Relationship Id="rId8" Type="http://schemas.openxmlformats.org/officeDocument/2006/relationships/tags" Target="../tags/tag479.xml"/><Relationship Id="rId7" Type="http://schemas.openxmlformats.org/officeDocument/2006/relationships/tags" Target="../tags/tag478.xml"/><Relationship Id="rId6" Type="http://schemas.openxmlformats.org/officeDocument/2006/relationships/tags" Target="../tags/tag477.xml"/><Relationship Id="rId5" Type="http://schemas.openxmlformats.org/officeDocument/2006/relationships/tags" Target="../tags/tag476.xml"/><Relationship Id="rId4" Type="http://schemas.openxmlformats.org/officeDocument/2006/relationships/tags" Target="../tags/tag475.xml"/><Relationship Id="rId3" Type="http://schemas.openxmlformats.org/officeDocument/2006/relationships/tags" Target="../tags/tag474.xml"/><Relationship Id="rId28" Type="http://schemas.openxmlformats.org/officeDocument/2006/relationships/tags" Target="../tags/tag499.xml"/><Relationship Id="rId27" Type="http://schemas.openxmlformats.org/officeDocument/2006/relationships/tags" Target="../tags/tag498.xml"/><Relationship Id="rId26" Type="http://schemas.openxmlformats.org/officeDocument/2006/relationships/tags" Target="../tags/tag497.xml"/><Relationship Id="rId25" Type="http://schemas.openxmlformats.org/officeDocument/2006/relationships/tags" Target="../tags/tag496.xml"/><Relationship Id="rId24" Type="http://schemas.openxmlformats.org/officeDocument/2006/relationships/tags" Target="../tags/tag495.xml"/><Relationship Id="rId23" Type="http://schemas.openxmlformats.org/officeDocument/2006/relationships/tags" Target="../tags/tag494.xml"/><Relationship Id="rId22" Type="http://schemas.openxmlformats.org/officeDocument/2006/relationships/tags" Target="../tags/tag493.xml"/><Relationship Id="rId21" Type="http://schemas.openxmlformats.org/officeDocument/2006/relationships/tags" Target="../tags/tag492.xml"/><Relationship Id="rId20" Type="http://schemas.openxmlformats.org/officeDocument/2006/relationships/tags" Target="../tags/tag491.xml"/><Relationship Id="rId2" Type="http://schemas.openxmlformats.org/officeDocument/2006/relationships/tags" Target="../tags/tag473.xml"/><Relationship Id="rId19" Type="http://schemas.openxmlformats.org/officeDocument/2006/relationships/tags" Target="../tags/tag490.xml"/><Relationship Id="rId18" Type="http://schemas.openxmlformats.org/officeDocument/2006/relationships/tags" Target="../tags/tag489.xml"/><Relationship Id="rId17" Type="http://schemas.openxmlformats.org/officeDocument/2006/relationships/tags" Target="../tags/tag488.xml"/><Relationship Id="rId16" Type="http://schemas.openxmlformats.org/officeDocument/2006/relationships/tags" Target="../tags/tag487.xml"/><Relationship Id="rId15" Type="http://schemas.openxmlformats.org/officeDocument/2006/relationships/tags" Target="../tags/tag486.xml"/><Relationship Id="rId14" Type="http://schemas.openxmlformats.org/officeDocument/2006/relationships/tags" Target="../tags/tag485.xml"/><Relationship Id="rId13" Type="http://schemas.openxmlformats.org/officeDocument/2006/relationships/tags" Target="../tags/tag484.xml"/><Relationship Id="rId12" Type="http://schemas.openxmlformats.org/officeDocument/2006/relationships/tags" Target="../tags/tag483.xml"/><Relationship Id="rId11" Type="http://schemas.openxmlformats.org/officeDocument/2006/relationships/tags" Target="../tags/tag482.xml"/><Relationship Id="rId10" Type="http://schemas.openxmlformats.org/officeDocument/2006/relationships/tags" Target="../tags/tag48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507.xml"/><Relationship Id="rId8" Type="http://schemas.openxmlformats.org/officeDocument/2006/relationships/tags" Target="../tags/tag506.xml"/><Relationship Id="rId7" Type="http://schemas.openxmlformats.org/officeDocument/2006/relationships/tags" Target="../tags/tag505.xml"/><Relationship Id="rId6" Type="http://schemas.openxmlformats.org/officeDocument/2006/relationships/tags" Target="../tags/tag504.xml"/><Relationship Id="rId5" Type="http://schemas.openxmlformats.org/officeDocument/2006/relationships/tags" Target="../tags/tag503.xml"/><Relationship Id="rId4" Type="http://schemas.openxmlformats.org/officeDocument/2006/relationships/tags" Target="../tags/tag502.xml"/><Relationship Id="rId3" Type="http://schemas.openxmlformats.org/officeDocument/2006/relationships/tags" Target="../tags/tag501.xml"/><Relationship Id="rId27" Type="http://schemas.openxmlformats.org/officeDocument/2006/relationships/tags" Target="../tags/tag525.xml"/><Relationship Id="rId26" Type="http://schemas.openxmlformats.org/officeDocument/2006/relationships/tags" Target="../tags/tag524.xml"/><Relationship Id="rId25" Type="http://schemas.openxmlformats.org/officeDocument/2006/relationships/tags" Target="../tags/tag523.xml"/><Relationship Id="rId24" Type="http://schemas.openxmlformats.org/officeDocument/2006/relationships/tags" Target="../tags/tag522.xml"/><Relationship Id="rId23" Type="http://schemas.openxmlformats.org/officeDocument/2006/relationships/tags" Target="../tags/tag521.xml"/><Relationship Id="rId22" Type="http://schemas.openxmlformats.org/officeDocument/2006/relationships/tags" Target="../tags/tag520.xml"/><Relationship Id="rId21" Type="http://schemas.openxmlformats.org/officeDocument/2006/relationships/tags" Target="../tags/tag519.xml"/><Relationship Id="rId20" Type="http://schemas.openxmlformats.org/officeDocument/2006/relationships/tags" Target="../tags/tag518.xml"/><Relationship Id="rId2" Type="http://schemas.openxmlformats.org/officeDocument/2006/relationships/tags" Target="../tags/tag500.xml"/><Relationship Id="rId19" Type="http://schemas.openxmlformats.org/officeDocument/2006/relationships/tags" Target="../tags/tag517.xml"/><Relationship Id="rId18" Type="http://schemas.openxmlformats.org/officeDocument/2006/relationships/tags" Target="../tags/tag516.xml"/><Relationship Id="rId17" Type="http://schemas.openxmlformats.org/officeDocument/2006/relationships/tags" Target="../tags/tag515.xml"/><Relationship Id="rId16" Type="http://schemas.openxmlformats.org/officeDocument/2006/relationships/tags" Target="../tags/tag514.xml"/><Relationship Id="rId15" Type="http://schemas.openxmlformats.org/officeDocument/2006/relationships/tags" Target="../tags/tag513.xml"/><Relationship Id="rId14" Type="http://schemas.openxmlformats.org/officeDocument/2006/relationships/tags" Target="../tags/tag512.xml"/><Relationship Id="rId13" Type="http://schemas.openxmlformats.org/officeDocument/2006/relationships/tags" Target="../tags/tag511.xml"/><Relationship Id="rId12" Type="http://schemas.openxmlformats.org/officeDocument/2006/relationships/tags" Target="../tags/tag510.xml"/><Relationship Id="rId11" Type="http://schemas.openxmlformats.org/officeDocument/2006/relationships/tags" Target="../tags/tag509.xml"/><Relationship Id="rId10" Type="http://schemas.openxmlformats.org/officeDocument/2006/relationships/tags" Target="../tags/tag508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533.xml"/><Relationship Id="rId8" Type="http://schemas.openxmlformats.org/officeDocument/2006/relationships/tags" Target="../tags/tag532.xml"/><Relationship Id="rId7" Type="http://schemas.openxmlformats.org/officeDocument/2006/relationships/tags" Target="../tags/tag531.xml"/><Relationship Id="rId6" Type="http://schemas.openxmlformats.org/officeDocument/2006/relationships/tags" Target="../tags/tag530.xml"/><Relationship Id="rId5" Type="http://schemas.openxmlformats.org/officeDocument/2006/relationships/tags" Target="../tags/tag529.xml"/><Relationship Id="rId4" Type="http://schemas.openxmlformats.org/officeDocument/2006/relationships/tags" Target="../tags/tag528.xml"/><Relationship Id="rId3" Type="http://schemas.openxmlformats.org/officeDocument/2006/relationships/tags" Target="../tags/tag527.xml"/><Relationship Id="rId2" Type="http://schemas.openxmlformats.org/officeDocument/2006/relationships/tags" Target="../tags/tag526.xml"/><Relationship Id="rId12" Type="http://schemas.openxmlformats.org/officeDocument/2006/relationships/tags" Target="../tags/tag536.xml"/><Relationship Id="rId11" Type="http://schemas.openxmlformats.org/officeDocument/2006/relationships/tags" Target="../tags/tag535.xml"/><Relationship Id="rId10" Type="http://schemas.openxmlformats.org/officeDocument/2006/relationships/tags" Target="../tags/tag534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544.xml"/><Relationship Id="rId8" Type="http://schemas.openxmlformats.org/officeDocument/2006/relationships/tags" Target="../tags/tag543.xml"/><Relationship Id="rId7" Type="http://schemas.openxmlformats.org/officeDocument/2006/relationships/tags" Target="../tags/tag542.xml"/><Relationship Id="rId6" Type="http://schemas.openxmlformats.org/officeDocument/2006/relationships/tags" Target="../tags/tag541.xml"/><Relationship Id="rId5" Type="http://schemas.openxmlformats.org/officeDocument/2006/relationships/tags" Target="../tags/tag540.xml"/><Relationship Id="rId48" Type="http://schemas.openxmlformats.org/officeDocument/2006/relationships/tags" Target="../tags/tag583.xml"/><Relationship Id="rId47" Type="http://schemas.openxmlformats.org/officeDocument/2006/relationships/tags" Target="../tags/tag582.xml"/><Relationship Id="rId46" Type="http://schemas.openxmlformats.org/officeDocument/2006/relationships/tags" Target="../tags/tag581.xml"/><Relationship Id="rId45" Type="http://schemas.openxmlformats.org/officeDocument/2006/relationships/tags" Target="../tags/tag580.xml"/><Relationship Id="rId44" Type="http://schemas.openxmlformats.org/officeDocument/2006/relationships/tags" Target="../tags/tag579.xml"/><Relationship Id="rId43" Type="http://schemas.openxmlformats.org/officeDocument/2006/relationships/tags" Target="../tags/tag578.xml"/><Relationship Id="rId42" Type="http://schemas.openxmlformats.org/officeDocument/2006/relationships/tags" Target="../tags/tag577.xml"/><Relationship Id="rId41" Type="http://schemas.openxmlformats.org/officeDocument/2006/relationships/tags" Target="../tags/tag576.xml"/><Relationship Id="rId40" Type="http://schemas.openxmlformats.org/officeDocument/2006/relationships/tags" Target="../tags/tag575.xml"/><Relationship Id="rId4" Type="http://schemas.openxmlformats.org/officeDocument/2006/relationships/tags" Target="../tags/tag539.xml"/><Relationship Id="rId39" Type="http://schemas.openxmlformats.org/officeDocument/2006/relationships/tags" Target="../tags/tag574.xml"/><Relationship Id="rId38" Type="http://schemas.openxmlformats.org/officeDocument/2006/relationships/tags" Target="../tags/tag573.xml"/><Relationship Id="rId37" Type="http://schemas.openxmlformats.org/officeDocument/2006/relationships/tags" Target="../tags/tag572.xml"/><Relationship Id="rId36" Type="http://schemas.openxmlformats.org/officeDocument/2006/relationships/tags" Target="../tags/tag571.xml"/><Relationship Id="rId35" Type="http://schemas.openxmlformats.org/officeDocument/2006/relationships/tags" Target="../tags/tag570.xml"/><Relationship Id="rId34" Type="http://schemas.openxmlformats.org/officeDocument/2006/relationships/tags" Target="../tags/tag569.xml"/><Relationship Id="rId33" Type="http://schemas.openxmlformats.org/officeDocument/2006/relationships/tags" Target="../tags/tag568.xml"/><Relationship Id="rId32" Type="http://schemas.openxmlformats.org/officeDocument/2006/relationships/tags" Target="../tags/tag567.xml"/><Relationship Id="rId31" Type="http://schemas.openxmlformats.org/officeDocument/2006/relationships/tags" Target="../tags/tag566.xml"/><Relationship Id="rId30" Type="http://schemas.openxmlformats.org/officeDocument/2006/relationships/tags" Target="../tags/tag565.xml"/><Relationship Id="rId3" Type="http://schemas.openxmlformats.org/officeDocument/2006/relationships/tags" Target="../tags/tag538.xml"/><Relationship Id="rId29" Type="http://schemas.openxmlformats.org/officeDocument/2006/relationships/tags" Target="../tags/tag564.xml"/><Relationship Id="rId28" Type="http://schemas.openxmlformats.org/officeDocument/2006/relationships/tags" Target="../tags/tag563.xml"/><Relationship Id="rId27" Type="http://schemas.openxmlformats.org/officeDocument/2006/relationships/tags" Target="../tags/tag562.xml"/><Relationship Id="rId26" Type="http://schemas.openxmlformats.org/officeDocument/2006/relationships/tags" Target="../tags/tag561.xml"/><Relationship Id="rId25" Type="http://schemas.openxmlformats.org/officeDocument/2006/relationships/tags" Target="../tags/tag560.xml"/><Relationship Id="rId24" Type="http://schemas.openxmlformats.org/officeDocument/2006/relationships/tags" Target="../tags/tag559.xml"/><Relationship Id="rId23" Type="http://schemas.openxmlformats.org/officeDocument/2006/relationships/tags" Target="../tags/tag558.xml"/><Relationship Id="rId22" Type="http://schemas.openxmlformats.org/officeDocument/2006/relationships/tags" Target="../tags/tag557.xml"/><Relationship Id="rId21" Type="http://schemas.openxmlformats.org/officeDocument/2006/relationships/tags" Target="../tags/tag556.xml"/><Relationship Id="rId20" Type="http://schemas.openxmlformats.org/officeDocument/2006/relationships/tags" Target="../tags/tag555.xml"/><Relationship Id="rId2" Type="http://schemas.openxmlformats.org/officeDocument/2006/relationships/tags" Target="../tags/tag537.xml"/><Relationship Id="rId19" Type="http://schemas.openxmlformats.org/officeDocument/2006/relationships/tags" Target="../tags/tag554.xml"/><Relationship Id="rId18" Type="http://schemas.openxmlformats.org/officeDocument/2006/relationships/tags" Target="../tags/tag553.xml"/><Relationship Id="rId17" Type="http://schemas.openxmlformats.org/officeDocument/2006/relationships/tags" Target="../tags/tag552.xml"/><Relationship Id="rId16" Type="http://schemas.openxmlformats.org/officeDocument/2006/relationships/tags" Target="../tags/tag551.xml"/><Relationship Id="rId15" Type="http://schemas.openxmlformats.org/officeDocument/2006/relationships/tags" Target="../tags/tag550.xml"/><Relationship Id="rId14" Type="http://schemas.openxmlformats.org/officeDocument/2006/relationships/tags" Target="../tags/tag549.xml"/><Relationship Id="rId13" Type="http://schemas.openxmlformats.org/officeDocument/2006/relationships/tags" Target="../tags/tag548.xml"/><Relationship Id="rId12" Type="http://schemas.openxmlformats.org/officeDocument/2006/relationships/tags" Target="../tags/tag547.xml"/><Relationship Id="rId11" Type="http://schemas.openxmlformats.org/officeDocument/2006/relationships/tags" Target="../tags/tag546.xml"/><Relationship Id="rId10" Type="http://schemas.openxmlformats.org/officeDocument/2006/relationships/tags" Target="../tags/tag545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4693293" y="6490421"/>
            <a:ext cx="7498707" cy="246556"/>
            <a:chOff x="4693293" y="6630890"/>
            <a:chExt cx="7498707" cy="246556"/>
          </a:xfrm>
          <a:solidFill>
            <a:srgbClr val="3C853C"/>
          </a:solidFill>
        </p:grpSpPr>
        <p:sp>
          <p:nvSpPr>
            <p:cNvPr id="8" name="任意多边形: 形状 9"/>
            <p:cNvSpPr/>
            <p:nvPr/>
          </p:nvSpPr>
          <p:spPr>
            <a:xfrm flipH="1" flipV="1">
              <a:off x="5435916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9" name="任意多边形: 形状 10"/>
            <p:cNvSpPr/>
            <p:nvPr/>
          </p:nvSpPr>
          <p:spPr>
            <a:xfrm flipH="1" flipV="1">
              <a:off x="5188375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0" name="任意多边形: 形状 11"/>
            <p:cNvSpPr/>
            <p:nvPr/>
          </p:nvSpPr>
          <p:spPr>
            <a:xfrm flipH="1" flipV="1">
              <a:off x="4940834" y="6630890"/>
              <a:ext cx="250740" cy="246556"/>
            </a:xfrm>
            <a:custGeom>
              <a:avLst/>
              <a:gdLst>
                <a:gd name="connsiteX0" fmla="*/ 134563 w 250740"/>
                <a:gd name="connsiteY0" fmla="*/ 246556 h 246556"/>
                <a:gd name="connsiteX1" fmla="*/ 0 w 250740"/>
                <a:gd name="connsiteY1" fmla="*/ 246556 h 246556"/>
                <a:gd name="connsiteX2" fmla="*/ 116178 w 250740"/>
                <a:gd name="connsiteY2" fmla="*/ 0 h 246556"/>
                <a:gd name="connsiteX3" fmla="*/ 250740 w 250740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40" h="246556">
                  <a:moveTo>
                    <a:pt x="134563" y="246556"/>
                  </a:moveTo>
                  <a:lnTo>
                    <a:pt x="0" y="246556"/>
                  </a:lnTo>
                  <a:lnTo>
                    <a:pt x="116178" y="0"/>
                  </a:lnTo>
                  <a:lnTo>
                    <a:pt x="25074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1" name="任意多边形: 形状 12"/>
            <p:cNvSpPr/>
            <p:nvPr/>
          </p:nvSpPr>
          <p:spPr>
            <a:xfrm flipH="1" flipV="1">
              <a:off x="4693293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任意多边形: 形状 13"/>
            <p:cNvSpPr/>
            <p:nvPr/>
          </p:nvSpPr>
          <p:spPr>
            <a:xfrm flipH="1" flipV="1">
              <a:off x="5668723" y="6630890"/>
              <a:ext cx="6523277" cy="246556"/>
            </a:xfrm>
            <a:custGeom>
              <a:avLst/>
              <a:gdLst>
                <a:gd name="connsiteX0" fmla="*/ 6407100 w 6523277"/>
                <a:gd name="connsiteY0" fmla="*/ 246556 h 246556"/>
                <a:gd name="connsiteX1" fmla="*/ 6230994 w 6523277"/>
                <a:gd name="connsiteY1" fmla="*/ 246556 h 246556"/>
                <a:gd name="connsiteX2" fmla="*/ 4926478 w 6523277"/>
                <a:gd name="connsiteY2" fmla="*/ 246556 h 246556"/>
                <a:gd name="connsiteX3" fmla="*/ 4750372 w 6523277"/>
                <a:gd name="connsiteY3" fmla="*/ 246556 h 246556"/>
                <a:gd name="connsiteX4" fmla="*/ 3445856 w 6523277"/>
                <a:gd name="connsiteY4" fmla="*/ 246556 h 246556"/>
                <a:gd name="connsiteX5" fmla="*/ 3269750 w 6523277"/>
                <a:gd name="connsiteY5" fmla="*/ 246556 h 246556"/>
                <a:gd name="connsiteX6" fmla="*/ 3137350 w 6523277"/>
                <a:gd name="connsiteY6" fmla="*/ 246556 h 246556"/>
                <a:gd name="connsiteX7" fmla="*/ 2961244 w 6523277"/>
                <a:gd name="connsiteY7" fmla="*/ 246556 h 246556"/>
                <a:gd name="connsiteX8" fmla="*/ 1656728 w 6523277"/>
                <a:gd name="connsiteY8" fmla="*/ 246556 h 246556"/>
                <a:gd name="connsiteX9" fmla="*/ 1480622 w 6523277"/>
                <a:gd name="connsiteY9" fmla="*/ 246556 h 246556"/>
                <a:gd name="connsiteX10" fmla="*/ 176106 w 6523277"/>
                <a:gd name="connsiteY10" fmla="*/ 246556 h 246556"/>
                <a:gd name="connsiteX11" fmla="*/ 0 w 6523277"/>
                <a:gd name="connsiteY11" fmla="*/ 246556 h 246556"/>
                <a:gd name="connsiteX12" fmla="*/ 0 w 6523277"/>
                <a:gd name="connsiteY12" fmla="*/ 0 h 246556"/>
                <a:gd name="connsiteX13" fmla="*/ 6523277 w 6523277"/>
                <a:gd name="connsiteY1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23277" h="246556">
                  <a:moveTo>
                    <a:pt x="6407100" y="246556"/>
                  </a:moveTo>
                  <a:lnTo>
                    <a:pt x="6230994" y="246556"/>
                  </a:lnTo>
                  <a:lnTo>
                    <a:pt x="4926478" y="246556"/>
                  </a:lnTo>
                  <a:lnTo>
                    <a:pt x="4750372" y="246556"/>
                  </a:lnTo>
                  <a:lnTo>
                    <a:pt x="3445856" y="246556"/>
                  </a:lnTo>
                  <a:lnTo>
                    <a:pt x="3269750" y="246556"/>
                  </a:lnTo>
                  <a:lnTo>
                    <a:pt x="3137350" y="246556"/>
                  </a:lnTo>
                  <a:lnTo>
                    <a:pt x="2961244" y="246556"/>
                  </a:lnTo>
                  <a:lnTo>
                    <a:pt x="1656728" y="246556"/>
                  </a:lnTo>
                  <a:lnTo>
                    <a:pt x="1480622" y="246556"/>
                  </a:lnTo>
                  <a:lnTo>
                    <a:pt x="176106" y="246556"/>
                  </a:lnTo>
                  <a:lnTo>
                    <a:pt x="0" y="246556"/>
                  </a:lnTo>
                  <a:lnTo>
                    <a:pt x="0" y="0"/>
                  </a:lnTo>
                  <a:lnTo>
                    <a:pt x="652327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13" name="Rectangle 29_1"/>
          <p:cNvSpPr/>
          <p:nvPr userDrawn="1"/>
        </p:nvSpPr>
        <p:spPr>
          <a:xfrm flipV="1">
            <a:off x="-1" y="812941"/>
            <a:ext cx="12192001" cy="45719"/>
          </a:xfrm>
          <a:prstGeom prst="rect">
            <a:avLst/>
          </a:prstGeom>
          <a:gradFill flip="none" rotWithShape="1">
            <a:gsLst>
              <a:gs pos="100000">
                <a:srgbClr val="667F6E">
                  <a:alpha val="0"/>
                  <a:lumMod val="0"/>
                  <a:lumOff val="100000"/>
                </a:srgbClr>
              </a:gs>
              <a:gs pos="0">
                <a:srgbClr val="667F6E">
                  <a:lumMod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4" name="Group 6_1"/>
          <p:cNvGrpSpPr/>
          <p:nvPr userDrawn="1"/>
        </p:nvGrpSpPr>
        <p:grpSpPr>
          <a:xfrm>
            <a:off x="1" y="118334"/>
            <a:ext cx="856142" cy="769441"/>
            <a:chOff x="485029" y="258183"/>
            <a:chExt cx="856142" cy="769441"/>
          </a:xfrm>
        </p:grpSpPr>
        <p:grpSp>
          <p:nvGrpSpPr>
            <p:cNvPr id="15" name="组合 14"/>
            <p:cNvGrpSpPr/>
            <p:nvPr/>
          </p:nvGrpSpPr>
          <p:grpSpPr>
            <a:xfrm>
              <a:off x="485029" y="414793"/>
              <a:ext cx="817659" cy="532737"/>
              <a:chOff x="461175" y="398890"/>
              <a:chExt cx="817659" cy="532737"/>
            </a:xfrm>
          </p:grpSpPr>
          <p:sp>
            <p:nvSpPr>
              <p:cNvPr id="17" name="平行四边形 16"/>
              <p:cNvSpPr/>
              <p:nvPr/>
            </p:nvSpPr>
            <p:spPr>
              <a:xfrm>
                <a:off x="461175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333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8" name="平行四边形 17"/>
              <p:cNvSpPr/>
              <p:nvPr/>
            </p:nvSpPr>
            <p:spPr>
              <a:xfrm>
                <a:off x="699052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9" name="平行四边形 18"/>
              <p:cNvSpPr/>
              <p:nvPr/>
            </p:nvSpPr>
            <p:spPr>
              <a:xfrm>
                <a:off x="936928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C8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sp>
          <p:nvSpPr>
            <p:cNvPr id="16" name="文本框 15"/>
            <p:cNvSpPr txBox="1"/>
            <p:nvPr/>
          </p:nvSpPr>
          <p:spPr>
            <a:xfrm>
              <a:off x="1156440" y="258183"/>
              <a:ext cx="18473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4400" i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" name="组合 4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2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5" name="组合 54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6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4" name="组合 53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63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3" name="组合 52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81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7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8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9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0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1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2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3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4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5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6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7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98" name="组合 97"/>
          <p:cNvGrpSpPr/>
          <p:nvPr>
            <p:custDataLst>
              <p:tags r:id="rId81"/>
            </p:custDataLst>
          </p:nvPr>
        </p:nvGrpSpPr>
        <p:grpSpPr>
          <a:xfrm flipV="1">
            <a:off x="4846073" y="1206906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99" name="直接连接符 98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3"/>
          <p:cNvGrpSpPr/>
          <p:nvPr>
            <p:custDataLst>
              <p:tags r:id="rId85"/>
            </p:custDataLst>
          </p:nvPr>
        </p:nvGrpSpPr>
        <p:grpSpPr>
          <a:xfrm>
            <a:off x="4846073" y="5229700"/>
            <a:ext cx="2499854" cy="644021"/>
            <a:chOff x="4846073" y="4936838"/>
            <a:chExt cx="2499854" cy="644021"/>
          </a:xfrm>
        </p:grpSpPr>
        <p:cxnSp>
          <p:nvCxnSpPr>
            <p:cNvPr id="102" name="直接连接符 10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89"/>
            </p:custDataLst>
          </p:nvPr>
        </p:nvSpPr>
        <p:spPr>
          <a:xfrm>
            <a:off x="2331537" y="2195875"/>
            <a:ext cx="7528927" cy="1515717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7200" spc="6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90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>
            <p:custDataLst>
              <p:tags r:id="rId5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28" name="组合 27"/>
          <p:cNvGrpSpPr/>
          <p:nvPr>
            <p:custDataLst>
              <p:tags r:id="rId26"/>
            </p:custDataLst>
          </p:nvPr>
        </p:nvGrpSpPr>
        <p:grpSpPr>
          <a:xfrm rot="15253305" flipV="1">
            <a:off x="-67126" y="926797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29" name="直接连接符 28"/>
            <p:cNvCxnSpPr/>
            <p:nvPr>
              <p:custDataLst>
                <p:tags r:id="rId27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>
              <p:custDataLst>
                <p:tags r:id="rId28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>
              <p:custDataLst>
                <p:tags r:id="rId29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组合 31"/>
          <p:cNvGrpSpPr/>
          <p:nvPr>
            <p:custDataLst>
              <p:tags r:id="rId30"/>
            </p:custDataLst>
          </p:nvPr>
        </p:nvGrpSpPr>
        <p:grpSpPr>
          <a:xfrm rot="6590921" flipV="1">
            <a:off x="11439861" y="5989771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33" name="直接连接符 32"/>
            <p:cNvCxnSpPr/>
            <p:nvPr>
              <p:custDataLst>
                <p:tags r:id="rId31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>
              <p:custDataLst>
                <p:tags r:id="rId32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>
              <p:custDataLst>
                <p:tags r:id="rId33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34"/>
            </p:custDataLst>
          </p:nvPr>
        </p:nvSpPr>
        <p:spPr>
          <a:xfrm>
            <a:off x="623888" y="406800"/>
            <a:ext cx="10944225" cy="863601"/>
          </a:xfrm>
        </p:spPr>
        <p:txBody>
          <a:bodyPr>
            <a:normAutofit/>
          </a:bodyPr>
          <a:lstStyle>
            <a:lvl1pPr>
              <a:defRPr sz="2800"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5"/>
            </p:custDataLst>
          </p:nvPr>
        </p:nvSpPr>
        <p:spPr>
          <a:xfrm>
            <a:off x="623888" y="1412875"/>
            <a:ext cx="10944224" cy="489585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4" name="组合 13"/>
          <p:cNvGrpSpPr/>
          <p:nvPr>
            <p:custDataLst>
              <p:tags r:id="rId9"/>
            </p:custDataLst>
          </p:nvPr>
        </p:nvGrpSpPr>
        <p:grpSpPr>
          <a:xfrm>
            <a:off x="853588" y="-5639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2" name="组合 31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3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1" name="组合 50"/>
          <p:cNvGrpSpPr/>
          <p:nvPr>
            <p:custDataLst>
              <p:tags r:id="rId45"/>
            </p:custDataLst>
          </p:nvPr>
        </p:nvGrpSpPr>
        <p:grpSpPr>
          <a:xfrm>
            <a:off x="9044119" y="-5603"/>
            <a:ext cx="2624337" cy="2103905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9" name="组合 68"/>
          <p:cNvGrpSpPr/>
          <p:nvPr>
            <p:custDataLst>
              <p:tags r:id="rId63"/>
            </p:custDataLst>
          </p:nvPr>
        </p:nvGrpSpPr>
        <p:grpSpPr>
          <a:xfrm>
            <a:off x="3948556" y="-5638"/>
            <a:ext cx="842959" cy="675792"/>
            <a:chOff x="3948556" y="-15912"/>
            <a:chExt cx="842959" cy="675792"/>
          </a:xfrm>
        </p:grpSpPr>
        <p:sp>
          <p:nvSpPr>
            <p:cNvPr id="70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87" name="组合 86"/>
          <p:cNvGrpSpPr/>
          <p:nvPr>
            <p:custDataLst>
              <p:tags r:id="rId81"/>
            </p:custDataLst>
          </p:nvPr>
        </p:nvGrpSpPr>
        <p:grpSpPr>
          <a:xfrm rot="5400000" flipV="1">
            <a:off x="8242798" y="3217339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88" name="直接连接符 87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组合 90"/>
          <p:cNvGrpSpPr/>
          <p:nvPr>
            <p:custDataLst>
              <p:tags r:id="rId85"/>
            </p:custDataLst>
          </p:nvPr>
        </p:nvGrpSpPr>
        <p:grpSpPr>
          <a:xfrm rot="5400000">
            <a:off x="1559700" y="3106989"/>
            <a:ext cx="2499854" cy="644021"/>
            <a:chOff x="4846073" y="4936838"/>
            <a:chExt cx="2499854" cy="644021"/>
          </a:xfrm>
        </p:grpSpPr>
        <p:cxnSp>
          <p:nvCxnSpPr>
            <p:cNvPr id="92" name="直接连接符 9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9"/>
            </p:custDataLst>
          </p:nvPr>
        </p:nvSpPr>
        <p:spPr>
          <a:xfrm>
            <a:off x="3376054" y="2898183"/>
            <a:ext cx="5439892" cy="106163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90"/>
            </p:custDataLst>
          </p:nvPr>
        </p:nvSpPr>
        <p:spPr>
          <a:xfrm>
            <a:off x="3376054" y="4047036"/>
            <a:ext cx="5439892" cy="862218"/>
          </a:xfrm>
        </p:spPr>
        <p:txBody>
          <a:bodyPr>
            <a:normAutofit/>
          </a:bodyPr>
          <a:lstStyle>
            <a:lvl1pPr marL="0" indent="0" algn="ctr">
              <a:buNone/>
              <a:defRPr sz="26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6" cy="8636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23888" y="1414800"/>
            <a:ext cx="5400000" cy="48960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/>
            </a:lvl1pPr>
            <a:lvl2pPr>
              <a:defRPr lang="zh-CN" altLang="en-US" dirty="0"/>
            </a:lvl2pPr>
            <a:lvl3pPr>
              <a:defRPr lang="zh-CN" altLang="en-US" dirty="0"/>
            </a:lvl3pPr>
            <a:lvl4pPr>
              <a:defRPr lang="zh-CN" altLang="en-US" dirty="0"/>
            </a:lvl4pPr>
            <a:lvl5pPr>
              <a:defRPr lang="zh-CN" altLang="en-US" dirty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68114" y="1414800"/>
            <a:ext cx="5400000" cy="4896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8" y="406800"/>
            <a:ext cx="10944225" cy="8640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23887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166800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166800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/>
          <p:cNvSpPr/>
          <p:nvPr userDrawn="1">
            <p:custDataLst>
              <p:tags r:id="rId2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5994754" y="5393815"/>
            <a:ext cx="5176483" cy="1464185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" name="Freeform 10"/>
          <p:cNvSpPr/>
          <p:nvPr userDrawn="1">
            <p:custDataLst>
              <p:tags r:id="rId4"/>
            </p:custDataLst>
          </p:nvPr>
        </p:nvSpPr>
        <p:spPr bwMode="auto">
          <a:xfrm>
            <a:off x="9937278" y="4111557"/>
            <a:ext cx="2254721" cy="274644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 userDrawn="1">
            <p:custDataLst>
              <p:tags r:id="rId5"/>
            </p:custDataLst>
          </p:nvPr>
        </p:nvSpPr>
        <p:spPr bwMode="auto">
          <a:xfrm>
            <a:off x="10789885" y="5171320"/>
            <a:ext cx="1402114" cy="168668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6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4" name="任意多边形 122"/>
            <p:cNvSpPr/>
            <p:nvPr>
              <p:custDataLst>
                <p:tags r:id="rId7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8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9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0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1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2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3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4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5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6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7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8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9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0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1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2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3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8" name="Freeform 6"/>
          <p:cNvSpPr/>
          <p:nvPr userDrawn="1">
            <p:custDataLst>
              <p:tags r:id="rId24"/>
            </p:custDataLst>
          </p:nvPr>
        </p:nvSpPr>
        <p:spPr bwMode="auto">
          <a:xfrm>
            <a:off x="1" y="4442537"/>
            <a:ext cx="2055255" cy="2417237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 userDrawn="1">
            <p:custDataLst>
              <p:tags r:id="rId25"/>
            </p:custDataLst>
          </p:nvPr>
        </p:nvSpPr>
        <p:spPr bwMode="auto">
          <a:xfrm>
            <a:off x="404950" y="5366380"/>
            <a:ext cx="3443104" cy="1493394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31" name="组合 30"/>
          <p:cNvGrpSpPr/>
          <p:nvPr userDrawn="1">
            <p:custDataLst>
              <p:tags r:id="rId26"/>
            </p:custDataLst>
          </p:nvPr>
        </p:nvGrpSpPr>
        <p:grpSpPr>
          <a:xfrm>
            <a:off x="2325770" y="5591809"/>
            <a:ext cx="1565295" cy="1277607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7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8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29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0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1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2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3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4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5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6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7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8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39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0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1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2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3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2" name="Freeform 11"/>
          <p:cNvSpPr/>
          <p:nvPr userDrawn="1">
            <p:custDataLst>
              <p:tags r:id="rId44"/>
            </p:custDataLst>
          </p:nvPr>
        </p:nvSpPr>
        <p:spPr bwMode="auto">
          <a:xfrm>
            <a:off x="10650309" y="-1466"/>
            <a:ext cx="1541691" cy="140049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49" name="组合 48"/>
          <p:cNvGrpSpPr/>
          <p:nvPr userDrawn="1">
            <p:custDataLst>
              <p:tags r:id="rId45"/>
            </p:custDataLst>
          </p:nvPr>
        </p:nvGrpSpPr>
        <p:grpSpPr>
          <a:xfrm>
            <a:off x="9334948" y="-15876"/>
            <a:ext cx="2381878" cy="1909528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 userDrawn="1"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81"/>
            </p:custDataLst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8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8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8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5" cy="863601"/>
          </a:xfrm>
        </p:spPr>
        <p:txBody>
          <a:bodyPr anchor="ctr" anchorCtr="0"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22800" y="1412875"/>
            <a:ext cx="6913236" cy="4895937"/>
          </a:xfrm>
        </p:spPr>
        <p:txBody>
          <a:bodyPr>
            <a:norm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7680960" y="1414800"/>
            <a:ext cx="3887971" cy="4895937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199688" y="406800"/>
            <a:ext cx="1368424" cy="5903913"/>
          </a:xfrm>
        </p:spPr>
        <p:txBody>
          <a:bodyPr vert="eaVert" anchor="ctr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23887" y="406800"/>
            <a:ext cx="9432926" cy="59039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23888" y="980082"/>
            <a:ext cx="10944225" cy="48978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10"/>
          <p:cNvSpPr/>
          <p:nvPr>
            <p:custDataLst>
              <p:tags r:id="rId2"/>
            </p:custDataLst>
          </p:nvPr>
        </p:nvSpPr>
        <p:spPr bwMode="auto">
          <a:xfrm flipH="1">
            <a:off x="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6"/>
          <p:cNvSpPr/>
          <p:nvPr>
            <p:custDataLst>
              <p:tags r:id="rId4"/>
            </p:custDataLst>
          </p:nvPr>
        </p:nvSpPr>
        <p:spPr bwMode="auto">
          <a:xfrm flipH="1">
            <a:off x="9758362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>
            <p:custDataLst>
              <p:tags r:id="rId5"/>
            </p:custDataLst>
          </p:nvPr>
        </p:nvSpPr>
        <p:spPr bwMode="auto">
          <a:xfrm>
            <a:off x="0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1" name="组合 30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49" name="组合 48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1"/>
            </p:custDataLst>
          </p:nvPr>
        </p:nvSpPr>
        <p:spPr>
          <a:xfrm>
            <a:off x="2693212" y="2052491"/>
            <a:ext cx="6805576" cy="2016125"/>
          </a:xfrm>
        </p:spPr>
        <p:txBody>
          <a:bodyPr anchor="ctr">
            <a:normAutofit/>
          </a:bodyPr>
          <a:lstStyle>
            <a:lvl1pPr algn="ctr">
              <a:defRPr sz="96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4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 userDrawn="1">
            <p:custDataLst>
              <p:tags r:id="rId4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3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9039860" y="5642610"/>
            <a:ext cx="3197860" cy="1243330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4"/>
            </p:custDataLst>
          </p:nvPr>
        </p:nvGrpSpPr>
        <p:grpSpPr>
          <a:xfrm>
            <a:off x="-6985" y="-1905"/>
            <a:ext cx="1170305" cy="938530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6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7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6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139055"/>
            <a:ext cx="1461770" cy="1718945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 userDrawn="1">
            <p:custDataLst>
              <p:tags r:id="rId4"/>
            </p:custDataLst>
          </p:nvPr>
        </p:nvSpPr>
        <p:spPr bwMode="auto">
          <a:xfrm>
            <a:off x="11170920" y="0"/>
            <a:ext cx="1021080" cy="927735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1" name="组合 50"/>
          <p:cNvGrpSpPr/>
          <p:nvPr userDrawn="1">
            <p:custDataLst>
              <p:tags r:id="rId5"/>
            </p:custDataLst>
          </p:nvPr>
        </p:nvGrpSpPr>
        <p:grpSpPr>
          <a:xfrm>
            <a:off x="10561955" y="1905"/>
            <a:ext cx="1576705" cy="1263650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3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7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8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11" name="Freeform 9"/>
          <p:cNvSpPr/>
          <p:nvPr userDrawn="1">
            <p:custDataLst>
              <p:tags r:id="rId3"/>
            </p:custDataLst>
          </p:nvPr>
        </p:nvSpPr>
        <p:spPr bwMode="auto">
          <a:xfrm>
            <a:off x="10150475" y="4893310"/>
            <a:ext cx="2041525" cy="196469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67" name="组合 66"/>
          <p:cNvGrpSpPr/>
          <p:nvPr userDrawn="1">
            <p:custDataLst>
              <p:tags r:id="rId4"/>
            </p:custDataLst>
          </p:nvPr>
        </p:nvGrpSpPr>
        <p:grpSpPr>
          <a:xfrm>
            <a:off x="-17654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6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27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flipH="1">
            <a:off x="10751185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 userDrawn="1">
            <p:custDataLst>
              <p:tags r:id="rId4"/>
            </p:custDataLst>
          </p:nvPr>
        </p:nvSpPr>
        <p:spPr bwMode="auto">
          <a:xfrm flipH="1">
            <a:off x="1270" y="4761865"/>
            <a:ext cx="2041525" cy="2096135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1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2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grpSp>
        <p:nvGrpSpPr>
          <p:cNvPr id="8" name="组合 7"/>
          <p:cNvGrpSpPr/>
          <p:nvPr userDrawn="1">
            <p:custDataLst>
              <p:tags r:id="rId3"/>
            </p:custDataLst>
          </p:nvPr>
        </p:nvGrpSpPr>
        <p:grpSpPr>
          <a:xfrm>
            <a:off x="6985" y="5356225"/>
            <a:ext cx="2432050" cy="1517015"/>
            <a:chOff x="11" y="6292"/>
            <a:chExt cx="7267" cy="4532"/>
          </a:xfrm>
        </p:grpSpPr>
        <p:sp>
          <p:nvSpPr>
            <p:cNvPr id="9" name="Freeform 6"/>
            <p:cNvSpPr/>
            <p:nvPr userDrawn="1">
              <p:custDataLst>
                <p:tags r:id="rId4"/>
              </p:custDataLst>
            </p:nvPr>
          </p:nvSpPr>
          <p:spPr bwMode="auto">
            <a:xfrm>
              <a:off x="11" y="6292"/>
              <a:ext cx="3833" cy="4508"/>
            </a:xfrm>
            <a:custGeom>
              <a:avLst/>
              <a:gdLst>
                <a:gd name="T0" fmla="*/ 0 w 1364"/>
                <a:gd name="T1" fmla="*/ 208 h 1604"/>
                <a:gd name="T2" fmla="*/ 1288 w 1364"/>
                <a:gd name="T3" fmla="*/ 1092 h 1604"/>
                <a:gd name="T4" fmla="*/ 1016 w 1364"/>
                <a:gd name="T5" fmla="*/ 1324 h 1604"/>
                <a:gd name="T6" fmla="*/ 920 w 1364"/>
                <a:gd name="T7" fmla="*/ 1296 h 1604"/>
                <a:gd name="T8" fmla="*/ 648 w 1364"/>
                <a:gd name="T9" fmla="*/ 1604 h 1604"/>
                <a:gd name="T10" fmla="*/ 0 w 1364"/>
                <a:gd name="T11" fmla="*/ 1604 h 1604"/>
                <a:gd name="T12" fmla="*/ 0 w 1364"/>
                <a:gd name="T13" fmla="*/ 208 h 16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64" h="1604">
                  <a:moveTo>
                    <a:pt x="0" y="208"/>
                  </a:moveTo>
                  <a:cubicBezTo>
                    <a:pt x="0" y="208"/>
                    <a:pt x="1040" y="0"/>
                    <a:pt x="1288" y="1092"/>
                  </a:cubicBezTo>
                  <a:cubicBezTo>
                    <a:pt x="1288" y="1092"/>
                    <a:pt x="1364" y="1388"/>
                    <a:pt x="1016" y="1324"/>
                  </a:cubicBezTo>
                  <a:cubicBezTo>
                    <a:pt x="920" y="1296"/>
                    <a:pt x="920" y="1296"/>
                    <a:pt x="920" y="1296"/>
                  </a:cubicBezTo>
                  <a:cubicBezTo>
                    <a:pt x="920" y="1296"/>
                    <a:pt x="716" y="1236"/>
                    <a:pt x="648" y="1604"/>
                  </a:cubicBezTo>
                  <a:cubicBezTo>
                    <a:pt x="0" y="1604"/>
                    <a:pt x="0" y="1604"/>
                    <a:pt x="0" y="1604"/>
                  </a:cubicBezTo>
                  <a:lnTo>
                    <a:pt x="0" y="20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" name="Freeform 7"/>
            <p:cNvSpPr/>
            <p:nvPr userDrawn="1">
              <p:custDataLst>
                <p:tags r:id="rId5"/>
              </p:custDataLst>
            </p:nvPr>
          </p:nvSpPr>
          <p:spPr bwMode="auto">
            <a:xfrm>
              <a:off x="756" y="8015"/>
              <a:ext cx="4753" cy="2785"/>
            </a:xfrm>
            <a:custGeom>
              <a:avLst/>
              <a:gdLst>
                <a:gd name="T0" fmla="*/ 0 w 1624"/>
                <a:gd name="T1" fmla="*/ 704 h 704"/>
                <a:gd name="T2" fmla="*/ 1204 w 1624"/>
                <a:gd name="T3" fmla="*/ 28 h 704"/>
                <a:gd name="T4" fmla="*/ 1452 w 1624"/>
                <a:gd name="T5" fmla="*/ 304 h 704"/>
                <a:gd name="T6" fmla="*/ 1376 w 1624"/>
                <a:gd name="T7" fmla="*/ 704 h 704"/>
                <a:gd name="T8" fmla="*/ 0 w 1624"/>
                <a:gd name="T9" fmla="*/ 704 h 7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24" h="704">
                  <a:moveTo>
                    <a:pt x="0" y="704"/>
                  </a:moveTo>
                  <a:cubicBezTo>
                    <a:pt x="0" y="704"/>
                    <a:pt x="540" y="48"/>
                    <a:pt x="1204" y="28"/>
                  </a:cubicBezTo>
                  <a:cubicBezTo>
                    <a:pt x="1204" y="28"/>
                    <a:pt x="1624" y="0"/>
                    <a:pt x="1452" y="304"/>
                  </a:cubicBezTo>
                  <a:cubicBezTo>
                    <a:pt x="1452" y="304"/>
                    <a:pt x="1252" y="616"/>
                    <a:pt x="1376" y="704"/>
                  </a:cubicBezTo>
                  <a:lnTo>
                    <a:pt x="0" y="70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5" name="组合 54"/>
            <p:cNvGrpSpPr/>
            <p:nvPr userDrawn="1">
              <p:custDataLst>
                <p:tags r:id="rId6"/>
              </p:custDataLst>
            </p:nvPr>
          </p:nvGrpSpPr>
          <p:grpSpPr>
            <a:xfrm>
              <a:off x="4359" y="8442"/>
              <a:ext cx="2919" cy="2382"/>
              <a:chOff x="2753955" y="5356596"/>
              <a:chExt cx="1853474" cy="1512821"/>
            </a:xfrm>
            <a:solidFill>
              <a:schemeClr val="accent1"/>
            </a:solidFill>
          </p:grpSpPr>
          <p:sp>
            <p:nvSpPr>
              <p:cNvPr id="36" name="任意多边形 152"/>
              <p:cNvSpPr/>
              <p:nvPr>
                <p:custDataLst>
                  <p:tags r:id="rId7"/>
                </p:custDataLst>
              </p:nvPr>
            </p:nvSpPr>
            <p:spPr>
              <a:xfrm>
                <a:off x="2852811" y="5356596"/>
                <a:ext cx="778025" cy="1338207"/>
              </a:xfrm>
              <a:custGeom>
                <a:avLst/>
                <a:gdLst>
                  <a:gd name="connsiteX0" fmla="*/ 778025 w 778025"/>
                  <a:gd name="connsiteY0" fmla="*/ 0 h 1338207"/>
                  <a:gd name="connsiteX1" fmla="*/ 5411 w 778025"/>
                  <a:gd name="connsiteY1" fmla="*/ 1338207 h 1338207"/>
                  <a:gd name="connsiteX2" fmla="*/ 0 w 778025"/>
                  <a:gd name="connsiteY2" fmla="*/ 1270818 h 1338207"/>
                  <a:gd name="connsiteX3" fmla="*/ 716960 w 778025"/>
                  <a:gd name="connsiteY3" fmla="*/ 29008 h 1338207"/>
                  <a:gd name="connsiteX4" fmla="*/ 778025 w 778025"/>
                  <a:gd name="connsiteY4" fmla="*/ 0 h 1338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8025" h="1338207">
                    <a:moveTo>
                      <a:pt x="778025" y="0"/>
                    </a:moveTo>
                    <a:cubicBezTo>
                      <a:pt x="778025" y="0"/>
                      <a:pt x="778025" y="0"/>
                      <a:pt x="5411" y="1338207"/>
                    </a:cubicBezTo>
                    <a:cubicBezTo>
                      <a:pt x="1824" y="1317234"/>
                      <a:pt x="566" y="1293826"/>
                      <a:pt x="0" y="1270818"/>
                    </a:cubicBezTo>
                    <a:cubicBezTo>
                      <a:pt x="0" y="1270818"/>
                      <a:pt x="0" y="1270818"/>
                      <a:pt x="716960" y="29008"/>
                    </a:cubicBezTo>
                    <a:cubicBezTo>
                      <a:pt x="737168" y="17994"/>
                      <a:pt x="758069" y="7379"/>
                      <a:pt x="77802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7" name="任意多边形 151"/>
              <p:cNvSpPr/>
              <p:nvPr>
                <p:custDataLst>
                  <p:tags r:id="rId8"/>
                </p:custDataLst>
              </p:nvPr>
            </p:nvSpPr>
            <p:spPr>
              <a:xfrm>
                <a:off x="2911753" y="5361148"/>
                <a:ext cx="845438" cy="1440807"/>
              </a:xfrm>
              <a:custGeom>
                <a:avLst/>
                <a:gdLst>
                  <a:gd name="connsiteX0" fmla="*/ 845438 w 845438"/>
                  <a:gd name="connsiteY0" fmla="*/ 0 h 1440807"/>
                  <a:gd name="connsiteX1" fmla="*/ 13588 w 845438"/>
                  <a:gd name="connsiteY1" fmla="*/ 1440807 h 1440807"/>
                  <a:gd name="connsiteX2" fmla="*/ 0 w 845438"/>
                  <a:gd name="connsiteY2" fmla="*/ 1387583 h 1440807"/>
                  <a:gd name="connsiteX3" fmla="*/ 792550 w 845438"/>
                  <a:gd name="connsiteY3" fmla="*/ 14845 h 1440807"/>
                  <a:gd name="connsiteX4" fmla="*/ 845438 w 845438"/>
                  <a:gd name="connsiteY4" fmla="*/ 0 h 14408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5438" h="1440807">
                    <a:moveTo>
                      <a:pt x="845438" y="0"/>
                    </a:moveTo>
                    <a:cubicBezTo>
                      <a:pt x="845438" y="0"/>
                      <a:pt x="845438" y="0"/>
                      <a:pt x="13588" y="1440807"/>
                    </a:cubicBezTo>
                    <a:cubicBezTo>
                      <a:pt x="8240" y="1424484"/>
                      <a:pt x="3710" y="1406742"/>
                      <a:pt x="0" y="1387583"/>
                    </a:cubicBezTo>
                    <a:cubicBezTo>
                      <a:pt x="0" y="1387583"/>
                      <a:pt x="0" y="1387583"/>
                      <a:pt x="792550" y="14845"/>
                    </a:cubicBezTo>
                    <a:cubicBezTo>
                      <a:pt x="810998" y="8479"/>
                      <a:pt x="828628" y="3530"/>
                      <a:pt x="84543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8" name="任意多边形 150"/>
              <p:cNvSpPr/>
              <p:nvPr>
                <p:custDataLst>
                  <p:tags r:id="rId9"/>
                </p:custDataLst>
              </p:nvPr>
            </p:nvSpPr>
            <p:spPr>
              <a:xfrm>
                <a:off x="2802949" y="5372565"/>
                <a:ext cx="689682" cy="1194565"/>
              </a:xfrm>
              <a:custGeom>
                <a:avLst/>
                <a:gdLst>
                  <a:gd name="connsiteX0" fmla="*/ 689682 w 689682"/>
                  <a:gd name="connsiteY0" fmla="*/ 0 h 1194565"/>
                  <a:gd name="connsiteX1" fmla="*/ 0 w 689682"/>
                  <a:gd name="connsiteY1" fmla="*/ 1194565 h 1194565"/>
                  <a:gd name="connsiteX2" fmla="*/ 4351 w 689682"/>
                  <a:gd name="connsiteY2" fmla="*/ 1110269 h 1194565"/>
                  <a:gd name="connsiteX3" fmla="*/ 618855 w 689682"/>
                  <a:gd name="connsiteY3" fmla="*/ 45917 h 1194565"/>
                  <a:gd name="connsiteX4" fmla="*/ 689682 w 689682"/>
                  <a:gd name="connsiteY4" fmla="*/ 0 h 11945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89682" h="1194565">
                    <a:moveTo>
                      <a:pt x="689682" y="0"/>
                    </a:moveTo>
                    <a:cubicBezTo>
                      <a:pt x="689682" y="0"/>
                      <a:pt x="689682" y="0"/>
                      <a:pt x="0" y="1194565"/>
                    </a:cubicBezTo>
                    <a:cubicBezTo>
                      <a:pt x="485" y="1166538"/>
                      <a:pt x="1663" y="1138911"/>
                      <a:pt x="4351" y="1110269"/>
                    </a:cubicBezTo>
                    <a:cubicBezTo>
                      <a:pt x="4351" y="1110269"/>
                      <a:pt x="4351" y="1110269"/>
                      <a:pt x="618855" y="45917"/>
                    </a:cubicBezTo>
                    <a:cubicBezTo>
                      <a:pt x="642316" y="29268"/>
                      <a:pt x="665653" y="14434"/>
                      <a:pt x="68968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9" name="任意多边形 149"/>
              <p:cNvSpPr/>
              <p:nvPr>
                <p:custDataLst>
                  <p:tags r:id="rId10"/>
                </p:custDataLst>
              </p:nvPr>
            </p:nvSpPr>
            <p:spPr>
              <a:xfrm>
                <a:off x="2981626" y="5381822"/>
                <a:ext cx="892612" cy="1487595"/>
              </a:xfrm>
              <a:custGeom>
                <a:avLst/>
                <a:gdLst>
                  <a:gd name="connsiteX0" fmla="*/ 892612 w 892612"/>
                  <a:gd name="connsiteY0" fmla="*/ 0 h 1487595"/>
                  <a:gd name="connsiteX1" fmla="*/ 99407 w 892612"/>
                  <a:gd name="connsiteY1" fmla="*/ 1373872 h 1487595"/>
                  <a:gd name="connsiteX2" fmla="*/ 33749 w 892612"/>
                  <a:gd name="connsiteY2" fmla="*/ 1487595 h 1487595"/>
                  <a:gd name="connsiteX3" fmla="*/ 8806 w 892612"/>
                  <a:gd name="connsiteY3" fmla="*/ 1487595 h 1487595"/>
                  <a:gd name="connsiteX4" fmla="*/ 0 w 892612"/>
                  <a:gd name="connsiteY4" fmla="*/ 1469290 h 1487595"/>
                  <a:gd name="connsiteX5" fmla="*/ 846279 w 892612"/>
                  <a:gd name="connsiteY5" fmla="*/ 3492 h 1487595"/>
                  <a:gd name="connsiteX6" fmla="*/ 892612 w 892612"/>
                  <a:gd name="connsiteY6" fmla="*/ 0 h 1487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612" h="1487595">
                    <a:moveTo>
                      <a:pt x="892612" y="0"/>
                    </a:moveTo>
                    <a:cubicBezTo>
                      <a:pt x="892612" y="0"/>
                      <a:pt x="892612" y="0"/>
                      <a:pt x="99407" y="1373872"/>
                    </a:cubicBezTo>
                    <a:lnTo>
                      <a:pt x="33749" y="1487595"/>
                    </a:lnTo>
                    <a:lnTo>
                      <a:pt x="8806" y="1487595"/>
                    </a:lnTo>
                    <a:lnTo>
                      <a:pt x="0" y="1469290"/>
                    </a:lnTo>
                    <a:cubicBezTo>
                      <a:pt x="0" y="1469290"/>
                      <a:pt x="0" y="1469290"/>
                      <a:pt x="846279" y="3492"/>
                    </a:cubicBezTo>
                    <a:cubicBezTo>
                      <a:pt x="862269" y="1383"/>
                      <a:pt x="877440" y="691"/>
                      <a:pt x="89261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" name="任意多边形 148"/>
              <p:cNvSpPr/>
              <p:nvPr>
                <p:custDataLst>
                  <p:tags r:id="rId11"/>
                </p:custDataLst>
              </p:nvPr>
            </p:nvSpPr>
            <p:spPr>
              <a:xfrm>
                <a:off x="3100041" y="5410660"/>
                <a:ext cx="883628" cy="1458756"/>
              </a:xfrm>
              <a:custGeom>
                <a:avLst/>
                <a:gdLst>
                  <a:gd name="connsiteX0" fmla="*/ 842213 w 883628"/>
                  <a:gd name="connsiteY0" fmla="*/ 0 h 1458756"/>
                  <a:gd name="connsiteX1" fmla="*/ 883628 w 883628"/>
                  <a:gd name="connsiteY1" fmla="*/ 5026 h 1458756"/>
                  <a:gd name="connsiteX2" fmla="*/ 67343 w 883628"/>
                  <a:gd name="connsiteY2" fmla="*/ 1418874 h 1458756"/>
                  <a:gd name="connsiteX3" fmla="*/ 44317 w 883628"/>
                  <a:gd name="connsiteY3" fmla="*/ 1458756 h 1458756"/>
                  <a:gd name="connsiteX4" fmla="*/ 0 w 883628"/>
                  <a:gd name="connsiteY4" fmla="*/ 1458756 h 1458756"/>
                  <a:gd name="connsiteX5" fmla="*/ 7196 w 883628"/>
                  <a:gd name="connsiteY5" fmla="*/ 1446291 h 1458756"/>
                  <a:gd name="connsiteX6" fmla="*/ 842213 w 883628"/>
                  <a:gd name="connsiteY6" fmla="*/ 0 h 1458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83628" h="1458756">
                    <a:moveTo>
                      <a:pt x="842213" y="0"/>
                    </a:moveTo>
                    <a:cubicBezTo>
                      <a:pt x="856563" y="731"/>
                      <a:pt x="870096" y="2879"/>
                      <a:pt x="883628" y="5026"/>
                    </a:cubicBezTo>
                    <a:cubicBezTo>
                      <a:pt x="883628" y="5026"/>
                      <a:pt x="883628" y="5026"/>
                      <a:pt x="67343" y="1418874"/>
                    </a:cubicBezTo>
                    <a:lnTo>
                      <a:pt x="44317" y="1458756"/>
                    </a:lnTo>
                    <a:lnTo>
                      <a:pt x="0" y="1458756"/>
                    </a:lnTo>
                    <a:lnTo>
                      <a:pt x="7196" y="1446291"/>
                    </a:lnTo>
                    <a:cubicBezTo>
                      <a:pt x="84672" y="1312099"/>
                      <a:pt x="291274" y="954254"/>
                      <a:pt x="84221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1" name="任意多边形 147"/>
              <p:cNvSpPr/>
              <p:nvPr>
                <p:custDataLst>
                  <p:tags r:id="rId12"/>
                </p:custDataLst>
              </p:nvPr>
            </p:nvSpPr>
            <p:spPr>
              <a:xfrm>
                <a:off x="2764377" y="5415763"/>
                <a:ext cx="576287" cy="998158"/>
              </a:xfrm>
              <a:custGeom>
                <a:avLst/>
                <a:gdLst>
                  <a:gd name="connsiteX0" fmla="*/ 576287 w 576287"/>
                  <a:gd name="connsiteY0" fmla="*/ 0 h 998158"/>
                  <a:gd name="connsiteX1" fmla="*/ 0 w 576287"/>
                  <a:gd name="connsiteY1" fmla="*/ 998158 h 998158"/>
                  <a:gd name="connsiteX2" fmla="*/ 22426 w 576287"/>
                  <a:gd name="connsiteY2" fmla="*/ 882555 h 998158"/>
                  <a:gd name="connsiteX3" fmla="*/ 487385 w 576287"/>
                  <a:gd name="connsiteY3" fmla="*/ 77223 h 998158"/>
                  <a:gd name="connsiteX4" fmla="*/ 576287 w 576287"/>
                  <a:gd name="connsiteY4" fmla="*/ 0 h 998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6287" h="998158">
                    <a:moveTo>
                      <a:pt x="576287" y="0"/>
                    </a:moveTo>
                    <a:cubicBezTo>
                      <a:pt x="576287" y="0"/>
                      <a:pt x="576287" y="0"/>
                      <a:pt x="0" y="998158"/>
                    </a:cubicBezTo>
                    <a:cubicBezTo>
                      <a:pt x="4726" y="961188"/>
                      <a:pt x="12474" y="922181"/>
                      <a:pt x="22426" y="882555"/>
                    </a:cubicBezTo>
                    <a:cubicBezTo>
                      <a:pt x="22426" y="882555"/>
                      <a:pt x="22426" y="882555"/>
                      <a:pt x="487385" y="77223"/>
                    </a:cubicBezTo>
                    <a:cubicBezTo>
                      <a:pt x="516725" y="48792"/>
                      <a:pt x="546632" y="22578"/>
                      <a:pt x="5762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2" name="任意多边形 146"/>
              <p:cNvSpPr/>
              <p:nvPr>
                <p:custDataLst>
                  <p:tags r:id="rId13"/>
                </p:custDataLst>
              </p:nvPr>
            </p:nvSpPr>
            <p:spPr>
              <a:xfrm>
                <a:off x="3227072" y="5446910"/>
                <a:ext cx="857794" cy="1422506"/>
              </a:xfrm>
              <a:custGeom>
                <a:avLst/>
                <a:gdLst>
                  <a:gd name="connsiteX0" fmla="*/ 821284 w 857794"/>
                  <a:gd name="connsiteY0" fmla="*/ 0 h 1422506"/>
                  <a:gd name="connsiteX1" fmla="*/ 857794 w 857794"/>
                  <a:gd name="connsiteY1" fmla="*/ 13522 h 1422506"/>
                  <a:gd name="connsiteX2" fmla="*/ 108221 w 857794"/>
                  <a:gd name="connsiteY2" fmla="*/ 1311821 h 1422506"/>
                  <a:gd name="connsiteX3" fmla="*/ 44317 w 857794"/>
                  <a:gd name="connsiteY3" fmla="*/ 1422506 h 1422506"/>
                  <a:gd name="connsiteX4" fmla="*/ 0 w 857794"/>
                  <a:gd name="connsiteY4" fmla="*/ 1422506 h 1422506"/>
                  <a:gd name="connsiteX5" fmla="*/ 31019 w 857794"/>
                  <a:gd name="connsiteY5" fmla="*/ 1368778 h 1422506"/>
                  <a:gd name="connsiteX6" fmla="*/ 821284 w 857794"/>
                  <a:gd name="connsiteY6" fmla="*/ 0 h 14225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7794" h="1422506">
                    <a:moveTo>
                      <a:pt x="821284" y="0"/>
                    </a:moveTo>
                    <a:cubicBezTo>
                      <a:pt x="833999" y="3563"/>
                      <a:pt x="845897" y="8543"/>
                      <a:pt x="857794" y="13522"/>
                    </a:cubicBezTo>
                    <a:cubicBezTo>
                      <a:pt x="857794" y="13522"/>
                      <a:pt x="857794" y="13522"/>
                      <a:pt x="108221" y="1311821"/>
                    </a:cubicBezTo>
                    <a:lnTo>
                      <a:pt x="44317" y="1422506"/>
                    </a:lnTo>
                    <a:lnTo>
                      <a:pt x="0" y="1422506"/>
                    </a:lnTo>
                    <a:lnTo>
                      <a:pt x="31019" y="1368778"/>
                    </a:lnTo>
                    <a:cubicBezTo>
                      <a:pt x="143914" y="1173238"/>
                      <a:pt x="369704" y="782159"/>
                      <a:pt x="8212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" name="任意多边形 145"/>
              <p:cNvSpPr/>
              <p:nvPr>
                <p:custDataLst>
                  <p:tags r:id="rId14"/>
                </p:custDataLst>
              </p:nvPr>
            </p:nvSpPr>
            <p:spPr>
              <a:xfrm>
                <a:off x="3356055" y="5497094"/>
                <a:ext cx="823913" cy="1372323"/>
              </a:xfrm>
              <a:custGeom>
                <a:avLst/>
                <a:gdLst>
                  <a:gd name="connsiteX0" fmla="*/ 792311 w 823913"/>
                  <a:gd name="connsiteY0" fmla="*/ 0 h 1372323"/>
                  <a:gd name="connsiteX1" fmla="*/ 793696 w 823913"/>
                  <a:gd name="connsiteY1" fmla="*/ 800 h 1372323"/>
                  <a:gd name="connsiteX2" fmla="*/ 823913 w 823913"/>
                  <a:gd name="connsiteY2" fmla="*/ 22024 h 1372323"/>
                  <a:gd name="connsiteX3" fmla="*/ 77036 w 823913"/>
                  <a:gd name="connsiteY3" fmla="*/ 1315653 h 1372323"/>
                  <a:gd name="connsiteX4" fmla="*/ 44317 w 823913"/>
                  <a:gd name="connsiteY4" fmla="*/ 1372323 h 1372323"/>
                  <a:gd name="connsiteX5" fmla="*/ 0 w 823913"/>
                  <a:gd name="connsiteY5" fmla="*/ 1372323 h 1372323"/>
                  <a:gd name="connsiteX6" fmla="*/ 44515 w 823913"/>
                  <a:gd name="connsiteY6" fmla="*/ 1295221 h 1372323"/>
                  <a:gd name="connsiteX7" fmla="*/ 792311 w 823913"/>
                  <a:gd name="connsiteY7" fmla="*/ 0 h 13723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23913" h="1372323">
                    <a:moveTo>
                      <a:pt x="792311" y="0"/>
                    </a:moveTo>
                    <a:cubicBezTo>
                      <a:pt x="793004" y="400"/>
                      <a:pt x="793004" y="400"/>
                      <a:pt x="793696" y="800"/>
                    </a:cubicBezTo>
                    <a:cubicBezTo>
                      <a:pt x="804083" y="6797"/>
                      <a:pt x="814344" y="14611"/>
                      <a:pt x="823913" y="22024"/>
                    </a:cubicBezTo>
                    <a:cubicBezTo>
                      <a:pt x="823913" y="22024"/>
                      <a:pt x="823913" y="22024"/>
                      <a:pt x="77036" y="1315653"/>
                    </a:cubicBezTo>
                    <a:lnTo>
                      <a:pt x="44317" y="1372323"/>
                    </a:lnTo>
                    <a:lnTo>
                      <a:pt x="0" y="1372323"/>
                    </a:lnTo>
                    <a:lnTo>
                      <a:pt x="44515" y="1295221"/>
                    </a:lnTo>
                    <a:cubicBezTo>
                      <a:pt x="170443" y="1077107"/>
                      <a:pt x="394316" y="689348"/>
                      <a:pt x="79231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4" name="任意多边形 144"/>
              <p:cNvSpPr/>
              <p:nvPr>
                <p:custDataLst>
                  <p:tags r:id="rId15"/>
                </p:custDataLst>
              </p:nvPr>
            </p:nvSpPr>
            <p:spPr>
              <a:xfrm>
                <a:off x="2753955" y="5509416"/>
                <a:ext cx="403655" cy="699151"/>
              </a:xfrm>
              <a:custGeom>
                <a:avLst/>
                <a:gdLst>
                  <a:gd name="connsiteX0" fmla="*/ 403655 w 403655"/>
                  <a:gd name="connsiteY0" fmla="*/ 0 h 699151"/>
                  <a:gd name="connsiteX1" fmla="*/ 0 w 403655"/>
                  <a:gd name="connsiteY1" fmla="*/ 699151 h 699151"/>
                  <a:gd name="connsiteX2" fmla="*/ 82792 w 403655"/>
                  <a:gd name="connsiteY2" fmla="*/ 478990 h 699151"/>
                  <a:gd name="connsiteX3" fmla="*/ 254386 w 403655"/>
                  <a:gd name="connsiteY3" fmla="*/ 181780 h 699151"/>
                  <a:gd name="connsiteX4" fmla="*/ 403655 w 403655"/>
                  <a:gd name="connsiteY4" fmla="*/ 0 h 699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3655" h="699151">
                    <a:moveTo>
                      <a:pt x="403655" y="0"/>
                    </a:moveTo>
                    <a:cubicBezTo>
                      <a:pt x="403655" y="0"/>
                      <a:pt x="403655" y="0"/>
                      <a:pt x="0" y="699151"/>
                    </a:cubicBezTo>
                    <a:cubicBezTo>
                      <a:pt x="20719" y="628083"/>
                      <a:pt x="48861" y="553752"/>
                      <a:pt x="82792" y="478990"/>
                    </a:cubicBezTo>
                    <a:cubicBezTo>
                      <a:pt x="82792" y="478990"/>
                      <a:pt x="82792" y="478990"/>
                      <a:pt x="254386" y="181780"/>
                    </a:cubicBezTo>
                    <a:cubicBezTo>
                      <a:pt x="302167" y="115014"/>
                      <a:pt x="352467" y="53477"/>
                      <a:pt x="40365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5" name="任意多边形 143"/>
              <p:cNvSpPr/>
              <p:nvPr>
                <p:custDataLst>
                  <p:tags r:id="rId16"/>
                </p:custDataLst>
              </p:nvPr>
            </p:nvSpPr>
            <p:spPr>
              <a:xfrm>
                <a:off x="3485039" y="5558808"/>
                <a:ext cx="783375" cy="1310608"/>
              </a:xfrm>
              <a:custGeom>
                <a:avLst/>
                <a:gdLst>
                  <a:gd name="connsiteX0" fmla="*/ 756680 w 783375"/>
                  <a:gd name="connsiteY0" fmla="*/ 0 h 1310608"/>
                  <a:gd name="connsiteX1" fmla="*/ 783375 w 783375"/>
                  <a:gd name="connsiteY1" fmla="*/ 30523 h 1310608"/>
                  <a:gd name="connsiteX2" fmla="*/ 50163 w 783375"/>
                  <a:gd name="connsiteY2" fmla="*/ 1300484 h 1310608"/>
                  <a:gd name="connsiteX3" fmla="*/ 44318 w 783375"/>
                  <a:gd name="connsiteY3" fmla="*/ 1310608 h 1310608"/>
                  <a:gd name="connsiteX4" fmla="*/ 0 w 783375"/>
                  <a:gd name="connsiteY4" fmla="*/ 1310608 h 1310608"/>
                  <a:gd name="connsiteX5" fmla="*/ 14449 w 783375"/>
                  <a:gd name="connsiteY5" fmla="*/ 1285582 h 1310608"/>
                  <a:gd name="connsiteX6" fmla="*/ 756680 w 783375"/>
                  <a:gd name="connsiteY6" fmla="*/ 0 h 1310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83375" h="1310608">
                    <a:moveTo>
                      <a:pt x="756680" y="0"/>
                    </a:moveTo>
                    <a:cubicBezTo>
                      <a:pt x="766124" y="9230"/>
                      <a:pt x="775567" y="18460"/>
                      <a:pt x="783375" y="30523"/>
                    </a:cubicBezTo>
                    <a:cubicBezTo>
                      <a:pt x="783375" y="30523"/>
                      <a:pt x="783375" y="30523"/>
                      <a:pt x="50163" y="1300484"/>
                    </a:cubicBezTo>
                    <a:lnTo>
                      <a:pt x="44318" y="1310608"/>
                    </a:lnTo>
                    <a:lnTo>
                      <a:pt x="0" y="1310608"/>
                    </a:lnTo>
                    <a:lnTo>
                      <a:pt x="14449" y="1285582"/>
                    </a:lnTo>
                    <a:cubicBezTo>
                      <a:pt x="139440" y="1069091"/>
                      <a:pt x="361647" y="684218"/>
                      <a:pt x="75668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6" name="任意多边形 142"/>
              <p:cNvSpPr/>
              <p:nvPr>
                <p:custDataLst>
                  <p:tags r:id="rId17"/>
                </p:custDataLst>
              </p:nvPr>
            </p:nvSpPr>
            <p:spPr>
              <a:xfrm>
                <a:off x="3614023" y="5630782"/>
                <a:ext cx="736081" cy="1238634"/>
              </a:xfrm>
              <a:custGeom>
                <a:avLst/>
                <a:gdLst>
                  <a:gd name="connsiteX0" fmla="*/ 715126 w 736081"/>
                  <a:gd name="connsiteY0" fmla="*/ 0 h 1238634"/>
                  <a:gd name="connsiteX1" fmla="*/ 736081 w 736081"/>
                  <a:gd name="connsiteY1" fmla="*/ 40464 h 1238634"/>
                  <a:gd name="connsiteX2" fmla="*/ 96173 w 736081"/>
                  <a:gd name="connsiteY2" fmla="*/ 1148817 h 1238634"/>
                  <a:gd name="connsiteX3" fmla="*/ 44317 w 736081"/>
                  <a:gd name="connsiteY3" fmla="*/ 1238634 h 1238634"/>
                  <a:gd name="connsiteX4" fmla="*/ 0 w 736081"/>
                  <a:gd name="connsiteY4" fmla="*/ 1238634 h 1238634"/>
                  <a:gd name="connsiteX5" fmla="*/ 46707 w 736081"/>
                  <a:gd name="connsiteY5" fmla="*/ 1157736 h 1238634"/>
                  <a:gd name="connsiteX6" fmla="*/ 715126 w 736081"/>
                  <a:gd name="connsiteY6" fmla="*/ 0 h 1238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6081" h="1238634">
                    <a:moveTo>
                      <a:pt x="715126" y="0"/>
                    </a:moveTo>
                    <a:cubicBezTo>
                      <a:pt x="722930" y="12070"/>
                      <a:pt x="729915" y="25558"/>
                      <a:pt x="736081" y="40464"/>
                    </a:cubicBezTo>
                    <a:cubicBezTo>
                      <a:pt x="736081" y="40464"/>
                      <a:pt x="736081" y="40464"/>
                      <a:pt x="96173" y="1148817"/>
                    </a:cubicBezTo>
                    <a:lnTo>
                      <a:pt x="44317" y="1238634"/>
                    </a:lnTo>
                    <a:lnTo>
                      <a:pt x="0" y="1238634"/>
                    </a:lnTo>
                    <a:lnTo>
                      <a:pt x="46707" y="1157736"/>
                    </a:lnTo>
                    <a:cubicBezTo>
                      <a:pt x="176245" y="933368"/>
                      <a:pt x="383507" y="574381"/>
                      <a:pt x="71512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7" name="任意多边形 141"/>
              <p:cNvSpPr/>
              <p:nvPr>
                <p:custDataLst>
                  <p:tags r:id="rId18"/>
                </p:custDataLst>
              </p:nvPr>
            </p:nvSpPr>
            <p:spPr>
              <a:xfrm>
                <a:off x="3743006" y="5718881"/>
                <a:ext cx="680330" cy="1150536"/>
              </a:xfrm>
              <a:custGeom>
                <a:avLst/>
                <a:gdLst>
                  <a:gd name="connsiteX0" fmla="*/ 664262 w 680330"/>
                  <a:gd name="connsiteY0" fmla="*/ 0 h 1150536"/>
                  <a:gd name="connsiteX1" fmla="*/ 680330 w 680330"/>
                  <a:gd name="connsiteY1" fmla="*/ 48930 h 1150536"/>
                  <a:gd name="connsiteX2" fmla="*/ 75412 w 680330"/>
                  <a:gd name="connsiteY2" fmla="*/ 1096678 h 1150536"/>
                  <a:gd name="connsiteX3" fmla="*/ 44317 w 680330"/>
                  <a:gd name="connsiteY3" fmla="*/ 1150536 h 1150536"/>
                  <a:gd name="connsiteX4" fmla="*/ 0 w 680330"/>
                  <a:gd name="connsiteY4" fmla="*/ 1150536 h 1150536"/>
                  <a:gd name="connsiteX5" fmla="*/ 23987 w 680330"/>
                  <a:gd name="connsiteY5" fmla="*/ 1108989 h 1150536"/>
                  <a:gd name="connsiteX6" fmla="*/ 664262 w 680330"/>
                  <a:gd name="connsiteY6" fmla="*/ 0 h 1150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80330" h="1150536">
                    <a:moveTo>
                      <a:pt x="664262" y="0"/>
                    </a:moveTo>
                    <a:cubicBezTo>
                      <a:pt x="670436" y="14894"/>
                      <a:pt x="675792" y="31204"/>
                      <a:pt x="680330" y="48930"/>
                    </a:cubicBezTo>
                    <a:cubicBezTo>
                      <a:pt x="680330" y="48930"/>
                      <a:pt x="680330" y="48930"/>
                      <a:pt x="75412" y="1096678"/>
                    </a:cubicBezTo>
                    <a:lnTo>
                      <a:pt x="44317" y="1150536"/>
                    </a:lnTo>
                    <a:lnTo>
                      <a:pt x="0" y="1150536"/>
                    </a:lnTo>
                    <a:lnTo>
                      <a:pt x="23987" y="1108989"/>
                    </a:lnTo>
                    <a:cubicBezTo>
                      <a:pt x="148072" y="894069"/>
                      <a:pt x="346606" y="550196"/>
                      <a:pt x="6642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" name="任意多边形 140"/>
              <p:cNvSpPr/>
              <p:nvPr>
                <p:custDataLst>
                  <p:tags r:id="rId19"/>
                </p:custDataLst>
              </p:nvPr>
            </p:nvSpPr>
            <p:spPr>
              <a:xfrm>
                <a:off x="3870035" y="5819324"/>
                <a:ext cx="614984" cy="1050093"/>
              </a:xfrm>
              <a:custGeom>
                <a:avLst/>
                <a:gdLst>
                  <a:gd name="connsiteX0" fmla="*/ 606271 w 614984"/>
                  <a:gd name="connsiteY0" fmla="*/ 0 h 1050093"/>
                  <a:gd name="connsiteX1" fmla="*/ 614984 w 614984"/>
                  <a:gd name="connsiteY1" fmla="*/ 61668 h 1050093"/>
                  <a:gd name="connsiteX2" fmla="*/ 115513 w 614984"/>
                  <a:gd name="connsiteY2" fmla="*/ 926777 h 1050093"/>
                  <a:gd name="connsiteX3" fmla="*/ 44317 w 614984"/>
                  <a:gd name="connsiteY3" fmla="*/ 1050093 h 1050093"/>
                  <a:gd name="connsiteX4" fmla="*/ 0 w 614984"/>
                  <a:gd name="connsiteY4" fmla="*/ 1050093 h 1050093"/>
                  <a:gd name="connsiteX5" fmla="*/ 5653 w 614984"/>
                  <a:gd name="connsiteY5" fmla="*/ 1040301 h 1050093"/>
                  <a:gd name="connsiteX6" fmla="*/ 606271 w 614984"/>
                  <a:gd name="connsiteY6" fmla="*/ 0 h 10500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14984" h="1050093">
                    <a:moveTo>
                      <a:pt x="606271" y="0"/>
                    </a:moveTo>
                    <a:cubicBezTo>
                      <a:pt x="610685" y="19540"/>
                      <a:pt x="613590" y="40096"/>
                      <a:pt x="614984" y="61668"/>
                    </a:cubicBezTo>
                    <a:cubicBezTo>
                      <a:pt x="614984" y="61668"/>
                      <a:pt x="614984" y="61668"/>
                      <a:pt x="115513" y="926777"/>
                    </a:cubicBezTo>
                    <a:lnTo>
                      <a:pt x="44317" y="1050093"/>
                    </a:lnTo>
                    <a:lnTo>
                      <a:pt x="0" y="1050093"/>
                    </a:lnTo>
                    <a:lnTo>
                      <a:pt x="5653" y="1040301"/>
                    </a:lnTo>
                    <a:cubicBezTo>
                      <a:pt x="122052" y="838692"/>
                      <a:pt x="308290" y="516118"/>
                      <a:pt x="6062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9" name="任意多边形 139"/>
              <p:cNvSpPr/>
              <p:nvPr>
                <p:custDataLst>
                  <p:tags r:id="rId20"/>
                </p:custDataLst>
              </p:nvPr>
            </p:nvSpPr>
            <p:spPr>
              <a:xfrm>
                <a:off x="3999017" y="5938200"/>
                <a:ext cx="538932" cy="931217"/>
              </a:xfrm>
              <a:custGeom>
                <a:avLst/>
                <a:gdLst>
                  <a:gd name="connsiteX0" fmla="*/ 537639 w 538932"/>
                  <a:gd name="connsiteY0" fmla="*/ 0 h 931217"/>
                  <a:gd name="connsiteX1" fmla="*/ 537322 w 538932"/>
                  <a:gd name="connsiteY1" fmla="*/ 77309 h 931217"/>
                  <a:gd name="connsiteX2" fmla="*/ 98704 w 538932"/>
                  <a:gd name="connsiteY2" fmla="*/ 837017 h 931217"/>
                  <a:gd name="connsiteX3" fmla="*/ 44318 w 538932"/>
                  <a:gd name="connsiteY3" fmla="*/ 931217 h 931217"/>
                  <a:gd name="connsiteX4" fmla="*/ 0 w 538932"/>
                  <a:gd name="connsiteY4" fmla="*/ 931217 h 931217"/>
                  <a:gd name="connsiteX5" fmla="*/ 50362 w 538932"/>
                  <a:gd name="connsiteY5" fmla="*/ 843989 h 931217"/>
                  <a:gd name="connsiteX6" fmla="*/ 537639 w 538932"/>
                  <a:gd name="connsiteY6" fmla="*/ 0 h 9312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38932" h="931217">
                    <a:moveTo>
                      <a:pt x="537639" y="0"/>
                    </a:moveTo>
                    <a:cubicBezTo>
                      <a:pt x="539590" y="23807"/>
                      <a:pt x="539211" y="50049"/>
                      <a:pt x="537322" y="77309"/>
                    </a:cubicBezTo>
                    <a:cubicBezTo>
                      <a:pt x="537322" y="77309"/>
                      <a:pt x="537322" y="77309"/>
                      <a:pt x="98704" y="837017"/>
                    </a:cubicBezTo>
                    <a:lnTo>
                      <a:pt x="44318" y="931217"/>
                    </a:lnTo>
                    <a:lnTo>
                      <a:pt x="0" y="931217"/>
                    </a:lnTo>
                    <a:lnTo>
                      <a:pt x="50362" y="843989"/>
                    </a:lnTo>
                    <a:cubicBezTo>
                      <a:pt x="156981" y="659318"/>
                      <a:pt x="312064" y="390707"/>
                      <a:pt x="53763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0" name="任意多边形 138"/>
              <p:cNvSpPr/>
              <p:nvPr>
                <p:custDataLst>
                  <p:tags r:id="rId21"/>
                </p:custDataLst>
              </p:nvPr>
            </p:nvSpPr>
            <p:spPr>
              <a:xfrm>
                <a:off x="4128002" y="6080530"/>
                <a:ext cx="455464" cy="788887"/>
              </a:xfrm>
              <a:custGeom>
                <a:avLst/>
                <a:gdLst>
                  <a:gd name="connsiteX0" fmla="*/ 455464 w 455464"/>
                  <a:gd name="connsiteY0" fmla="*/ 0 h 788887"/>
                  <a:gd name="connsiteX1" fmla="*/ 440416 w 455464"/>
                  <a:gd name="connsiteY1" fmla="*/ 102823 h 788887"/>
                  <a:gd name="connsiteX2" fmla="*/ 88431 w 455464"/>
                  <a:gd name="connsiteY2" fmla="*/ 712479 h 788887"/>
                  <a:gd name="connsiteX3" fmla="*/ 44317 w 455464"/>
                  <a:gd name="connsiteY3" fmla="*/ 788887 h 788887"/>
                  <a:gd name="connsiteX4" fmla="*/ 0 w 455464"/>
                  <a:gd name="connsiteY4" fmla="*/ 788887 h 788887"/>
                  <a:gd name="connsiteX5" fmla="*/ 35594 w 455464"/>
                  <a:gd name="connsiteY5" fmla="*/ 727235 h 788887"/>
                  <a:gd name="connsiteX6" fmla="*/ 455464 w 455464"/>
                  <a:gd name="connsiteY6" fmla="*/ 0 h 7888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55464" h="788887">
                    <a:moveTo>
                      <a:pt x="455464" y="0"/>
                    </a:moveTo>
                    <a:cubicBezTo>
                      <a:pt x="451686" y="33729"/>
                      <a:pt x="447216" y="67059"/>
                      <a:pt x="440416" y="102823"/>
                    </a:cubicBezTo>
                    <a:cubicBezTo>
                      <a:pt x="440416" y="102823"/>
                      <a:pt x="440416" y="102823"/>
                      <a:pt x="88431" y="712479"/>
                    </a:cubicBezTo>
                    <a:lnTo>
                      <a:pt x="44317" y="788887"/>
                    </a:lnTo>
                    <a:lnTo>
                      <a:pt x="0" y="788887"/>
                    </a:lnTo>
                    <a:lnTo>
                      <a:pt x="35594" y="727235"/>
                    </a:lnTo>
                    <a:cubicBezTo>
                      <a:pt x="127465" y="568111"/>
                      <a:pt x="261094" y="336658"/>
                      <a:pt x="45546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1" name="任意多边形 137"/>
              <p:cNvSpPr/>
              <p:nvPr>
                <p:custDataLst>
                  <p:tags r:id="rId22"/>
                </p:custDataLst>
              </p:nvPr>
            </p:nvSpPr>
            <p:spPr>
              <a:xfrm>
                <a:off x="4256988" y="6262435"/>
                <a:ext cx="350441" cy="606982"/>
              </a:xfrm>
              <a:custGeom>
                <a:avLst/>
                <a:gdLst>
                  <a:gd name="connsiteX0" fmla="*/ 350441 w 350441"/>
                  <a:gd name="connsiteY0" fmla="*/ 0 h 606982"/>
                  <a:gd name="connsiteX1" fmla="*/ 302636 w 350441"/>
                  <a:gd name="connsiteY1" fmla="*/ 159559 h 606982"/>
                  <a:gd name="connsiteX2" fmla="*/ 92049 w 350441"/>
                  <a:gd name="connsiteY2" fmla="*/ 524307 h 606982"/>
                  <a:gd name="connsiteX3" fmla="*/ 44317 w 350441"/>
                  <a:gd name="connsiteY3" fmla="*/ 606982 h 606982"/>
                  <a:gd name="connsiteX4" fmla="*/ 0 w 350441"/>
                  <a:gd name="connsiteY4" fmla="*/ 606982 h 606982"/>
                  <a:gd name="connsiteX5" fmla="*/ 28827 w 350441"/>
                  <a:gd name="connsiteY5" fmla="*/ 557052 h 606982"/>
                  <a:gd name="connsiteX6" fmla="*/ 350441 w 350441"/>
                  <a:gd name="connsiteY6" fmla="*/ 0 h 6069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50441" h="606982">
                    <a:moveTo>
                      <a:pt x="350441" y="0"/>
                    </a:moveTo>
                    <a:cubicBezTo>
                      <a:pt x="338221" y="51550"/>
                      <a:pt x="322286" y="104737"/>
                      <a:pt x="302636" y="159559"/>
                    </a:cubicBezTo>
                    <a:cubicBezTo>
                      <a:pt x="302636" y="159559"/>
                      <a:pt x="302636" y="159559"/>
                      <a:pt x="92049" y="524307"/>
                    </a:cubicBezTo>
                    <a:lnTo>
                      <a:pt x="44317" y="606982"/>
                    </a:lnTo>
                    <a:lnTo>
                      <a:pt x="0" y="606982"/>
                    </a:lnTo>
                    <a:lnTo>
                      <a:pt x="28827" y="557052"/>
                    </a:lnTo>
                    <a:cubicBezTo>
                      <a:pt x="99198" y="435165"/>
                      <a:pt x="201556" y="257876"/>
                      <a:pt x="35044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2" name="任意多边形 136"/>
              <p:cNvSpPr/>
              <p:nvPr>
                <p:custDataLst>
                  <p:tags r:id="rId23"/>
                </p:custDataLst>
              </p:nvPr>
            </p:nvSpPr>
            <p:spPr>
              <a:xfrm>
                <a:off x="4384017" y="6554888"/>
                <a:ext cx="181594" cy="314529"/>
              </a:xfrm>
              <a:custGeom>
                <a:avLst/>
                <a:gdLst>
                  <a:gd name="connsiteX0" fmla="*/ 181594 w 181594"/>
                  <a:gd name="connsiteY0" fmla="*/ 0 h 314529"/>
                  <a:gd name="connsiteX1" fmla="*/ 100989 w 181594"/>
                  <a:gd name="connsiteY1" fmla="*/ 187001 h 314529"/>
                  <a:gd name="connsiteX2" fmla="*/ 44195 w 181594"/>
                  <a:gd name="connsiteY2" fmla="*/ 273100 h 314529"/>
                  <a:gd name="connsiteX3" fmla="*/ 9396 w 181594"/>
                  <a:gd name="connsiteY3" fmla="*/ 314529 h 314529"/>
                  <a:gd name="connsiteX4" fmla="*/ 0 w 181594"/>
                  <a:gd name="connsiteY4" fmla="*/ 314529 h 314529"/>
                  <a:gd name="connsiteX5" fmla="*/ 181594 w 181594"/>
                  <a:gd name="connsiteY5" fmla="*/ 0 h 3145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1594" h="314529">
                    <a:moveTo>
                      <a:pt x="181594" y="0"/>
                    </a:moveTo>
                    <a:cubicBezTo>
                      <a:pt x="162164" y="64117"/>
                      <a:pt x="136056" y="126263"/>
                      <a:pt x="100989" y="187001"/>
                    </a:cubicBezTo>
                    <a:cubicBezTo>
                      <a:pt x="83455" y="217370"/>
                      <a:pt x="64497" y="245976"/>
                      <a:pt x="44195" y="273100"/>
                    </a:cubicBezTo>
                    <a:lnTo>
                      <a:pt x="9396" y="314529"/>
                    </a:lnTo>
                    <a:lnTo>
                      <a:pt x="0" y="314529"/>
                    </a:lnTo>
                    <a:lnTo>
                      <a:pt x="181594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grpSp>
        <p:nvGrpSpPr>
          <p:cNvPr id="11" name="组合 10"/>
          <p:cNvGrpSpPr/>
          <p:nvPr userDrawn="1">
            <p:custDataLst>
              <p:tags r:id="rId24"/>
            </p:custDataLst>
          </p:nvPr>
        </p:nvGrpSpPr>
        <p:grpSpPr>
          <a:xfrm>
            <a:off x="10436225" y="-8890"/>
            <a:ext cx="1755140" cy="1172845"/>
            <a:chOff x="14243" y="-25"/>
            <a:chExt cx="4956" cy="3312"/>
          </a:xfrm>
        </p:grpSpPr>
        <p:sp>
          <p:nvSpPr>
            <p:cNvPr id="13" name="Freeform 11"/>
            <p:cNvSpPr/>
            <p:nvPr userDrawn="1">
              <p:custDataLst>
                <p:tags r:id="rId25"/>
              </p:custDataLst>
            </p:nvPr>
          </p:nvSpPr>
          <p:spPr bwMode="auto">
            <a:xfrm>
              <a:off x="16525" y="0"/>
              <a:ext cx="2675" cy="2430"/>
            </a:xfrm>
            <a:custGeom>
              <a:avLst/>
              <a:gdLst>
                <a:gd name="T0" fmla="*/ 324 w 952"/>
                <a:gd name="T1" fmla="*/ 0 h 864"/>
                <a:gd name="T2" fmla="*/ 296 w 952"/>
                <a:gd name="T3" fmla="*/ 376 h 864"/>
                <a:gd name="T4" fmla="*/ 536 w 952"/>
                <a:gd name="T5" fmla="*/ 700 h 864"/>
                <a:gd name="T6" fmla="*/ 952 w 952"/>
                <a:gd name="T7" fmla="*/ 768 h 864"/>
                <a:gd name="T8" fmla="*/ 952 w 952"/>
                <a:gd name="T9" fmla="*/ 0 h 864"/>
                <a:gd name="T10" fmla="*/ 324 w 952"/>
                <a:gd name="T11" fmla="*/ 0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52" h="864">
                  <a:moveTo>
                    <a:pt x="324" y="0"/>
                  </a:moveTo>
                  <a:cubicBezTo>
                    <a:pt x="324" y="0"/>
                    <a:pt x="488" y="152"/>
                    <a:pt x="296" y="376"/>
                  </a:cubicBezTo>
                  <a:cubicBezTo>
                    <a:pt x="296" y="376"/>
                    <a:pt x="0" y="864"/>
                    <a:pt x="536" y="700"/>
                  </a:cubicBezTo>
                  <a:cubicBezTo>
                    <a:pt x="536" y="700"/>
                    <a:pt x="796" y="616"/>
                    <a:pt x="952" y="768"/>
                  </a:cubicBezTo>
                  <a:cubicBezTo>
                    <a:pt x="952" y="0"/>
                    <a:pt x="952" y="0"/>
                    <a:pt x="952" y="0"/>
                  </a:cubicBezTo>
                  <a:lnTo>
                    <a:pt x="32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4" name="组合 53"/>
            <p:cNvGrpSpPr/>
            <p:nvPr userDrawn="1">
              <p:custDataLst>
                <p:tags r:id="rId26"/>
              </p:custDataLst>
            </p:nvPr>
          </p:nvGrpSpPr>
          <p:grpSpPr>
            <a:xfrm>
              <a:off x="14243" y="-25"/>
              <a:ext cx="4133" cy="3313"/>
              <a:chOff x="9044119" y="-15877"/>
              <a:chExt cx="2624337" cy="2103905"/>
            </a:xfrm>
          </p:grpSpPr>
          <p:sp>
            <p:nvSpPr>
              <p:cNvPr id="63" name="任意多边形 122"/>
              <p:cNvSpPr/>
              <p:nvPr>
                <p:custDataLst>
                  <p:tags r:id="rId27"/>
                </p:custDataLst>
              </p:nvPr>
            </p:nvSpPr>
            <p:spPr>
              <a:xfrm>
                <a:off x="9044119" y="-15876"/>
                <a:ext cx="407785" cy="706307"/>
              </a:xfrm>
              <a:custGeom>
                <a:avLst/>
                <a:gdLst>
                  <a:gd name="connsiteX0" fmla="*/ 255661 w 302156"/>
                  <a:gd name="connsiteY0" fmla="*/ 0 h 523351"/>
                  <a:gd name="connsiteX1" fmla="*/ 302156 w 302156"/>
                  <a:gd name="connsiteY1" fmla="*/ 0 h 523351"/>
                  <a:gd name="connsiteX2" fmla="*/ 285876 w 302156"/>
                  <a:gd name="connsiteY2" fmla="*/ 28198 h 523351"/>
                  <a:gd name="connsiteX3" fmla="*/ 0 w 302156"/>
                  <a:gd name="connsiteY3" fmla="*/ 523351 h 523351"/>
                  <a:gd name="connsiteX4" fmla="*/ 86860 w 302156"/>
                  <a:gd name="connsiteY4" fmla="*/ 292372 h 523351"/>
                  <a:gd name="connsiteX5" fmla="*/ 207463 w 302156"/>
                  <a:gd name="connsiteY5" fmla="*/ 83480 h 523351"/>
                  <a:gd name="connsiteX6" fmla="*/ 255661 w 302156"/>
                  <a:gd name="connsiteY6" fmla="*/ 0 h 5233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02156" h="523351">
                    <a:moveTo>
                      <a:pt x="255661" y="0"/>
                    </a:moveTo>
                    <a:lnTo>
                      <a:pt x="302156" y="0"/>
                    </a:lnTo>
                    <a:lnTo>
                      <a:pt x="285876" y="28198"/>
                    </a:lnTo>
                    <a:cubicBezTo>
                      <a:pt x="223325" y="136541"/>
                      <a:pt x="132341" y="294130"/>
                      <a:pt x="0" y="523351"/>
                    </a:cubicBezTo>
                    <a:cubicBezTo>
                      <a:pt x="21737" y="448790"/>
                      <a:pt x="51262" y="370808"/>
                      <a:pt x="86860" y="292372"/>
                    </a:cubicBezTo>
                    <a:cubicBezTo>
                      <a:pt x="86860" y="292372"/>
                      <a:pt x="86860" y="292372"/>
                      <a:pt x="207463" y="83480"/>
                    </a:cubicBezTo>
                    <a:lnTo>
                      <a:pt x="2556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4" name="任意多边形 121"/>
              <p:cNvSpPr/>
              <p:nvPr>
                <p:custDataLst>
                  <p:tags r:id="rId28"/>
                </p:custDataLst>
              </p:nvPr>
            </p:nvSpPr>
            <p:spPr>
              <a:xfrm>
                <a:off x="9058874" y="-15876"/>
                <a:ext cx="575657" cy="997070"/>
              </a:xfrm>
              <a:custGeom>
                <a:avLst/>
                <a:gdLst>
                  <a:gd name="connsiteX0" fmla="*/ 380051 w 426544"/>
                  <a:gd name="connsiteY0" fmla="*/ 0 h 738797"/>
                  <a:gd name="connsiteX1" fmla="*/ 426544 w 426544"/>
                  <a:gd name="connsiteY1" fmla="*/ 0 h 738797"/>
                  <a:gd name="connsiteX2" fmla="*/ 408138 w 426544"/>
                  <a:gd name="connsiteY2" fmla="*/ 31881 h 738797"/>
                  <a:gd name="connsiteX3" fmla="*/ 0 w 426544"/>
                  <a:gd name="connsiteY3" fmla="*/ 738797 h 738797"/>
                  <a:gd name="connsiteX4" fmla="*/ 23528 w 426544"/>
                  <a:gd name="connsiteY4" fmla="*/ 617513 h 738797"/>
                  <a:gd name="connsiteX5" fmla="*/ 350321 w 426544"/>
                  <a:gd name="connsiteY5" fmla="*/ 51493 h 738797"/>
                  <a:gd name="connsiteX6" fmla="*/ 380051 w 426544"/>
                  <a:gd name="connsiteY6" fmla="*/ 0 h 7387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26544" h="738797">
                    <a:moveTo>
                      <a:pt x="380051" y="0"/>
                    </a:moveTo>
                    <a:lnTo>
                      <a:pt x="426544" y="0"/>
                    </a:lnTo>
                    <a:lnTo>
                      <a:pt x="408138" y="31881"/>
                    </a:lnTo>
                    <a:cubicBezTo>
                      <a:pt x="318835" y="186559"/>
                      <a:pt x="188939" y="411545"/>
                      <a:pt x="0" y="738797"/>
                    </a:cubicBezTo>
                    <a:cubicBezTo>
                      <a:pt x="4959" y="700009"/>
                      <a:pt x="13087" y="659086"/>
                      <a:pt x="23528" y="617513"/>
                    </a:cubicBezTo>
                    <a:cubicBezTo>
                      <a:pt x="23528" y="617513"/>
                      <a:pt x="23528" y="617513"/>
                      <a:pt x="350321" y="51493"/>
                    </a:cubicBezTo>
                    <a:lnTo>
                      <a:pt x="38005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5" name="任意多边形 120"/>
              <p:cNvSpPr/>
              <p:nvPr>
                <p:custDataLst>
                  <p:tags r:id="rId29"/>
                </p:custDataLst>
              </p:nvPr>
            </p:nvSpPr>
            <p:spPr>
              <a:xfrm>
                <a:off x="9113492" y="-15876"/>
                <a:ext cx="700903" cy="1213998"/>
              </a:xfrm>
              <a:custGeom>
                <a:avLst/>
                <a:gdLst>
                  <a:gd name="connsiteX0" fmla="*/ 472852 w 519347"/>
                  <a:gd name="connsiteY0" fmla="*/ 0 h 899534"/>
                  <a:gd name="connsiteX1" fmla="*/ 519347 w 519347"/>
                  <a:gd name="connsiteY1" fmla="*/ 0 h 899534"/>
                  <a:gd name="connsiteX2" fmla="*/ 488447 w 519347"/>
                  <a:gd name="connsiteY2" fmla="*/ 53520 h 899534"/>
                  <a:gd name="connsiteX3" fmla="*/ 0 w 519347"/>
                  <a:gd name="connsiteY3" fmla="*/ 899534 h 899534"/>
                  <a:gd name="connsiteX4" fmla="*/ 4566 w 519347"/>
                  <a:gd name="connsiteY4" fmla="*/ 811095 h 899534"/>
                  <a:gd name="connsiteX5" fmla="*/ 436464 w 519347"/>
                  <a:gd name="connsiteY5" fmla="*/ 63025 h 899534"/>
                  <a:gd name="connsiteX6" fmla="*/ 472852 w 519347"/>
                  <a:gd name="connsiteY6" fmla="*/ 0 h 899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19347" h="899534">
                    <a:moveTo>
                      <a:pt x="472852" y="0"/>
                    </a:moveTo>
                    <a:lnTo>
                      <a:pt x="519347" y="0"/>
                    </a:lnTo>
                    <a:lnTo>
                      <a:pt x="488447" y="53520"/>
                    </a:lnTo>
                    <a:cubicBezTo>
                      <a:pt x="381572" y="238633"/>
                      <a:pt x="226117" y="507889"/>
                      <a:pt x="0" y="899534"/>
                    </a:cubicBezTo>
                    <a:cubicBezTo>
                      <a:pt x="510" y="870130"/>
                      <a:pt x="1746" y="841145"/>
                      <a:pt x="4566" y="811095"/>
                    </a:cubicBezTo>
                    <a:cubicBezTo>
                      <a:pt x="4566" y="811095"/>
                      <a:pt x="4566" y="811095"/>
                      <a:pt x="436464" y="63025"/>
                    </a:cubicBezTo>
                    <a:lnTo>
                      <a:pt x="4728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6" name="任意多边形 119"/>
              <p:cNvSpPr/>
              <p:nvPr>
                <p:custDataLst>
                  <p:tags r:id="rId30"/>
                </p:custDataLst>
              </p:nvPr>
            </p:nvSpPr>
            <p:spPr>
              <a:xfrm>
                <a:off x="9184090" y="-15876"/>
                <a:ext cx="812932" cy="1394769"/>
              </a:xfrm>
              <a:custGeom>
                <a:avLst/>
                <a:gdLst>
                  <a:gd name="connsiteX0" fmla="*/ 555861 w 602357"/>
                  <a:gd name="connsiteY0" fmla="*/ 0 h 1033480"/>
                  <a:gd name="connsiteX1" fmla="*/ 602357 w 602357"/>
                  <a:gd name="connsiteY1" fmla="*/ 0 h 1033480"/>
                  <a:gd name="connsiteX2" fmla="*/ 552857 w 602357"/>
                  <a:gd name="connsiteY2" fmla="*/ 85735 h 1033480"/>
                  <a:gd name="connsiteX3" fmla="*/ 5677 w 602357"/>
                  <a:gd name="connsiteY3" fmla="*/ 1033480 h 1033480"/>
                  <a:gd name="connsiteX4" fmla="*/ 0 w 602357"/>
                  <a:gd name="connsiteY4" fmla="*/ 962780 h 1033480"/>
                  <a:gd name="connsiteX5" fmla="*/ 503909 w 602357"/>
                  <a:gd name="connsiteY5" fmla="*/ 89985 h 1033480"/>
                  <a:gd name="connsiteX6" fmla="*/ 555861 w 602357"/>
                  <a:gd name="connsiteY6" fmla="*/ 0 h 1033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02357" h="1033480">
                    <a:moveTo>
                      <a:pt x="555861" y="0"/>
                    </a:moveTo>
                    <a:lnTo>
                      <a:pt x="602357" y="0"/>
                    </a:lnTo>
                    <a:lnTo>
                      <a:pt x="552857" y="85735"/>
                    </a:lnTo>
                    <a:cubicBezTo>
                      <a:pt x="433131" y="293108"/>
                      <a:pt x="258983" y="594741"/>
                      <a:pt x="5677" y="1033480"/>
                    </a:cubicBezTo>
                    <a:cubicBezTo>
                      <a:pt x="1914" y="1011477"/>
                      <a:pt x="594" y="986919"/>
                      <a:pt x="0" y="962780"/>
                    </a:cubicBezTo>
                    <a:cubicBezTo>
                      <a:pt x="0" y="962780"/>
                      <a:pt x="0" y="962780"/>
                      <a:pt x="503909" y="89985"/>
                    </a:cubicBezTo>
                    <a:lnTo>
                      <a:pt x="5558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7" name="任意多边形 118"/>
              <p:cNvSpPr/>
              <p:nvPr>
                <p:custDataLst>
                  <p:tags r:id="rId31"/>
                </p:custDataLst>
              </p:nvPr>
            </p:nvSpPr>
            <p:spPr>
              <a:xfrm>
                <a:off x="9267546" y="-15876"/>
                <a:ext cx="912104" cy="1546484"/>
              </a:xfrm>
              <a:custGeom>
                <a:avLst/>
                <a:gdLst>
                  <a:gd name="connsiteX0" fmla="*/ 629345 w 675840"/>
                  <a:gd name="connsiteY0" fmla="*/ 0 h 1145896"/>
                  <a:gd name="connsiteX1" fmla="*/ 675840 w 675840"/>
                  <a:gd name="connsiteY1" fmla="*/ 0 h 1145896"/>
                  <a:gd name="connsiteX2" fmla="*/ 673914 w 675840"/>
                  <a:gd name="connsiteY2" fmla="*/ 3335 h 1145896"/>
                  <a:gd name="connsiteX3" fmla="*/ 14256 w 675840"/>
                  <a:gd name="connsiteY3" fmla="*/ 1145896 h 1145896"/>
                  <a:gd name="connsiteX4" fmla="*/ 0 w 675840"/>
                  <a:gd name="connsiteY4" fmla="*/ 1090056 h 1145896"/>
                  <a:gd name="connsiteX5" fmla="*/ 618876 w 675840"/>
                  <a:gd name="connsiteY5" fmla="*/ 18132 h 1145896"/>
                  <a:gd name="connsiteX6" fmla="*/ 629345 w 675840"/>
                  <a:gd name="connsiteY6" fmla="*/ 0 h 1145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75840" h="1145896">
                    <a:moveTo>
                      <a:pt x="629345" y="0"/>
                    </a:moveTo>
                    <a:lnTo>
                      <a:pt x="675840" y="0"/>
                    </a:lnTo>
                    <a:lnTo>
                      <a:pt x="673914" y="3335"/>
                    </a:lnTo>
                    <a:cubicBezTo>
                      <a:pt x="546073" y="224762"/>
                      <a:pt x="341528" y="579044"/>
                      <a:pt x="14256" y="1145896"/>
                    </a:cubicBezTo>
                    <a:cubicBezTo>
                      <a:pt x="8645" y="1128771"/>
                      <a:pt x="3893" y="1110157"/>
                      <a:pt x="0" y="1090056"/>
                    </a:cubicBezTo>
                    <a:cubicBezTo>
                      <a:pt x="0" y="1090056"/>
                      <a:pt x="0" y="1090056"/>
                      <a:pt x="618876" y="18132"/>
                    </a:cubicBezTo>
                    <a:lnTo>
                      <a:pt x="629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8" name="任意多边形 117"/>
              <p:cNvSpPr/>
              <p:nvPr>
                <p:custDataLst>
                  <p:tags r:id="rId32"/>
                </p:custDataLst>
              </p:nvPr>
            </p:nvSpPr>
            <p:spPr>
              <a:xfrm>
                <a:off x="9366478" y="-15876"/>
                <a:ext cx="995799" cy="1675374"/>
              </a:xfrm>
              <a:custGeom>
                <a:avLst/>
                <a:gdLst>
                  <a:gd name="connsiteX0" fmla="*/ 691359 w 737856"/>
                  <a:gd name="connsiteY0" fmla="*/ 0 h 1241399"/>
                  <a:gd name="connsiteX1" fmla="*/ 737856 w 737856"/>
                  <a:gd name="connsiteY1" fmla="*/ 0 h 1241399"/>
                  <a:gd name="connsiteX2" fmla="*/ 713003 w 737856"/>
                  <a:gd name="connsiteY2" fmla="*/ 43046 h 1241399"/>
                  <a:gd name="connsiteX3" fmla="*/ 21133 w 737856"/>
                  <a:gd name="connsiteY3" fmla="*/ 1241399 h 1241399"/>
                  <a:gd name="connsiteX4" fmla="*/ 0 w 737856"/>
                  <a:gd name="connsiteY4" fmla="*/ 1197470 h 1241399"/>
                  <a:gd name="connsiteX5" fmla="*/ 660831 w 737856"/>
                  <a:gd name="connsiteY5" fmla="*/ 52877 h 1241399"/>
                  <a:gd name="connsiteX6" fmla="*/ 691359 w 737856"/>
                  <a:gd name="connsiteY6" fmla="*/ 0 h 1241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7856" h="1241399">
                    <a:moveTo>
                      <a:pt x="691359" y="0"/>
                    </a:moveTo>
                    <a:lnTo>
                      <a:pt x="737856" y="0"/>
                    </a:lnTo>
                    <a:lnTo>
                      <a:pt x="713003" y="43046"/>
                    </a:lnTo>
                    <a:cubicBezTo>
                      <a:pt x="578920" y="275285"/>
                      <a:pt x="364386" y="646867"/>
                      <a:pt x="21133" y="1241399"/>
                    </a:cubicBezTo>
                    <a:cubicBezTo>
                      <a:pt x="13803" y="1227252"/>
                      <a:pt x="6472" y="1213104"/>
                      <a:pt x="0" y="1197470"/>
                    </a:cubicBezTo>
                    <a:cubicBezTo>
                      <a:pt x="0" y="1197470"/>
                      <a:pt x="0" y="1197470"/>
                      <a:pt x="660831" y="52877"/>
                    </a:cubicBezTo>
                    <a:lnTo>
                      <a:pt x="69135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9" name="任意多边形 116"/>
              <p:cNvSpPr/>
              <p:nvPr>
                <p:custDataLst>
                  <p:tags r:id="rId33"/>
                </p:custDataLst>
              </p:nvPr>
            </p:nvSpPr>
            <p:spPr>
              <a:xfrm>
                <a:off x="9478515" y="-15876"/>
                <a:ext cx="1066392" cy="1785584"/>
              </a:xfrm>
              <a:custGeom>
                <a:avLst/>
                <a:gdLst>
                  <a:gd name="connsiteX0" fmla="*/ 743667 w 790163"/>
                  <a:gd name="connsiteY0" fmla="*/ 0 h 1323061"/>
                  <a:gd name="connsiteX1" fmla="*/ 790163 w 790163"/>
                  <a:gd name="connsiteY1" fmla="*/ 0 h 1323061"/>
                  <a:gd name="connsiteX2" fmla="*/ 738294 w 790163"/>
                  <a:gd name="connsiteY2" fmla="*/ 89838 h 1323061"/>
                  <a:gd name="connsiteX3" fmla="*/ 26293 w 790163"/>
                  <a:gd name="connsiteY3" fmla="*/ 1323061 h 1323061"/>
                  <a:gd name="connsiteX4" fmla="*/ 0 w 790163"/>
                  <a:gd name="connsiteY4" fmla="*/ 1288068 h 1323061"/>
                  <a:gd name="connsiteX5" fmla="*/ 688336 w 790163"/>
                  <a:gd name="connsiteY5" fmla="*/ 95836 h 1323061"/>
                  <a:gd name="connsiteX6" fmla="*/ 743667 w 790163"/>
                  <a:gd name="connsiteY6" fmla="*/ 0 h 1323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90163" h="1323061">
                    <a:moveTo>
                      <a:pt x="743667" y="0"/>
                    </a:moveTo>
                    <a:lnTo>
                      <a:pt x="790163" y="0"/>
                    </a:lnTo>
                    <a:lnTo>
                      <a:pt x="738294" y="89838"/>
                    </a:lnTo>
                    <a:cubicBezTo>
                      <a:pt x="600310" y="328835"/>
                      <a:pt x="379534" y="711229"/>
                      <a:pt x="26293" y="1323061"/>
                    </a:cubicBezTo>
                    <a:cubicBezTo>
                      <a:pt x="17243" y="1311892"/>
                      <a:pt x="8193" y="1300723"/>
                      <a:pt x="0" y="1288068"/>
                    </a:cubicBezTo>
                    <a:cubicBezTo>
                      <a:pt x="0" y="1288068"/>
                      <a:pt x="0" y="1288068"/>
                      <a:pt x="688336" y="95836"/>
                    </a:cubicBezTo>
                    <a:lnTo>
                      <a:pt x="743667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0" name="任意多边形 115"/>
              <p:cNvSpPr/>
              <p:nvPr>
                <p:custDataLst>
                  <p:tags r:id="rId34"/>
                </p:custDataLst>
              </p:nvPr>
            </p:nvSpPr>
            <p:spPr>
              <a:xfrm>
                <a:off x="9598080" y="-15877"/>
                <a:ext cx="1126689" cy="1877994"/>
              </a:xfrm>
              <a:custGeom>
                <a:avLst/>
                <a:gdLst>
                  <a:gd name="connsiteX0" fmla="*/ 788345 w 834841"/>
                  <a:gd name="connsiteY0" fmla="*/ 0 h 1391534"/>
                  <a:gd name="connsiteX1" fmla="*/ 834841 w 834841"/>
                  <a:gd name="connsiteY1" fmla="*/ 0 h 1391534"/>
                  <a:gd name="connsiteX2" fmla="*/ 815980 w 834841"/>
                  <a:gd name="connsiteY2" fmla="*/ 32668 h 1391534"/>
                  <a:gd name="connsiteX3" fmla="*/ 31438 w 834841"/>
                  <a:gd name="connsiteY3" fmla="*/ 1391534 h 1391534"/>
                  <a:gd name="connsiteX4" fmla="*/ 0 w 834841"/>
                  <a:gd name="connsiteY4" fmla="*/ 1365455 h 1391534"/>
                  <a:gd name="connsiteX5" fmla="*/ 780748 w 834841"/>
                  <a:gd name="connsiteY5" fmla="*/ 13159 h 1391534"/>
                  <a:gd name="connsiteX6" fmla="*/ 788345 w 834841"/>
                  <a:gd name="connsiteY6" fmla="*/ 0 h 1391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34841" h="1391534">
                    <a:moveTo>
                      <a:pt x="788345" y="0"/>
                    </a:moveTo>
                    <a:lnTo>
                      <a:pt x="834841" y="0"/>
                    </a:lnTo>
                    <a:lnTo>
                      <a:pt x="815980" y="32668"/>
                    </a:lnTo>
                    <a:cubicBezTo>
                      <a:pt x="683864" y="261500"/>
                      <a:pt x="448991" y="668312"/>
                      <a:pt x="31438" y="1391534"/>
                    </a:cubicBezTo>
                    <a:cubicBezTo>
                      <a:pt x="20672" y="1383337"/>
                      <a:pt x="9907" y="1375139"/>
                      <a:pt x="0" y="1365455"/>
                    </a:cubicBezTo>
                    <a:cubicBezTo>
                      <a:pt x="0" y="1365455"/>
                      <a:pt x="0" y="1365455"/>
                      <a:pt x="780748" y="13159"/>
                    </a:cubicBezTo>
                    <a:lnTo>
                      <a:pt x="788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1" name="任意多边形 114"/>
              <p:cNvSpPr/>
              <p:nvPr>
                <p:custDataLst>
                  <p:tags r:id="rId35"/>
                </p:custDataLst>
              </p:nvPr>
            </p:nvSpPr>
            <p:spPr>
              <a:xfrm>
                <a:off x="9730418" y="-15876"/>
                <a:ext cx="1176980" cy="1953062"/>
              </a:xfrm>
              <a:custGeom>
                <a:avLst/>
                <a:gdLst>
                  <a:gd name="connsiteX0" fmla="*/ 825609 w 872105"/>
                  <a:gd name="connsiteY0" fmla="*/ 0 h 1447157"/>
                  <a:gd name="connsiteX1" fmla="*/ 872105 w 872105"/>
                  <a:gd name="connsiteY1" fmla="*/ 0 h 1447157"/>
                  <a:gd name="connsiteX2" fmla="*/ 868689 w 872105"/>
                  <a:gd name="connsiteY2" fmla="*/ 5916 h 1447157"/>
                  <a:gd name="connsiteX3" fmla="*/ 36588 w 872105"/>
                  <a:gd name="connsiteY3" fmla="*/ 1447157 h 1447157"/>
                  <a:gd name="connsiteX4" fmla="*/ 1453 w 872105"/>
                  <a:gd name="connsiteY4" fmla="*/ 1430836 h 1447157"/>
                  <a:gd name="connsiteX5" fmla="*/ 0 w 872105"/>
                  <a:gd name="connsiteY5" fmla="*/ 1429997 h 1447157"/>
                  <a:gd name="connsiteX6" fmla="*/ 786405 w 872105"/>
                  <a:gd name="connsiteY6" fmla="*/ 67903 h 1447157"/>
                  <a:gd name="connsiteX7" fmla="*/ 825609 w 872105"/>
                  <a:gd name="connsiteY7" fmla="*/ 0 h 1447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72105" h="1447157">
                    <a:moveTo>
                      <a:pt x="825609" y="0"/>
                    </a:moveTo>
                    <a:lnTo>
                      <a:pt x="872105" y="0"/>
                    </a:lnTo>
                    <a:lnTo>
                      <a:pt x="868689" y="5916"/>
                    </a:lnTo>
                    <a:cubicBezTo>
                      <a:pt x="749817" y="211808"/>
                      <a:pt x="512074" y="623591"/>
                      <a:pt x="36588" y="1447157"/>
                    </a:cubicBezTo>
                    <a:cubicBezTo>
                      <a:pt x="24832" y="1442352"/>
                      <a:pt x="12350" y="1437128"/>
                      <a:pt x="1453" y="1430836"/>
                    </a:cubicBezTo>
                    <a:cubicBezTo>
                      <a:pt x="726" y="1430417"/>
                      <a:pt x="726" y="1430417"/>
                      <a:pt x="0" y="1429997"/>
                    </a:cubicBezTo>
                    <a:cubicBezTo>
                      <a:pt x="0" y="1429997"/>
                      <a:pt x="0" y="1429997"/>
                      <a:pt x="786405" y="67903"/>
                    </a:cubicBezTo>
                    <a:lnTo>
                      <a:pt x="82560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2" name="任意多边形 113"/>
              <p:cNvSpPr/>
              <p:nvPr>
                <p:custDataLst>
                  <p:tags r:id="rId36"/>
                </p:custDataLst>
              </p:nvPr>
            </p:nvSpPr>
            <p:spPr>
              <a:xfrm>
                <a:off x="9872180" y="-15876"/>
                <a:ext cx="1217844" cy="2011807"/>
              </a:xfrm>
              <a:custGeom>
                <a:avLst/>
                <a:gdLst>
                  <a:gd name="connsiteX0" fmla="*/ 855889 w 902384"/>
                  <a:gd name="connsiteY0" fmla="*/ 0 h 1490685"/>
                  <a:gd name="connsiteX1" fmla="*/ 902384 w 902384"/>
                  <a:gd name="connsiteY1" fmla="*/ 0 h 1490685"/>
                  <a:gd name="connsiteX2" fmla="*/ 897132 w 902384"/>
                  <a:gd name="connsiteY2" fmla="*/ 9096 h 1490685"/>
                  <a:gd name="connsiteX3" fmla="*/ 41736 w 902384"/>
                  <a:gd name="connsiteY3" fmla="*/ 1490685 h 1490685"/>
                  <a:gd name="connsiteX4" fmla="*/ 0 w 902384"/>
                  <a:gd name="connsiteY4" fmla="*/ 1482442 h 1490685"/>
                  <a:gd name="connsiteX5" fmla="*/ 780554 w 902384"/>
                  <a:gd name="connsiteY5" fmla="*/ 130483 h 1490685"/>
                  <a:gd name="connsiteX6" fmla="*/ 855889 w 902384"/>
                  <a:gd name="connsiteY6" fmla="*/ 0 h 14906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02384" h="1490685">
                    <a:moveTo>
                      <a:pt x="855889" y="0"/>
                    </a:moveTo>
                    <a:lnTo>
                      <a:pt x="902384" y="0"/>
                    </a:lnTo>
                    <a:lnTo>
                      <a:pt x="897132" y="9096"/>
                    </a:lnTo>
                    <a:cubicBezTo>
                      <a:pt x="796618" y="183191"/>
                      <a:pt x="566871" y="581124"/>
                      <a:pt x="41736" y="1490685"/>
                    </a:cubicBezTo>
                    <a:cubicBezTo>
                      <a:pt x="26680" y="1489919"/>
                      <a:pt x="13340" y="1486181"/>
                      <a:pt x="0" y="1482442"/>
                    </a:cubicBezTo>
                    <a:cubicBezTo>
                      <a:pt x="0" y="1482442"/>
                      <a:pt x="0" y="1482442"/>
                      <a:pt x="780554" y="130483"/>
                    </a:cubicBezTo>
                    <a:lnTo>
                      <a:pt x="8558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3" name="任意多边形 112"/>
              <p:cNvSpPr/>
              <p:nvPr>
                <p:custDataLst>
                  <p:tags r:id="rId37"/>
                </p:custDataLst>
              </p:nvPr>
            </p:nvSpPr>
            <p:spPr>
              <a:xfrm>
                <a:off x="10022332" y="-15876"/>
                <a:ext cx="1250320" cy="2057325"/>
              </a:xfrm>
              <a:custGeom>
                <a:avLst/>
                <a:gdLst>
                  <a:gd name="connsiteX0" fmla="*/ 879952 w 926448"/>
                  <a:gd name="connsiteY0" fmla="*/ 0 h 1524413"/>
                  <a:gd name="connsiteX1" fmla="*/ 926448 w 926448"/>
                  <a:gd name="connsiteY1" fmla="*/ 0 h 1524413"/>
                  <a:gd name="connsiteX2" fmla="*/ 922230 w 926448"/>
                  <a:gd name="connsiteY2" fmla="*/ 7306 h 1524413"/>
                  <a:gd name="connsiteX3" fmla="*/ 47757 w 926448"/>
                  <a:gd name="connsiteY3" fmla="*/ 1521937 h 1524413"/>
                  <a:gd name="connsiteX4" fmla="*/ 0 w 926448"/>
                  <a:gd name="connsiteY4" fmla="*/ 1524123 h 1524413"/>
                  <a:gd name="connsiteX5" fmla="*/ 843482 w 926448"/>
                  <a:gd name="connsiteY5" fmla="*/ 63168 h 1524413"/>
                  <a:gd name="connsiteX6" fmla="*/ 879952 w 926448"/>
                  <a:gd name="connsiteY6" fmla="*/ 0 h 15244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26448" h="1524413">
                    <a:moveTo>
                      <a:pt x="879952" y="0"/>
                    </a:moveTo>
                    <a:lnTo>
                      <a:pt x="926448" y="0"/>
                    </a:lnTo>
                    <a:lnTo>
                      <a:pt x="922230" y="7306"/>
                    </a:lnTo>
                    <a:cubicBezTo>
                      <a:pt x="861671" y="112197"/>
                      <a:pt x="667882" y="447850"/>
                      <a:pt x="47757" y="1521937"/>
                    </a:cubicBezTo>
                    <a:cubicBezTo>
                      <a:pt x="30979" y="1524154"/>
                      <a:pt x="15060" y="1524882"/>
                      <a:pt x="0" y="1524123"/>
                    </a:cubicBezTo>
                    <a:cubicBezTo>
                      <a:pt x="0" y="1524123"/>
                      <a:pt x="0" y="1524123"/>
                      <a:pt x="843482" y="63168"/>
                    </a:cubicBezTo>
                    <a:lnTo>
                      <a:pt x="8799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4" name="任意多边形 111"/>
              <p:cNvSpPr/>
              <p:nvPr>
                <p:custDataLst>
                  <p:tags r:id="rId38"/>
                </p:custDataLst>
              </p:nvPr>
            </p:nvSpPr>
            <p:spPr>
              <a:xfrm>
                <a:off x="10185663" y="-2916"/>
                <a:ext cx="1222136" cy="2077396"/>
              </a:xfrm>
              <a:custGeom>
                <a:avLst/>
                <a:gdLst>
                  <a:gd name="connsiteX0" fmla="*/ 888707 w 905564"/>
                  <a:gd name="connsiteY0" fmla="*/ 0 h 1539285"/>
                  <a:gd name="connsiteX1" fmla="*/ 905564 w 905564"/>
                  <a:gd name="connsiteY1" fmla="*/ 51334 h 1539285"/>
                  <a:gd name="connsiteX2" fmla="*/ 52886 w 905564"/>
                  <a:gd name="connsiteY2" fmla="*/ 1528217 h 1539285"/>
                  <a:gd name="connsiteX3" fmla="*/ 0 w 905564"/>
                  <a:gd name="connsiteY3" fmla="*/ 1539285 h 1539285"/>
                  <a:gd name="connsiteX4" fmla="*/ 888707 w 905564"/>
                  <a:gd name="connsiteY4" fmla="*/ 0 h 15392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5564" h="1539285">
                    <a:moveTo>
                      <a:pt x="888707" y="0"/>
                    </a:moveTo>
                    <a:cubicBezTo>
                      <a:pt x="895184" y="15625"/>
                      <a:pt x="900803" y="32737"/>
                      <a:pt x="905564" y="51334"/>
                    </a:cubicBezTo>
                    <a:cubicBezTo>
                      <a:pt x="905564" y="51334"/>
                      <a:pt x="905564" y="51334"/>
                      <a:pt x="52886" y="1528217"/>
                    </a:cubicBezTo>
                    <a:cubicBezTo>
                      <a:pt x="34399" y="1533392"/>
                      <a:pt x="16771" y="1537082"/>
                      <a:pt x="0" y="1539285"/>
                    </a:cubicBezTo>
                    <a:cubicBezTo>
                      <a:pt x="0" y="1539285"/>
                      <a:pt x="0" y="1539285"/>
                      <a:pt x="88870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5" name="任意多边形 110"/>
              <p:cNvSpPr/>
              <p:nvPr>
                <p:custDataLst>
                  <p:tags r:id="rId39"/>
                </p:custDataLst>
              </p:nvPr>
            </p:nvSpPr>
            <p:spPr>
              <a:xfrm>
                <a:off x="10357701" y="139301"/>
                <a:ext cx="1137436" cy="1948727"/>
              </a:xfrm>
              <a:custGeom>
                <a:avLst/>
                <a:gdLst>
                  <a:gd name="connsiteX0" fmla="*/ 833662 w 842804"/>
                  <a:gd name="connsiteY0" fmla="*/ 0 h 1443945"/>
                  <a:gd name="connsiteX1" fmla="*/ 842804 w 842804"/>
                  <a:gd name="connsiteY1" fmla="*/ 64699 h 1443945"/>
                  <a:gd name="connsiteX2" fmla="*/ 60602 w 842804"/>
                  <a:gd name="connsiteY2" fmla="*/ 1419512 h 1443945"/>
                  <a:gd name="connsiteX3" fmla="*/ 0 w 842804"/>
                  <a:gd name="connsiteY3" fmla="*/ 1443945 h 1443945"/>
                  <a:gd name="connsiteX4" fmla="*/ 833662 w 842804"/>
                  <a:gd name="connsiteY4" fmla="*/ 0 h 14439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2804" h="1443945">
                    <a:moveTo>
                      <a:pt x="833662" y="0"/>
                    </a:moveTo>
                    <a:cubicBezTo>
                      <a:pt x="838294" y="20500"/>
                      <a:pt x="841341" y="42067"/>
                      <a:pt x="842804" y="64699"/>
                    </a:cubicBezTo>
                    <a:cubicBezTo>
                      <a:pt x="842804" y="64699"/>
                      <a:pt x="842804" y="64699"/>
                      <a:pt x="60602" y="1419512"/>
                    </a:cubicBezTo>
                    <a:cubicBezTo>
                      <a:pt x="40270" y="1429561"/>
                      <a:pt x="20070" y="1437706"/>
                      <a:pt x="0" y="1443945"/>
                    </a:cubicBezTo>
                    <a:cubicBezTo>
                      <a:pt x="0" y="1443945"/>
                      <a:pt x="0" y="1443945"/>
                      <a:pt x="833662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6" name="任意多边形 109"/>
              <p:cNvSpPr/>
              <p:nvPr>
                <p:custDataLst>
                  <p:tags r:id="rId40"/>
                </p:custDataLst>
              </p:nvPr>
            </p:nvSpPr>
            <p:spPr>
              <a:xfrm>
                <a:off x="10546195" y="307619"/>
                <a:ext cx="1023884" cy="1770248"/>
              </a:xfrm>
              <a:custGeom>
                <a:avLst/>
                <a:gdLst>
                  <a:gd name="connsiteX0" fmla="*/ 757309 w 758666"/>
                  <a:gd name="connsiteY0" fmla="*/ 0 h 1311698"/>
                  <a:gd name="connsiteX1" fmla="*/ 756977 w 758666"/>
                  <a:gd name="connsiteY1" fmla="*/ 81107 h 1311698"/>
                  <a:gd name="connsiteX2" fmla="*/ 70075 w 758666"/>
                  <a:gd name="connsiteY2" fmla="*/ 1270857 h 1311698"/>
                  <a:gd name="connsiteX3" fmla="*/ 0 w 758666"/>
                  <a:gd name="connsiteY3" fmla="*/ 1311698 h 1311698"/>
                  <a:gd name="connsiteX4" fmla="*/ 757309 w 758666"/>
                  <a:gd name="connsiteY4" fmla="*/ 0 h 1311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8666" h="1311698">
                    <a:moveTo>
                      <a:pt x="757309" y="0"/>
                    </a:moveTo>
                    <a:cubicBezTo>
                      <a:pt x="759356" y="24976"/>
                      <a:pt x="758959" y="52508"/>
                      <a:pt x="756977" y="81107"/>
                    </a:cubicBezTo>
                    <a:cubicBezTo>
                      <a:pt x="756977" y="81107"/>
                      <a:pt x="756977" y="81107"/>
                      <a:pt x="70075" y="1270857"/>
                    </a:cubicBezTo>
                    <a:cubicBezTo>
                      <a:pt x="46298" y="1286873"/>
                      <a:pt x="22653" y="1300983"/>
                      <a:pt x="0" y="1311698"/>
                    </a:cubicBezTo>
                    <a:cubicBezTo>
                      <a:pt x="0" y="1311698"/>
                      <a:pt x="0" y="1311698"/>
                      <a:pt x="757309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7" name="任意多边形 108"/>
              <p:cNvSpPr/>
              <p:nvPr>
                <p:custDataLst>
                  <p:tags r:id="rId41"/>
                </p:custDataLst>
              </p:nvPr>
            </p:nvSpPr>
            <p:spPr>
              <a:xfrm>
                <a:off x="10753860" y="509144"/>
                <a:ext cx="880668" cy="1525362"/>
              </a:xfrm>
              <a:custGeom>
                <a:avLst/>
                <a:gdLst>
                  <a:gd name="connsiteX0" fmla="*/ 652547 w 652547"/>
                  <a:gd name="connsiteY0" fmla="*/ 0 h 1130245"/>
                  <a:gd name="connsiteX1" fmla="*/ 636760 w 652547"/>
                  <a:gd name="connsiteY1" fmla="*/ 107876 h 1130245"/>
                  <a:gd name="connsiteX2" fmla="*/ 85530 w 652547"/>
                  <a:gd name="connsiteY2" fmla="*/ 1062635 h 1130245"/>
                  <a:gd name="connsiteX3" fmla="*/ 0 w 652547"/>
                  <a:gd name="connsiteY3" fmla="*/ 1130245 h 1130245"/>
                  <a:gd name="connsiteX4" fmla="*/ 652547 w 652547"/>
                  <a:gd name="connsiteY4" fmla="*/ 0 h 1130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2547" h="1130245">
                    <a:moveTo>
                      <a:pt x="652547" y="0"/>
                    </a:moveTo>
                    <a:cubicBezTo>
                      <a:pt x="648584" y="35387"/>
                      <a:pt x="643894" y="70354"/>
                      <a:pt x="636760" y="107876"/>
                    </a:cubicBezTo>
                    <a:cubicBezTo>
                      <a:pt x="636760" y="107876"/>
                      <a:pt x="636760" y="107876"/>
                      <a:pt x="85530" y="1062635"/>
                    </a:cubicBezTo>
                    <a:cubicBezTo>
                      <a:pt x="56601" y="1087574"/>
                      <a:pt x="28664" y="1109119"/>
                      <a:pt x="0" y="1130245"/>
                    </a:cubicBezTo>
                    <a:cubicBezTo>
                      <a:pt x="0" y="1130245"/>
                      <a:pt x="0" y="1130245"/>
                      <a:pt x="65254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8" name="任意多边形 107"/>
              <p:cNvSpPr/>
              <p:nvPr>
                <p:custDataLst>
                  <p:tags r:id="rId42"/>
                </p:custDataLst>
              </p:nvPr>
            </p:nvSpPr>
            <p:spPr>
              <a:xfrm>
                <a:off x="10993875" y="766703"/>
                <a:ext cx="674581" cy="1168406"/>
              </a:xfrm>
              <a:custGeom>
                <a:avLst/>
                <a:gdLst>
                  <a:gd name="connsiteX0" fmla="*/ 499843 w 499843"/>
                  <a:gd name="connsiteY0" fmla="*/ 0 h 865752"/>
                  <a:gd name="connsiteX1" fmla="*/ 449689 w 499843"/>
                  <a:gd name="connsiteY1" fmla="*/ 167400 h 865752"/>
                  <a:gd name="connsiteX2" fmla="*/ 119896 w 499843"/>
                  <a:gd name="connsiteY2" fmla="*/ 738618 h 865752"/>
                  <a:gd name="connsiteX3" fmla="*/ 0 w 499843"/>
                  <a:gd name="connsiteY3" fmla="*/ 865752 h 865752"/>
                  <a:gd name="connsiteX4" fmla="*/ 499843 w 499843"/>
                  <a:gd name="connsiteY4" fmla="*/ 0 h 8657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9843" h="865752">
                    <a:moveTo>
                      <a:pt x="499843" y="0"/>
                    </a:moveTo>
                    <a:cubicBezTo>
                      <a:pt x="487022" y="54083"/>
                      <a:pt x="470304" y="109883"/>
                      <a:pt x="449689" y="167400"/>
                    </a:cubicBezTo>
                    <a:cubicBezTo>
                      <a:pt x="449689" y="167400"/>
                      <a:pt x="449689" y="167400"/>
                      <a:pt x="119896" y="738618"/>
                    </a:cubicBezTo>
                    <a:cubicBezTo>
                      <a:pt x="80393" y="785230"/>
                      <a:pt x="40427" y="827608"/>
                      <a:pt x="0" y="865752"/>
                    </a:cubicBezTo>
                    <a:cubicBezTo>
                      <a:pt x="0" y="865752"/>
                      <a:pt x="0" y="865752"/>
                      <a:pt x="499843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9" name="任意多边形 106"/>
              <p:cNvSpPr/>
              <p:nvPr>
                <p:custDataLst>
                  <p:tags r:id="rId43"/>
                </p:custDataLst>
              </p:nvPr>
            </p:nvSpPr>
            <p:spPr>
              <a:xfrm>
                <a:off x="11322880" y="1180787"/>
                <a:ext cx="286367" cy="496002"/>
              </a:xfrm>
              <a:custGeom>
                <a:avLst/>
                <a:gdLst>
                  <a:gd name="connsiteX0" fmla="*/ 212189 w 212189"/>
                  <a:gd name="connsiteY0" fmla="*/ 0 h 367522"/>
                  <a:gd name="connsiteX1" fmla="*/ 127623 w 212189"/>
                  <a:gd name="connsiteY1" fmla="*/ 196191 h 367522"/>
                  <a:gd name="connsiteX2" fmla="*/ 0 w 212189"/>
                  <a:gd name="connsiteY2" fmla="*/ 367522 h 367522"/>
                  <a:gd name="connsiteX3" fmla="*/ 212189 w 212189"/>
                  <a:gd name="connsiteY3" fmla="*/ 0 h 3675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2189" h="367522">
                    <a:moveTo>
                      <a:pt x="212189" y="0"/>
                    </a:moveTo>
                    <a:cubicBezTo>
                      <a:pt x="191805" y="67268"/>
                      <a:pt x="164414" y="132467"/>
                      <a:pt x="127623" y="196191"/>
                    </a:cubicBezTo>
                    <a:cubicBezTo>
                      <a:pt x="90832" y="259914"/>
                      <a:pt x="48064" y="316235"/>
                      <a:pt x="0" y="367522"/>
                    </a:cubicBezTo>
                    <a:lnTo>
                      <a:pt x="2121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4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48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0.xml"/><Relationship Id="rId6" Type="http://schemas.openxmlformats.org/officeDocument/2006/relationships/slideLayout" Target="../slideLayouts/slideLayout9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Relationship Id="rId3" Type="http://schemas.openxmlformats.org/officeDocument/2006/relationships/slideLayout" Target="../slideLayouts/slideLayout6.xml"/><Relationship Id="rId26" Type="http://schemas.openxmlformats.org/officeDocument/2006/relationships/theme" Target="../theme/theme2.xml"/><Relationship Id="rId25" Type="http://schemas.openxmlformats.org/officeDocument/2006/relationships/tags" Target="../tags/tag589.xml"/><Relationship Id="rId24" Type="http://schemas.openxmlformats.org/officeDocument/2006/relationships/tags" Target="../tags/tag588.xml"/><Relationship Id="rId23" Type="http://schemas.openxmlformats.org/officeDocument/2006/relationships/tags" Target="../tags/tag587.xml"/><Relationship Id="rId22" Type="http://schemas.openxmlformats.org/officeDocument/2006/relationships/tags" Target="../tags/tag586.xml"/><Relationship Id="rId21" Type="http://schemas.openxmlformats.org/officeDocument/2006/relationships/tags" Target="../tags/tag585.xml"/><Relationship Id="rId20" Type="http://schemas.openxmlformats.org/officeDocument/2006/relationships/tags" Target="../tags/tag584.xml"/><Relationship Id="rId2" Type="http://schemas.openxmlformats.org/officeDocument/2006/relationships/slideLayout" Target="../slideLayouts/slideLayout5.xml"/><Relationship Id="rId19" Type="http://schemas.openxmlformats.org/officeDocument/2006/relationships/slideLayout" Target="../slideLayouts/slideLayout22.xml"/><Relationship Id="rId18" Type="http://schemas.openxmlformats.org/officeDocument/2006/relationships/slideLayout" Target="../slideLayouts/slideLayout21.xml"/><Relationship Id="rId17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3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23888" y="407239"/>
            <a:ext cx="10944225" cy="864000"/>
          </a:xfrm>
          <a:prstGeom prst="rect">
            <a:avLst/>
          </a:prstGeom>
        </p:spPr>
        <p:txBody>
          <a:bodyPr vert="horz" lIns="91440" tIns="45720" rIns="91440" bIns="4680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23888" y="1414800"/>
            <a:ext cx="10944225" cy="4895850"/>
          </a:xfrm>
          <a:prstGeom prst="rect">
            <a:avLst/>
          </a:prstGeom>
        </p:spPr>
        <p:txBody>
          <a:bodyPr vert="horz" lIns="91440" tIns="45720" rIns="9144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68" r:id="rId16"/>
    <p:sldLayoutId id="2147483669" r:id="rId17"/>
    <p:sldLayoutId id="2147483670" r:id="rId18"/>
    <p:sldLayoutId id="2147483671" r:id="rId19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4.xml"/><Relationship Id="rId2" Type="http://schemas.openxmlformats.org/officeDocument/2006/relationships/tags" Target="../tags/tag591.xml"/><Relationship Id="rId1" Type="http://schemas.openxmlformats.org/officeDocument/2006/relationships/tags" Target="../tags/tag590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9.xml"/><Relationship Id="rId4" Type="http://schemas.openxmlformats.org/officeDocument/2006/relationships/tags" Target="../tags/tag594.xml"/><Relationship Id="rId3" Type="http://schemas.openxmlformats.org/officeDocument/2006/relationships/tags" Target="../tags/tag593.xml"/><Relationship Id="rId2" Type="http://schemas.openxmlformats.org/officeDocument/2006/relationships/image" Target="../media/image1.png"/><Relationship Id="rId1" Type="http://schemas.openxmlformats.org/officeDocument/2006/relationships/tags" Target="../tags/tag59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9.xml"/><Relationship Id="rId6" Type="http://schemas.openxmlformats.org/officeDocument/2006/relationships/tags" Target="../tags/tag600.xml"/><Relationship Id="rId5" Type="http://schemas.openxmlformats.org/officeDocument/2006/relationships/tags" Target="../tags/tag599.xml"/><Relationship Id="rId4" Type="http://schemas.openxmlformats.org/officeDocument/2006/relationships/tags" Target="../tags/tag598.xml"/><Relationship Id="rId3" Type="http://schemas.openxmlformats.org/officeDocument/2006/relationships/tags" Target="../tags/tag597.xml"/><Relationship Id="rId2" Type="http://schemas.openxmlformats.org/officeDocument/2006/relationships/tags" Target="../tags/tag596.xml"/><Relationship Id="rId1" Type="http://schemas.openxmlformats.org/officeDocument/2006/relationships/tags" Target="../tags/tag595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tags" Target="../tags/tag606.xml"/><Relationship Id="rId7" Type="http://schemas.openxmlformats.org/officeDocument/2006/relationships/image" Target="../media/image3.svg"/><Relationship Id="rId6" Type="http://schemas.openxmlformats.org/officeDocument/2006/relationships/image" Target="../media/image2.png"/><Relationship Id="rId5" Type="http://schemas.openxmlformats.org/officeDocument/2006/relationships/tags" Target="../tags/tag605.xml"/><Relationship Id="rId4" Type="http://schemas.openxmlformats.org/officeDocument/2006/relationships/tags" Target="../tags/tag604.xml"/><Relationship Id="rId3" Type="http://schemas.openxmlformats.org/officeDocument/2006/relationships/tags" Target="../tags/tag603.xml"/><Relationship Id="rId2" Type="http://schemas.openxmlformats.org/officeDocument/2006/relationships/tags" Target="../tags/tag602.xml"/><Relationship Id="rId13" Type="http://schemas.openxmlformats.org/officeDocument/2006/relationships/notesSlide" Target="../notesSlides/notesSlide4.xml"/><Relationship Id="rId12" Type="http://schemas.openxmlformats.org/officeDocument/2006/relationships/slideLayout" Target="../slideLayouts/slideLayout10.xml"/><Relationship Id="rId11" Type="http://schemas.openxmlformats.org/officeDocument/2006/relationships/tags" Target="../tags/tag608.xml"/><Relationship Id="rId10" Type="http://schemas.openxmlformats.org/officeDocument/2006/relationships/tags" Target="../tags/tag607.xml"/><Relationship Id="rId1" Type="http://schemas.openxmlformats.org/officeDocument/2006/relationships/tags" Target="../tags/tag60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617.xml"/><Relationship Id="rId8" Type="http://schemas.openxmlformats.org/officeDocument/2006/relationships/tags" Target="../tags/tag616.xml"/><Relationship Id="rId7" Type="http://schemas.openxmlformats.org/officeDocument/2006/relationships/tags" Target="../tags/tag615.xml"/><Relationship Id="rId6" Type="http://schemas.openxmlformats.org/officeDocument/2006/relationships/tags" Target="../tags/tag614.xml"/><Relationship Id="rId5" Type="http://schemas.openxmlformats.org/officeDocument/2006/relationships/tags" Target="../tags/tag613.xml"/><Relationship Id="rId4" Type="http://schemas.openxmlformats.org/officeDocument/2006/relationships/tags" Target="../tags/tag612.xml"/><Relationship Id="rId3" Type="http://schemas.openxmlformats.org/officeDocument/2006/relationships/tags" Target="../tags/tag611.xml"/><Relationship Id="rId20" Type="http://schemas.openxmlformats.org/officeDocument/2006/relationships/notesSlide" Target="../notesSlides/notesSlide5.xml"/><Relationship Id="rId2" Type="http://schemas.openxmlformats.org/officeDocument/2006/relationships/tags" Target="../tags/tag610.xml"/><Relationship Id="rId19" Type="http://schemas.openxmlformats.org/officeDocument/2006/relationships/slideLayout" Target="../slideLayouts/slideLayout10.xml"/><Relationship Id="rId18" Type="http://schemas.openxmlformats.org/officeDocument/2006/relationships/tags" Target="../tags/tag626.xml"/><Relationship Id="rId17" Type="http://schemas.openxmlformats.org/officeDocument/2006/relationships/tags" Target="../tags/tag625.xml"/><Relationship Id="rId16" Type="http://schemas.openxmlformats.org/officeDocument/2006/relationships/tags" Target="../tags/tag624.xml"/><Relationship Id="rId15" Type="http://schemas.openxmlformats.org/officeDocument/2006/relationships/tags" Target="../tags/tag623.xml"/><Relationship Id="rId14" Type="http://schemas.openxmlformats.org/officeDocument/2006/relationships/tags" Target="../tags/tag622.xml"/><Relationship Id="rId13" Type="http://schemas.openxmlformats.org/officeDocument/2006/relationships/tags" Target="../tags/tag621.xml"/><Relationship Id="rId12" Type="http://schemas.openxmlformats.org/officeDocument/2006/relationships/tags" Target="../tags/tag620.xml"/><Relationship Id="rId11" Type="http://schemas.openxmlformats.org/officeDocument/2006/relationships/tags" Target="../tags/tag619.xml"/><Relationship Id="rId10" Type="http://schemas.openxmlformats.org/officeDocument/2006/relationships/tags" Target="../tags/tag618.xml"/><Relationship Id="rId1" Type="http://schemas.openxmlformats.org/officeDocument/2006/relationships/tags" Target="../tags/tag609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tags" Target="../tags/tag632.xml"/><Relationship Id="rId7" Type="http://schemas.openxmlformats.org/officeDocument/2006/relationships/image" Target="../media/image3.svg"/><Relationship Id="rId6" Type="http://schemas.openxmlformats.org/officeDocument/2006/relationships/image" Target="../media/image2.png"/><Relationship Id="rId5" Type="http://schemas.openxmlformats.org/officeDocument/2006/relationships/tags" Target="../tags/tag631.xml"/><Relationship Id="rId4" Type="http://schemas.openxmlformats.org/officeDocument/2006/relationships/tags" Target="../tags/tag630.xml"/><Relationship Id="rId3" Type="http://schemas.openxmlformats.org/officeDocument/2006/relationships/tags" Target="../tags/tag629.xml"/><Relationship Id="rId2" Type="http://schemas.openxmlformats.org/officeDocument/2006/relationships/tags" Target="../tags/tag628.xml"/><Relationship Id="rId12" Type="http://schemas.openxmlformats.org/officeDocument/2006/relationships/notesSlide" Target="../notesSlides/notesSlide6.xml"/><Relationship Id="rId11" Type="http://schemas.openxmlformats.org/officeDocument/2006/relationships/slideLayout" Target="../slideLayouts/slideLayout10.xml"/><Relationship Id="rId10" Type="http://schemas.openxmlformats.org/officeDocument/2006/relationships/tags" Target="../tags/tag633.xml"/><Relationship Id="rId1" Type="http://schemas.openxmlformats.org/officeDocument/2006/relationships/tags" Target="../tags/tag627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642.xml"/><Relationship Id="rId8" Type="http://schemas.openxmlformats.org/officeDocument/2006/relationships/tags" Target="../tags/tag641.xml"/><Relationship Id="rId7" Type="http://schemas.openxmlformats.org/officeDocument/2006/relationships/tags" Target="../tags/tag640.xml"/><Relationship Id="rId6" Type="http://schemas.openxmlformats.org/officeDocument/2006/relationships/tags" Target="../tags/tag639.xml"/><Relationship Id="rId5" Type="http://schemas.openxmlformats.org/officeDocument/2006/relationships/tags" Target="../tags/tag638.xml"/><Relationship Id="rId4" Type="http://schemas.openxmlformats.org/officeDocument/2006/relationships/tags" Target="../tags/tag637.xml"/><Relationship Id="rId3" Type="http://schemas.openxmlformats.org/officeDocument/2006/relationships/tags" Target="../tags/tag636.xml"/><Relationship Id="rId20" Type="http://schemas.openxmlformats.org/officeDocument/2006/relationships/notesSlide" Target="../notesSlides/notesSlide7.xml"/><Relationship Id="rId2" Type="http://schemas.openxmlformats.org/officeDocument/2006/relationships/tags" Target="../tags/tag635.xml"/><Relationship Id="rId19" Type="http://schemas.openxmlformats.org/officeDocument/2006/relationships/slideLayout" Target="../slideLayouts/slideLayout10.xml"/><Relationship Id="rId18" Type="http://schemas.openxmlformats.org/officeDocument/2006/relationships/tags" Target="../tags/tag651.xml"/><Relationship Id="rId17" Type="http://schemas.openxmlformats.org/officeDocument/2006/relationships/tags" Target="../tags/tag650.xml"/><Relationship Id="rId16" Type="http://schemas.openxmlformats.org/officeDocument/2006/relationships/tags" Target="../tags/tag649.xml"/><Relationship Id="rId15" Type="http://schemas.openxmlformats.org/officeDocument/2006/relationships/tags" Target="../tags/tag648.xml"/><Relationship Id="rId14" Type="http://schemas.openxmlformats.org/officeDocument/2006/relationships/tags" Target="../tags/tag647.xml"/><Relationship Id="rId13" Type="http://schemas.openxmlformats.org/officeDocument/2006/relationships/tags" Target="../tags/tag646.xml"/><Relationship Id="rId12" Type="http://schemas.openxmlformats.org/officeDocument/2006/relationships/tags" Target="../tags/tag645.xml"/><Relationship Id="rId11" Type="http://schemas.openxmlformats.org/officeDocument/2006/relationships/tags" Target="../tags/tag644.xml"/><Relationship Id="rId10" Type="http://schemas.openxmlformats.org/officeDocument/2006/relationships/tags" Target="../tags/tag643.xml"/><Relationship Id="rId1" Type="http://schemas.openxmlformats.org/officeDocument/2006/relationships/tags" Target="../tags/tag634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660.xml"/><Relationship Id="rId8" Type="http://schemas.openxmlformats.org/officeDocument/2006/relationships/tags" Target="../tags/tag659.xml"/><Relationship Id="rId7" Type="http://schemas.openxmlformats.org/officeDocument/2006/relationships/tags" Target="../tags/tag658.xml"/><Relationship Id="rId6" Type="http://schemas.openxmlformats.org/officeDocument/2006/relationships/tags" Target="../tags/tag657.xml"/><Relationship Id="rId5" Type="http://schemas.openxmlformats.org/officeDocument/2006/relationships/tags" Target="../tags/tag656.xml"/><Relationship Id="rId4" Type="http://schemas.openxmlformats.org/officeDocument/2006/relationships/tags" Target="../tags/tag655.xml"/><Relationship Id="rId3" Type="http://schemas.openxmlformats.org/officeDocument/2006/relationships/tags" Target="../tags/tag654.xml"/><Relationship Id="rId2" Type="http://schemas.openxmlformats.org/officeDocument/2006/relationships/tags" Target="../tags/tag653.xml"/><Relationship Id="rId16" Type="http://schemas.openxmlformats.org/officeDocument/2006/relationships/notesSlide" Target="../notesSlides/notesSlide8.xml"/><Relationship Id="rId15" Type="http://schemas.openxmlformats.org/officeDocument/2006/relationships/slideLayout" Target="../slideLayouts/slideLayout10.xml"/><Relationship Id="rId14" Type="http://schemas.openxmlformats.org/officeDocument/2006/relationships/tags" Target="../tags/tag665.xml"/><Relationship Id="rId13" Type="http://schemas.openxmlformats.org/officeDocument/2006/relationships/tags" Target="../tags/tag664.xml"/><Relationship Id="rId12" Type="http://schemas.openxmlformats.org/officeDocument/2006/relationships/tags" Target="../tags/tag663.xml"/><Relationship Id="rId11" Type="http://schemas.openxmlformats.org/officeDocument/2006/relationships/tags" Target="../tags/tag662.xml"/><Relationship Id="rId10" Type="http://schemas.openxmlformats.org/officeDocument/2006/relationships/tags" Target="../tags/tag661.xml"/><Relationship Id="rId1" Type="http://schemas.openxmlformats.org/officeDocument/2006/relationships/tags" Target="../tags/tag652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674.xml"/><Relationship Id="rId8" Type="http://schemas.openxmlformats.org/officeDocument/2006/relationships/tags" Target="../tags/tag673.xml"/><Relationship Id="rId7" Type="http://schemas.openxmlformats.org/officeDocument/2006/relationships/tags" Target="../tags/tag672.xml"/><Relationship Id="rId6" Type="http://schemas.openxmlformats.org/officeDocument/2006/relationships/tags" Target="../tags/tag671.xml"/><Relationship Id="rId5" Type="http://schemas.openxmlformats.org/officeDocument/2006/relationships/tags" Target="../tags/tag670.xml"/><Relationship Id="rId4" Type="http://schemas.openxmlformats.org/officeDocument/2006/relationships/tags" Target="../tags/tag669.xml"/><Relationship Id="rId38" Type="http://schemas.openxmlformats.org/officeDocument/2006/relationships/notesSlide" Target="../notesSlides/notesSlide9.xml"/><Relationship Id="rId37" Type="http://schemas.openxmlformats.org/officeDocument/2006/relationships/slideLayout" Target="../slideLayouts/slideLayout9.xml"/><Relationship Id="rId36" Type="http://schemas.openxmlformats.org/officeDocument/2006/relationships/tags" Target="../tags/tag701.xml"/><Relationship Id="rId35" Type="http://schemas.openxmlformats.org/officeDocument/2006/relationships/tags" Target="../tags/tag700.xml"/><Relationship Id="rId34" Type="http://schemas.openxmlformats.org/officeDocument/2006/relationships/tags" Target="../tags/tag699.xml"/><Relationship Id="rId33" Type="http://schemas.openxmlformats.org/officeDocument/2006/relationships/tags" Target="../tags/tag698.xml"/><Relationship Id="rId32" Type="http://schemas.openxmlformats.org/officeDocument/2006/relationships/tags" Target="../tags/tag697.xml"/><Relationship Id="rId31" Type="http://schemas.openxmlformats.org/officeDocument/2006/relationships/tags" Target="../tags/tag696.xml"/><Relationship Id="rId30" Type="http://schemas.openxmlformats.org/officeDocument/2006/relationships/tags" Target="../tags/tag695.xml"/><Relationship Id="rId3" Type="http://schemas.openxmlformats.org/officeDocument/2006/relationships/tags" Target="../tags/tag668.xml"/><Relationship Id="rId29" Type="http://schemas.openxmlformats.org/officeDocument/2006/relationships/tags" Target="../tags/tag694.xml"/><Relationship Id="rId28" Type="http://schemas.openxmlformats.org/officeDocument/2006/relationships/tags" Target="../tags/tag693.xml"/><Relationship Id="rId27" Type="http://schemas.openxmlformats.org/officeDocument/2006/relationships/tags" Target="../tags/tag692.xml"/><Relationship Id="rId26" Type="http://schemas.openxmlformats.org/officeDocument/2006/relationships/tags" Target="../tags/tag691.xml"/><Relationship Id="rId25" Type="http://schemas.openxmlformats.org/officeDocument/2006/relationships/tags" Target="../tags/tag690.xml"/><Relationship Id="rId24" Type="http://schemas.openxmlformats.org/officeDocument/2006/relationships/tags" Target="../tags/tag689.xml"/><Relationship Id="rId23" Type="http://schemas.openxmlformats.org/officeDocument/2006/relationships/tags" Target="../tags/tag688.xml"/><Relationship Id="rId22" Type="http://schemas.openxmlformats.org/officeDocument/2006/relationships/tags" Target="../tags/tag687.xml"/><Relationship Id="rId21" Type="http://schemas.openxmlformats.org/officeDocument/2006/relationships/tags" Target="../tags/tag686.xml"/><Relationship Id="rId20" Type="http://schemas.openxmlformats.org/officeDocument/2006/relationships/tags" Target="../tags/tag685.xml"/><Relationship Id="rId2" Type="http://schemas.openxmlformats.org/officeDocument/2006/relationships/tags" Target="../tags/tag667.xml"/><Relationship Id="rId19" Type="http://schemas.openxmlformats.org/officeDocument/2006/relationships/tags" Target="../tags/tag684.xml"/><Relationship Id="rId18" Type="http://schemas.openxmlformats.org/officeDocument/2006/relationships/tags" Target="../tags/tag683.xml"/><Relationship Id="rId17" Type="http://schemas.openxmlformats.org/officeDocument/2006/relationships/tags" Target="../tags/tag682.xml"/><Relationship Id="rId16" Type="http://schemas.openxmlformats.org/officeDocument/2006/relationships/tags" Target="../tags/tag681.xml"/><Relationship Id="rId15" Type="http://schemas.openxmlformats.org/officeDocument/2006/relationships/tags" Target="../tags/tag680.xml"/><Relationship Id="rId14" Type="http://schemas.openxmlformats.org/officeDocument/2006/relationships/tags" Target="../tags/tag679.xml"/><Relationship Id="rId13" Type="http://schemas.openxmlformats.org/officeDocument/2006/relationships/tags" Target="../tags/tag678.xml"/><Relationship Id="rId12" Type="http://schemas.openxmlformats.org/officeDocument/2006/relationships/tags" Target="../tags/tag677.xml"/><Relationship Id="rId11" Type="http://schemas.openxmlformats.org/officeDocument/2006/relationships/tags" Target="../tags/tag676.xml"/><Relationship Id="rId10" Type="http://schemas.openxmlformats.org/officeDocument/2006/relationships/tags" Target="../tags/tag675.xml"/><Relationship Id="rId1" Type="http://schemas.openxmlformats.org/officeDocument/2006/relationships/tags" Target="../tags/tag666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4.xml"/><Relationship Id="rId2" Type="http://schemas.openxmlformats.org/officeDocument/2006/relationships/tags" Target="../tags/tag703.xml"/><Relationship Id="rId1" Type="http://schemas.openxmlformats.org/officeDocument/2006/relationships/tags" Target="../tags/tag70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20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331537" y="2195875"/>
            <a:ext cx="7528927" cy="1515717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7200" b="1" kern="1200" spc="60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7200" dirty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微软雅黑" panose="020B0503020204020204" pitchFamily="34" charset="-122"/>
              </a:rPr>
              <a:t>读取目录</a:t>
            </a:r>
            <a:endParaRPr lang="zh-CN" altLang="en-US" sz="7200" dirty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微软雅黑" panose="020B0503020204020204" pitchFamily="34" charset="-122"/>
            </a:endParaRPr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3640" y="1512251"/>
            <a:ext cx="2874859" cy="3213077"/>
          </a:xfrm>
          <a:prstGeom prst="rect">
            <a:avLst/>
          </a:prstGeom>
          <a:ln w="88900" cap="sq" cmpd="thickThin">
            <a:solidFill>
              <a:schemeClr val="accent1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530325" y="168704"/>
            <a:ext cx="3694480" cy="846037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4400" b="1" strike="noStrike" baseline="0" dirty="0">
                <a:solidFill>
                  <a:schemeClr val="accent1">
                    <a:lumMod val="50000"/>
                  </a:schemeClr>
                </a:solidFill>
                <a:effectLst>
                  <a:outerShdw dist="76200" dir="2700000" algn="tl" rotWithShape="0">
                    <a:schemeClr val="accent1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sym typeface="微软雅黑" panose="020B0503020204020204" pitchFamily="34" charset="-122"/>
              </a:rPr>
              <a:t>引入</a:t>
            </a:r>
            <a:endParaRPr lang="zh-CN" altLang="en-US" sz="4400" b="1" strike="noStrike" baseline="0" dirty="0">
              <a:solidFill>
                <a:schemeClr val="accent1">
                  <a:lumMod val="50000"/>
                </a:schemeClr>
              </a:solidFill>
              <a:effectLst>
                <a:outerShdw dist="76200" dir="2700000" algn="tl" rotWithShape="0">
                  <a:schemeClr val="accent1"/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1040122" y="5090848"/>
            <a:ext cx="10111771" cy="1196731"/>
            <a:chOff x="2643438" y="4764377"/>
            <a:chExt cx="10111771" cy="1196731"/>
          </a:xfrm>
        </p:grpSpPr>
        <p:sp>
          <p:nvSpPr>
            <p:cNvPr id="31" name="TextBox 31"/>
            <p:cNvSpPr txBox="1">
              <a:spLocks noChangeArrowheads="1"/>
            </p:cNvSpPr>
            <p:nvPr/>
          </p:nvSpPr>
          <p:spPr bwMode="auto">
            <a:xfrm>
              <a:off x="3479004" y="5002738"/>
              <a:ext cx="9276205" cy="476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algn="ctr" eaLnBrk="1" hangingPunct="1"/>
              <a:r>
                <a:rPr lang="zh-CN" altLang="en-US" sz="2800" b="1" dirty="0">
                  <a:latin typeface="Arial" panose="020B0604020202020204" pitchFamily="34" charset="0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如何才能读取到详细的目录信息，并删除指定文件呢？</a:t>
              </a:r>
              <a:endParaRPr lang="zh-CN" altLang="en-US" sz="2800" b="1" dirty="0">
                <a:latin typeface="Arial" panose="020B0604020202020204" pitchFamily="34" charset="0"/>
                <a:ea typeface="微软雅黑" panose="020B0503020204020204" pitchFamily="34" charset="-122"/>
                <a:cs typeface="Lato Black" panose="020F0A02020204030203" pitchFamily="34" charset="0"/>
                <a:sym typeface="Arial" panose="020B0604020202020204" pitchFamily="34" charset="0"/>
              </a:endParaRPr>
            </a:p>
          </p:txBody>
        </p:sp>
        <p:grpSp>
          <p:nvGrpSpPr>
            <p:cNvPr id="33" name="组合 32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  <p:cNvGrpSpPr/>
            <p:nvPr/>
          </p:nvGrpSpPr>
          <p:grpSpPr>
            <a:xfrm>
              <a:off x="2643438" y="4764377"/>
              <a:ext cx="1053301" cy="1196731"/>
              <a:chOff x="3990181" y="1352129"/>
              <a:chExt cx="4211637" cy="4785146"/>
            </a:xfrm>
          </p:grpSpPr>
          <p:sp>
            <p:nvSpPr>
              <p:cNvPr id="34" name="ï$líḍe"/>
              <p:cNvSpPr/>
              <p:nvPr/>
            </p:nvSpPr>
            <p:spPr bwMode="auto">
              <a:xfrm>
                <a:off x="5780459" y="3616271"/>
                <a:ext cx="284540" cy="342112"/>
              </a:xfrm>
              <a:custGeom>
                <a:avLst/>
                <a:gdLst>
                  <a:gd name="T0" fmla="*/ 86 w 153"/>
                  <a:gd name="T1" fmla="*/ 184 h 184"/>
                  <a:gd name="T2" fmla="*/ 88 w 153"/>
                  <a:gd name="T3" fmla="*/ 172 h 184"/>
                  <a:gd name="T4" fmla="*/ 153 w 153"/>
                  <a:gd name="T5" fmla="*/ 119 h 184"/>
                  <a:gd name="T6" fmla="*/ 124 w 153"/>
                  <a:gd name="T7" fmla="*/ 108 h 184"/>
                  <a:gd name="T8" fmla="*/ 99 w 153"/>
                  <a:gd name="T9" fmla="*/ 126 h 184"/>
                  <a:gd name="T10" fmla="*/ 112 w 153"/>
                  <a:gd name="T11" fmla="*/ 52 h 184"/>
                  <a:gd name="T12" fmla="*/ 86 w 153"/>
                  <a:gd name="T13" fmla="*/ 25 h 184"/>
                  <a:gd name="T14" fmla="*/ 72 w 153"/>
                  <a:gd name="T15" fmla="*/ 72 h 184"/>
                  <a:gd name="T16" fmla="*/ 58 w 153"/>
                  <a:gd name="T17" fmla="*/ 25 h 184"/>
                  <a:gd name="T18" fmla="*/ 37 w 153"/>
                  <a:gd name="T19" fmla="*/ 20 h 184"/>
                  <a:gd name="T20" fmla="*/ 34 w 153"/>
                  <a:gd name="T21" fmla="*/ 44 h 184"/>
                  <a:gd name="T22" fmla="*/ 35 w 153"/>
                  <a:gd name="T23" fmla="*/ 80 h 184"/>
                  <a:gd name="T24" fmla="*/ 3 w 153"/>
                  <a:gd name="T25" fmla="*/ 46 h 184"/>
                  <a:gd name="T26" fmla="*/ 10 w 153"/>
                  <a:gd name="T27" fmla="*/ 111 h 184"/>
                  <a:gd name="T28" fmla="*/ 10 w 153"/>
                  <a:gd name="T29" fmla="*/ 153 h 184"/>
                  <a:gd name="T30" fmla="*/ 10 w 153"/>
                  <a:gd name="T31" fmla="*/ 155 h 184"/>
                  <a:gd name="T32" fmla="*/ 86 w 153"/>
                  <a:gd name="T33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3" h="184">
                    <a:moveTo>
                      <a:pt x="86" y="184"/>
                    </a:moveTo>
                    <a:cubicBezTo>
                      <a:pt x="87" y="180"/>
                      <a:pt x="88" y="176"/>
                      <a:pt x="88" y="172"/>
                    </a:cubicBezTo>
                    <a:cubicBezTo>
                      <a:pt x="104" y="156"/>
                      <a:pt x="131" y="130"/>
                      <a:pt x="153" y="119"/>
                    </a:cubicBezTo>
                    <a:cubicBezTo>
                      <a:pt x="153" y="119"/>
                      <a:pt x="153" y="93"/>
                      <a:pt x="124" y="108"/>
                    </a:cubicBezTo>
                    <a:cubicBezTo>
                      <a:pt x="106" y="117"/>
                      <a:pt x="100" y="123"/>
                      <a:pt x="99" y="126"/>
                    </a:cubicBezTo>
                    <a:cubicBezTo>
                      <a:pt x="101" y="116"/>
                      <a:pt x="106" y="83"/>
                      <a:pt x="112" y="52"/>
                    </a:cubicBezTo>
                    <a:cubicBezTo>
                      <a:pt x="121" y="3"/>
                      <a:pt x="90" y="0"/>
                      <a:pt x="86" y="25"/>
                    </a:cubicBezTo>
                    <a:cubicBezTo>
                      <a:pt x="84" y="41"/>
                      <a:pt x="74" y="79"/>
                      <a:pt x="72" y="72"/>
                    </a:cubicBezTo>
                    <a:cubicBezTo>
                      <a:pt x="65" y="43"/>
                      <a:pt x="61" y="31"/>
                      <a:pt x="58" y="25"/>
                    </a:cubicBezTo>
                    <a:cubicBezTo>
                      <a:pt x="54" y="15"/>
                      <a:pt x="43" y="14"/>
                      <a:pt x="37" y="20"/>
                    </a:cubicBezTo>
                    <a:cubicBezTo>
                      <a:pt x="33" y="24"/>
                      <a:pt x="31" y="33"/>
                      <a:pt x="34" y="44"/>
                    </a:cubicBezTo>
                    <a:cubicBezTo>
                      <a:pt x="40" y="68"/>
                      <a:pt x="35" y="80"/>
                      <a:pt x="35" y="80"/>
                    </a:cubicBezTo>
                    <a:cubicBezTo>
                      <a:pt x="35" y="80"/>
                      <a:pt x="21" y="24"/>
                      <a:pt x="3" y="46"/>
                    </a:cubicBezTo>
                    <a:cubicBezTo>
                      <a:pt x="0" y="51"/>
                      <a:pt x="10" y="111"/>
                      <a:pt x="10" y="111"/>
                    </a:cubicBezTo>
                    <a:cubicBezTo>
                      <a:pt x="11" y="128"/>
                      <a:pt x="10" y="140"/>
                      <a:pt x="10" y="153"/>
                    </a:cubicBezTo>
                    <a:cubicBezTo>
                      <a:pt x="10" y="153"/>
                      <a:pt x="10" y="154"/>
                      <a:pt x="10" y="155"/>
                    </a:cubicBezTo>
                    <a:cubicBezTo>
                      <a:pt x="36" y="158"/>
                      <a:pt x="62" y="169"/>
                      <a:pt x="86" y="184"/>
                    </a:cubicBezTo>
                    <a:close/>
                  </a:path>
                </a:pathLst>
              </a:custGeom>
              <a:solidFill>
                <a:srgbClr val="FEDBB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5" name="îşľîḋé"/>
              <p:cNvSpPr/>
              <p:nvPr/>
            </p:nvSpPr>
            <p:spPr bwMode="auto">
              <a:xfrm>
                <a:off x="4557047" y="5929129"/>
                <a:ext cx="1330806" cy="208146"/>
              </a:xfrm>
              <a:prstGeom prst="ellipse">
                <a:avLst/>
              </a:prstGeom>
              <a:solidFill>
                <a:srgbClr val="D6E1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6" name="îśḷïḋé"/>
              <p:cNvSpPr/>
              <p:nvPr/>
            </p:nvSpPr>
            <p:spPr bwMode="auto">
              <a:xfrm>
                <a:off x="5334273" y="3843239"/>
                <a:ext cx="615581" cy="552473"/>
              </a:xfrm>
              <a:custGeom>
                <a:avLst/>
                <a:gdLst>
                  <a:gd name="T0" fmla="*/ 249 w 331"/>
                  <a:gd name="T1" fmla="*/ 30 h 298"/>
                  <a:gd name="T2" fmla="*/ 1 w 331"/>
                  <a:gd name="T3" fmla="*/ 189 h 298"/>
                  <a:gd name="T4" fmla="*/ 5 w 331"/>
                  <a:gd name="T5" fmla="*/ 297 h 298"/>
                  <a:gd name="T6" fmla="*/ 9 w 331"/>
                  <a:gd name="T7" fmla="*/ 298 h 298"/>
                  <a:gd name="T8" fmla="*/ 331 w 331"/>
                  <a:gd name="T9" fmla="*/ 47 h 298"/>
                  <a:gd name="T10" fmla="*/ 249 w 331"/>
                  <a:gd name="T11" fmla="*/ 3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31" h="298">
                    <a:moveTo>
                      <a:pt x="249" y="30"/>
                    </a:moveTo>
                    <a:cubicBezTo>
                      <a:pt x="225" y="139"/>
                      <a:pt x="85" y="176"/>
                      <a:pt x="1" y="189"/>
                    </a:cubicBezTo>
                    <a:cubicBezTo>
                      <a:pt x="0" y="225"/>
                      <a:pt x="2" y="261"/>
                      <a:pt x="5" y="297"/>
                    </a:cubicBezTo>
                    <a:cubicBezTo>
                      <a:pt x="8" y="298"/>
                      <a:pt x="9" y="298"/>
                      <a:pt x="9" y="298"/>
                    </a:cubicBezTo>
                    <a:cubicBezTo>
                      <a:pt x="252" y="297"/>
                      <a:pt x="331" y="47"/>
                      <a:pt x="331" y="47"/>
                    </a:cubicBezTo>
                    <a:cubicBezTo>
                      <a:pt x="307" y="0"/>
                      <a:pt x="249" y="30"/>
                      <a:pt x="249" y="30"/>
                    </a:cubicBezTo>
                    <a:close/>
                  </a:path>
                </a:pathLst>
              </a:custGeom>
              <a:solidFill>
                <a:srgbClr val="393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7" name="iṩḷïďê"/>
              <p:cNvSpPr/>
              <p:nvPr/>
            </p:nvSpPr>
            <p:spPr bwMode="auto">
              <a:xfrm>
                <a:off x="5810352" y="3906347"/>
                <a:ext cx="40965" cy="38751"/>
              </a:xfrm>
              <a:custGeom>
                <a:avLst/>
                <a:gdLst>
                  <a:gd name="T0" fmla="*/ 3 w 22"/>
                  <a:gd name="T1" fmla="*/ 17 h 21"/>
                  <a:gd name="T2" fmla="*/ 16 w 22"/>
                  <a:gd name="T3" fmla="*/ 17 h 21"/>
                  <a:gd name="T4" fmla="*/ 19 w 22"/>
                  <a:gd name="T5" fmla="*/ 4 h 21"/>
                  <a:gd name="T6" fmla="*/ 6 w 22"/>
                  <a:gd name="T7" fmla="*/ 3 h 21"/>
                  <a:gd name="T8" fmla="*/ 3 w 22"/>
                  <a:gd name="T9" fmla="*/ 17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" h="21">
                    <a:moveTo>
                      <a:pt x="3" y="17"/>
                    </a:moveTo>
                    <a:cubicBezTo>
                      <a:pt x="6" y="20"/>
                      <a:pt x="12" y="21"/>
                      <a:pt x="16" y="17"/>
                    </a:cubicBezTo>
                    <a:cubicBezTo>
                      <a:pt x="21" y="14"/>
                      <a:pt x="22" y="8"/>
                      <a:pt x="19" y="4"/>
                    </a:cubicBezTo>
                    <a:cubicBezTo>
                      <a:pt x="17" y="0"/>
                      <a:pt x="11" y="0"/>
                      <a:pt x="6" y="3"/>
                    </a:cubicBezTo>
                    <a:cubicBezTo>
                      <a:pt x="1" y="7"/>
                      <a:pt x="0" y="13"/>
                      <a:pt x="3" y="17"/>
                    </a:cubicBezTo>
                    <a:close/>
                  </a:path>
                </a:pathLst>
              </a:custGeom>
              <a:solidFill>
                <a:srgbClr val="4547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8" name="îsľîḋé"/>
              <p:cNvSpPr/>
              <p:nvPr/>
            </p:nvSpPr>
            <p:spPr bwMode="auto">
              <a:xfrm>
                <a:off x="4934589" y="4041421"/>
                <a:ext cx="222539" cy="246897"/>
              </a:xfrm>
              <a:custGeom>
                <a:avLst/>
                <a:gdLst>
                  <a:gd name="T0" fmla="*/ 0 w 120"/>
                  <a:gd name="T1" fmla="*/ 34 h 133"/>
                  <a:gd name="T2" fmla="*/ 9 w 120"/>
                  <a:gd name="T3" fmla="*/ 82 h 133"/>
                  <a:gd name="T4" fmla="*/ 68 w 120"/>
                  <a:gd name="T5" fmla="*/ 130 h 133"/>
                  <a:gd name="T6" fmla="*/ 120 w 120"/>
                  <a:gd name="T7" fmla="*/ 81 h 133"/>
                  <a:gd name="T8" fmla="*/ 106 w 120"/>
                  <a:gd name="T9" fmla="*/ 36 h 133"/>
                  <a:gd name="T10" fmla="*/ 0 w 120"/>
                  <a:gd name="T11" fmla="*/ 34 h 1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0" h="133">
                    <a:moveTo>
                      <a:pt x="0" y="34"/>
                    </a:moveTo>
                    <a:cubicBezTo>
                      <a:pt x="0" y="34"/>
                      <a:pt x="11" y="75"/>
                      <a:pt x="9" y="82"/>
                    </a:cubicBezTo>
                    <a:cubicBezTo>
                      <a:pt x="9" y="82"/>
                      <a:pt x="17" y="133"/>
                      <a:pt x="68" y="130"/>
                    </a:cubicBezTo>
                    <a:cubicBezTo>
                      <a:pt x="119" y="127"/>
                      <a:pt x="120" y="81"/>
                      <a:pt x="120" y="81"/>
                    </a:cubicBezTo>
                    <a:cubicBezTo>
                      <a:pt x="120" y="81"/>
                      <a:pt x="109" y="47"/>
                      <a:pt x="106" y="36"/>
                    </a:cubicBezTo>
                    <a:cubicBezTo>
                      <a:pt x="103" y="25"/>
                      <a:pt x="63" y="0"/>
                      <a:pt x="0" y="34"/>
                    </a:cubicBezTo>
                    <a:close/>
                  </a:path>
                </a:pathLst>
              </a:custGeom>
              <a:solidFill>
                <a:srgbClr val="F4CC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9" name="ïsḻïdê"/>
              <p:cNvSpPr/>
              <p:nvPr/>
            </p:nvSpPr>
            <p:spPr bwMode="auto">
              <a:xfrm>
                <a:off x="4971125" y="4030349"/>
                <a:ext cx="179360" cy="202610"/>
              </a:xfrm>
              <a:custGeom>
                <a:avLst/>
                <a:gdLst>
                  <a:gd name="T0" fmla="*/ 0 w 96"/>
                  <a:gd name="T1" fmla="*/ 35 h 109"/>
                  <a:gd name="T2" fmla="*/ 96 w 96"/>
                  <a:gd name="T3" fmla="*/ 75 h 109"/>
                  <a:gd name="T4" fmla="*/ 87 w 96"/>
                  <a:gd name="T5" fmla="*/ 45 h 109"/>
                  <a:gd name="T6" fmla="*/ 0 w 96"/>
                  <a:gd name="T7" fmla="*/ 35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6" h="109">
                    <a:moveTo>
                      <a:pt x="0" y="35"/>
                    </a:moveTo>
                    <a:cubicBezTo>
                      <a:pt x="0" y="35"/>
                      <a:pt x="22" y="109"/>
                      <a:pt x="96" y="75"/>
                    </a:cubicBezTo>
                    <a:cubicBezTo>
                      <a:pt x="96" y="75"/>
                      <a:pt x="87" y="51"/>
                      <a:pt x="87" y="45"/>
                    </a:cubicBezTo>
                    <a:cubicBezTo>
                      <a:pt x="86" y="39"/>
                      <a:pt x="63" y="0"/>
                      <a:pt x="0" y="35"/>
                    </a:cubicBezTo>
                    <a:close/>
                  </a:path>
                </a:pathLst>
              </a:custGeom>
              <a:solidFill>
                <a:srgbClr val="F4C49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0" name="iS1îḍê"/>
              <p:cNvSpPr/>
              <p:nvPr/>
            </p:nvSpPr>
            <p:spPr bwMode="auto">
              <a:xfrm>
                <a:off x="4964482" y="4257317"/>
                <a:ext cx="191539" cy="389720"/>
              </a:xfrm>
              <a:custGeom>
                <a:avLst/>
                <a:gdLst>
                  <a:gd name="T0" fmla="*/ 0 w 103"/>
                  <a:gd name="T1" fmla="*/ 8 h 210"/>
                  <a:gd name="T2" fmla="*/ 94 w 103"/>
                  <a:gd name="T3" fmla="*/ 210 h 210"/>
                  <a:gd name="T4" fmla="*/ 103 w 103"/>
                  <a:gd name="T5" fmla="*/ 0 h 210"/>
                  <a:gd name="T6" fmla="*/ 61 w 103"/>
                  <a:gd name="T7" fmla="*/ 21 h 210"/>
                  <a:gd name="T8" fmla="*/ 0 w 103"/>
                  <a:gd name="T9" fmla="*/ 8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3" h="210">
                    <a:moveTo>
                      <a:pt x="0" y="8"/>
                    </a:moveTo>
                    <a:cubicBezTo>
                      <a:pt x="29" y="84"/>
                      <a:pt x="94" y="210"/>
                      <a:pt x="94" y="210"/>
                    </a:cubicBezTo>
                    <a:cubicBezTo>
                      <a:pt x="96" y="202"/>
                      <a:pt x="100" y="74"/>
                      <a:pt x="103" y="0"/>
                    </a:cubicBezTo>
                    <a:cubicBezTo>
                      <a:pt x="93" y="10"/>
                      <a:pt x="78" y="18"/>
                      <a:pt x="61" y="21"/>
                    </a:cubicBezTo>
                    <a:cubicBezTo>
                      <a:pt x="37" y="25"/>
                      <a:pt x="15" y="20"/>
                      <a:pt x="0" y="8"/>
                    </a:cubicBezTo>
                    <a:close/>
                  </a:path>
                </a:pathLst>
              </a:custGeom>
              <a:solidFill>
                <a:srgbClr val="CE6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1" name="işļíḓé"/>
              <p:cNvSpPr/>
              <p:nvPr/>
            </p:nvSpPr>
            <p:spPr bwMode="auto">
              <a:xfrm>
                <a:off x="4940124" y="4158780"/>
                <a:ext cx="221432" cy="145038"/>
              </a:xfrm>
              <a:custGeom>
                <a:avLst/>
                <a:gdLst>
                  <a:gd name="T0" fmla="*/ 117 w 119"/>
                  <a:gd name="T1" fmla="*/ 1 h 78"/>
                  <a:gd name="T2" fmla="*/ 69 w 119"/>
                  <a:gd name="T3" fmla="*/ 58 h 78"/>
                  <a:gd name="T4" fmla="*/ 4 w 119"/>
                  <a:gd name="T5" fmla="*/ 25 h 78"/>
                  <a:gd name="T6" fmla="*/ 0 w 119"/>
                  <a:gd name="T7" fmla="*/ 23 h 78"/>
                  <a:gd name="T8" fmla="*/ 13 w 119"/>
                  <a:gd name="T9" fmla="*/ 61 h 78"/>
                  <a:gd name="T10" fmla="*/ 74 w 119"/>
                  <a:gd name="T11" fmla="*/ 74 h 78"/>
                  <a:gd name="T12" fmla="*/ 116 w 119"/>
                  <a:gd name="T13" fmla="*/ 53 h 78"/>
                  <a:gd name="T14" fmla="*/ 118 w 119"/>
                  <a:gd name="T15" fmla="*/ 0 h 78"/>
                  <a:gd name="T16" fmla="*/ 117 w 119"/>
                  <a:gd name="T17" fmla="*/ 1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9" h="78">
                    <a:moveTo>
                      <a:pt x="117" y="1"/>
                    </a:moveTo>
                    <a:cubicBezTo>
                      <a:pt x="119" y="28"/>
                      <a:pt x="98" y="52"/>
                      <a:pt x="69" y="58"/>
                    </a:cubicBezTo>
                    <a:cubicBezTo>
                      <a:pt x="40" y="63"/>
                      <a:pt x="13" y="49"/>
                      <a:pt x="4" y="25"/>
                    </a:cubicBezTo>
                    <a:cubicBezTo>
                      <a:pt x="2" y="24"/>
                      <a:pt x="0" y="23"/>
                      <a:pt x="0" y="23"/>
                    </a:cubicBezTo>
                    <a:cubicBezTo>
                      <a:pt x="3" y="32"/>
                      <a:pt x="7" y="45"/>
                      <a:pt x="13" y="61"/>
                    </a:cubicBezTo>
                    <a:cubicBezTo>
                      <a:pt x="28" y="73"/>
                      <a:pt x="50" y="78"/>
                      <a:pt x="74" y="74"/>
                    </a:cubicBezTo>
                    <a:cubicBezTo>
                      <a:pt x="91" y="71"/>
                      <a:pt x="106" y="63"/>
                      <a:pt x="116" y="53"/>
                    </a:cubicBezTo>
                    <a:cubicBezTo>
                      <a:pt x="117" y="22"/>
                      <a:pt x="118" y="0"/>
                      <a:pt x="118" y="0"/>
                    </a:cubicBezTo>
                    <a:lnTo>
                      <a:pt x="117" y="1"/>
                    </a:lnTo>
                    <a:close/>
                  </a:path>
                </a:pathLst>
              </a:custGeom>
              <a:solidFill>
                <a:srgbClr val="9928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2" name="iŝ1îḓé"/>
              <p:cNvSpPr/>
              <p:nvPr/>
            </p:nvSpPr>
            <p:spPr bwMode="auto">
              <a:xfrm>
                <a:off x="5156021" y="4856291"/>
                <a:ext cx="466114" cy="1086124"/>
              </a:xfrm>
              <a:custGeom>
                <a:avLst/>
                <a:gdLst>
                  <a:gd name="T0" fmla="*/ 168 w 251"/>
                  <a:gd name="T1" fmla="*/ 577 h 585"/>
                  <a:gd name="T2" fmla="*/ 139 w 251"/>
                  <a:gd name="T3" fmla="*/ 531 h 585"/>
                  <a:gd name="T4" fmla="*/ 208 w 251"/>
                  <a:gd name="T5" fmla="*/ 361 h 585"/>
                  <a:gd name="T6" fmla="*/ 180 w 251"/>
                  <a:gd name="T7" fmla="*/ 21 h 585"/>
                  <a:gd name="T8" fmla="*/ 49 w 251"/>
                  <a:gd name="T9" fmla="*/ 147 h 585"/>
                  <a:gd name="T10" fmla="*/ 92 w 251"/>
                  <a:gd name="T11" fmla="*/ 518 h 585"/>
                  <a:gd name="T12" fmla="*/ 84 w 251"/>
                  <a:gd name="T13" fmla="*/ 574 h 585"/>
                  <a:gd name="T14" fmla="*/ 168 w 251"/>
                  <a:gd name="T15" fmla="*/ 577 h 5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51" h="585">
                    <a:moveTo>
                      <a:pt x="168" y="577"/>
                    </a:moveTo>
                    <a:cubicBezTo>
                      <a:pt x="139" y="531"/>
                      <a:pt x="139" y="531"/>
                      <a:pt x="139" y="531"/>
                    </a:cubicBezTo>
                    <a:cubicBezTo>
                      <a:pt x="139" y="531"/>
                      <a:pt x="164" y="500"/>
                      <a:pt x="208" y="361"/>
                    </a:cubicBezTo>
                    <a:cubicBezTo>
                      <a:pt x="251" y="222"/>
                      <a:pt x="180" y="21"/>
                      <a:pt x="180" y="21"/>
                    </a:cubicBezTo>
                    <a:cubicBezTo>
                      <a:pt x="90" y="0"/>
                      <a:pt x="0" y="87"/>
                      <a:pt x="49" y="147"/>
                    </a:cubicBezTo>
                    <a:cubicBezTo>
                      <a:pt x="99" y="207"/>
                      <a:pt x="103" y="474"/>
                      <a:pt x="92" y="518"/>
                    </a:cubicBezTo>
                    <a:cubicBezTo>
                      <a:pt x="88" y="535"/>
                      <a:pt x="85" y="556"/>
                      <a:pt x="84" y="574"/>
                    </a:cubicBezTo>
                    <a:cubicBezTo>
                      <a:pt x="112" y="585"/>
                      <a:pt x="140" y="584"/>
                      <a:pt x="168" y="577"/>
                    </a:cubicBezTo>
                    <a:close/>
                  </a:path>
                </a:pathLst>
              </a:custGeom>
              <a:solidFill>
                <a:srgbClr val="FEDBB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3" name="íşlíḑè"/>
              <p:cNvSpPr/>
              <p:nvPr/>
            </p:nvSpPr>
            <p:spPr bwMode="auto">
              <a:xfrm>
                <a:off x="5307702" y="5921379"/>
                <a:ext cx="224753" cy="109609"/>
              </a:xfrm>
              <a:custGeom>
                <a:avLst/>
                <a:gdLst>
                  <a:gd name="T0" fmla="*/ 2 w 121"/>
                  <a:gd name="T1" fmla="*/ 0 h 59"/>
                  <a:gd name="T2" fmla="*/ 0 w 121"/>
                  <a:gd name="T3" fmla="*/ 53 h 59"/>
                  <a:gd name="T4" fmla="*/ 7 w 121"/>
                  <a:gd name="T5" fmla="*/ 53 h 59"/>
                  <a:gd name="T6" fmla="*/ 19 w 121"/>
                  <a:gd name="T7" fmla="*/ 32 h 59"/>
                  <a:gd name="T8" fmla="*/ 52 w 121"/>
                  <a:gd name="T9" fmla="*/ 55 h 59"/>
                  <a:gd name="T10" fmla="*/ 121 w 121"/>
                  <a:gd name="T11" fmla="*/ 59 h 59"/>
                  <a:gd name="T12" fmla="*/ 86 w 121"/>
                  <a:gd name="T13" fmla="*/ 3 h 59"/>
                  <a:gd name="T14" fmla="*/ 2 w 121"/>
                  <a:gd name="T15" fmla="*/ 0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21" h="59">
                    <a:moveTo>
                      <a:pt x="2" y="0"/>
                    </a:moveTo>
                    <a:cubicBezTo>
                      <a:pt x="0" y="29"/>
                      <a:pt x="0" y="53"/>
                      <a:pt x="0" y="53"/>
                    </a:cubicBezTo>
                    <a:cubicBezTo>
                      <a:pt x="7" y="53"/>
                      <a:pt x="7" y="53"/>
                      <a:pt x="7" y="53"/>
                    </a:cubicBezTo>
                    <a:cubicBezTo>
                      <a:pt x="7" y="53"/>
                      <a:pt x="13" y="43"/>
                      <a:pt x="19" y="32"/>
                    </a:cubicBezTo>
                    <a:cubicBezTo>
                      <a:pt x="25" y="22"/>
                      <a:pt x="52" y="55"/>
                      <a:pt x="52" y="55"/>
                    </a:cubicBezTo>
                    <a:cubicBezTo>
                      <a:pt x="121" y="59"/>
                      <a:pt x="121" y="59"/>
                      <a:pt x="121" y="59"/>
                    </a:cubicBezTo>
                    <a:cubicBezTo>
                      <a:pt x="86" y="3"/>
                      <a:pt x="86" y="3"/>
                      <a:pt x="86" y="3"/>
                    </a:cubicBezTo>
                    <a:cubicBezTo>
                      <a:pt x="58" y="10"/>
                      <a:pt x="30" y="11"/>
                      <a:pt x="2" y="0"/>
                    </a:cubicBezTo>
                    <a:close/>
                  </a:path>
                </a:pathLst>
              </a:custGeom>
              <a:solidFill>
                <a:srgbClr val="393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4" name="î$ļïḓe"/>
              <p:cNvSpPr/>
              <p:nvPr/>
            </p:nvSpPr>
            <p:spPr bwMode="auto">
              <a:xfrm>
                <a:off x="4817230" y="4854076"/>
                <a:ext cx="467222" cy="1083910"/>
              </a:xfrm>
              <a:custGeom>
                <a:avLst/>
                <a:gdLst>
                  <a:gd name="T0" fmla="*/ 168 w 251"/>
                  <a:gd name="T1" fmla="*/ 576 h 584"/>
                  <a:gd name="T2" fmla="*/ 140 w 251"/>
                  <a:gd name="T3" fmla="*/ 531 h 584"/>
                  <a:gd name="T4" fmla="*/ 208 w 251"/>
                  <a:gd name="T5" fmla="*/ 360 h 584"/>
                  <a:gd name="T6" fmla="*/ 181 w 251"/>
                  <a:gd name="T7" fmla="*/ 20 h 584"/>
                  <a:gd name="T8" fmla="*/ 50 w 251"/>
                  <a:gd name="T9" fmla="*/ 146 h 584"/>
                  <a:gd name="T10" fmla="*/ 92 w 251"/>
                  <a:gd name="T11" fmla="*/ 517 h 584"/>
                  <a:gd name="T12" fmla="*/ 84 w 251"/>
                  <a:gd name="T13" fmla="*/ 573 h 584"/>
                  <a:gd name="T14" fmla="*/ 168 w 251"/>
                  <a:gd name="T15" fmla="*/ 576 h 5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51" h="584">
                    <a:moveTo>
                      <a:pt x="168" y="576"/>
                    </a:moveTo>
                    <a:cubicBezTo>
                      <a:pt x="140" y="531"/>
                      <a:pt x="140" y="531"/>
                      <a:pt x="140" y="531"/>
                    </a:cubicBezTo>
                    <a:cubicBezTo>
                      <a:pt x="140" y="531"/>
                      <a:pt x="164" y="500"/>
                      <a:pt x="208" y="360"/>
                    </a:cubicBezTo>
                    <a:cubicBezTo>
                      <a:pt x="251" y="221"/>
                      <a:pt x="181" y="20"/>
                      <a:pt x="181" y="20"/>
                    </a:cubicBezTo>
                    <a:cubicBezTo>
                      <a:pt x="90" y="0"/>
                      <a:pt x="0" y="86"/>
                      <a:pt x="50" y="146"/>
                    </a:cubicBezTo>
                    <a:cubicBezTo>
                      <a:pt x="99" y="206"/>
                      <a:pt x="103" y="473"/>
                      <a:pt x="92" y="517"/>
                    </a:cubicBezTo>
                    <a:cubicBezTo>
                      <a:pt x="88" y="535"/>
                      <a:pt x="85" y="555"/>
                      <a:pt x="84" y="573"/>
                    </a:cubicBezTo>
                    <a:cubicBezTo>
                      <a:pt x="112" y="584"/>
                      <a:pt x="140" y="583"/>
                      <a:pt x="168" y="576"/>
                    </a:cubicBezTo>
                    <a:close/>
                  </a:path>
                </a:pathLst>
              </a:custGeom>
              <a:solidFill>
                <a:srgbClr val="FEDBB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5" name="ïŝlïḓe"/>
              <p:cNvSpPr/>
              <p:nvPr/>
            </p:nvSpPr>
            <p:spPr bwMode="auto">
              <a:xfrm>
                <a:off x="4970018" y="5918057"/>
                <a:ext cx="224753" cy="109609"/>
              </a:xfrm>
              <a:custGeom>
                <a:avLst/>
                <a:gdLst>
                  <a:gd name="T0" fmla="*/ 2 w 121"/>
                  <a:gd name="T1" fmla="*/ 0 h 59"/>
                  <a:gd name="T2" fmla="*/ 0 w 121"/>
                  <a:gd name="T3" fmla="*/ 53 h 59"/>
                  <a:gd name="T4" fmla="*/ 7 w 121"/>
                  <a:gd name="T5" fmla="*/ 53 h 59"/>
                  <a:gd name="T6" fmla="*/ 20 w 121"/>
                  <a:gd name="T7" fmla="*/ 33 h 59"/>
                  <a:gd name="T8" fmla="*/ 52 w 121"/>
                  <a:gd name="T9" fmla="*/ 56 h 59"/>
                  <a:gd name="T10" fmla="*/ 121 w 121"/>
                  <a:gd name="T11" fmla="*/ 59 h 59"/>
                  <a:gd name="T12" fmla="*/ 86 w 121"/>
                  <a:gd name="T13" fmla="*/ 3 h 59"/>
                  <a:gd name="T14" fmla="*/ 2 w 121"/>
                  <a:gd name="T15" fmla="*/ 0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21" h="59">
                    <a:moveTo>
                      <a:pt x="2" y="0"/>
                    </a:moveTo>
                    <a:cubicBezTo>
                      <a:pt x="0" y="29"/>
                      <a:pt x="0" y="53"/>
                      <a:pt x="0" y="53"/>
                    </a:cubicBezTo>
                    <a:cubicBezTo>
                      <a:pt x="7" y="53"/>
                      <a:pt x="7" y="53"/>
                      <a:pt x="7" y="53"/>
                    </a:cubicBezTo>
                    <a:cubicBezTo>
                      <a:pt x="7" y="53"/>
                      <a:pt x="14" y="43"/>
                      <a:pt x="20" y="33"/>
                    </a:cubicBezTo>
                    <a:cubicBezTo>
                      <a:pt x="25" y="22"/>
                      <a:pt x="52" y="56"/>
                      <a:pt x="52" y="56"/>
                    </a:cubicBezTo>
                    <a:cubicBezTo>
                      <a:pt x="121" y="59"/>
                      <a:pt x="121" y="59"/>
                      <a:pt x="121" y="59"/>
                    </a:cubicBezTo>
                    <a:cubicBezTo>
                      <a:pt x="86" y="3"/>
                      <a:pt x="86" y="3"/>
                      <a:pt x="86" y="3"/>
                    </a:cubicBezTo>
                    <a:cubicBezTo>
                      <a:pt x="58" y="10"/>
                      <a:pt x="30" y="11"/>
                      <a:pt x="2" y="0"/>
                    </a:cubicBezTo>
                    <a:close/>
                  </a:path>
                </a:pathLst>
              </a:custGeom>
              <a:solidFill>
                <a:srgbClr val="393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6" name="îṡḻîḓê"/>
              <p:cNvSpPr/>
              <p:nvPr/>
            </p:nvSpPr>
            <p:spPr bwMode="auto">
              <a:xfrm>
                <a:off x="4691013" y="4850755"/>
                <a:ext cx="1102731" cy="972087"/>
              </a:xfrm>
              <a:custGeom>
                <a:avLst/>
                <a:gdLst>
                  <a:gd name="T0" fmla="*/ 115 w 593"/>
                  <a:gd name="T1" fmla="*/ 56 h 524"/>
                  <a:gd name="T2" fmla="*/ 0 w 593"/>
                  <a:gd name="T3" fmla="*/ 264 h 524"/>
                  <a:gd name="T4" fmla="*/ 593 w 593"/>
                  <a:gd name="T5" fmla="*/ 162 h 524"/>
                  <a:gd name="T6" fmla="*/ 426 w 593"/>
                  <a:gd name="T7" fmla="*/ 0 h 524"/>
                  <a:gd name="T8" fmla="*/ 115 w 593"/>
                  <a:gd name="T9" fmla="*/ 56 h 5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93" h="524">
                    <a:moveTo>
                      <a:pt x="115" y="56"/>
                    </a:moveTo>
                    <a:cubicBezTo>
                      <a:pt x="0" y="264"/>
                      <a:pt x="0" y="264"/>
                      <a:pt x="0" y="264"/>
                    </a:cubicBezTo>
                    <a:cubicBezTo>
                      <a:pt x="0" y="264"/>
                      <a:pt x="348" y="524"/>
                      <a:pt x="593" y="162"/>
                    </a:cubicBezTo>
                    <a:cubicBezTo>
                      <a:pt x="426" y="0"/>
                      <a:pt x="426" y="0"/>
                      <a:pt x="426" y="0"/>
                    </a:cubicBezTo>
                    <a:lnTo>
                      <a:pt x="115" y="56"/>
                    </a:lnTo>
                    <a:close/>
                  </a:path>
                </a:pathLst>
              </a:custGeom>
              <a:solidFill>
                <a:srgbClr val="393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7" name="ísľïḍé"/>
              <p:cNvSpPr/>
              <p:nvPr/>
            </p:nvSpPr>
            <p:spPr bwMode="auto">
              <a:xfrm>
                <a:off x="4743050" y="4971435"/>
                <a:ext cx="256861" cy="504865"/>
              </a:xfrm>
              <a:custGeom>
                <a:avLst/>
                <a:gdLst>
                  <a:gd name="T0" fmla="*/ 117 w 138"/>
                  <a:gd name="T1" fmla="*/ 0 h 272"/>
                  <a:gd name="T2" fmla="*/ 0 w 138"/>
                  <a:gd name="T3" fmla="*/ 230 h 272"/>
                  <a:gd name="T4" fmla="*/ 52 w 138"/>
                  <a:gd name="T5" fmla="*/ 256 h 272"/>
                  <a:gd name="T6" fmla="*/ 138 w 138"/>
                  <a:gd name="T7" fmla="*/ 4 h 272"/>
                  <a:gd name="T8" fmla="*/ 117 w 138"/>
                  <a:gd name="T9" fmla="*/ 0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8" h="272">
                    <a:moveTo>
                      <a:pt x="117" y="0"/>
                    </a:moveTo>
                    <a:cubicBezTo>
                      <a:pt x="0" y="230"/>
                      <a:pt x="0" y="230"/>
                      <a:pt x="0" y="230"/>
                    </a:cubicBezTo>
                    <a:cubicBezTo>
                      <a:pt x="0" y="230"/>
                      <a:pt x="7" y="272"/>
                      <a:pt x="52" y="256"/>
                    </a:cubicBezTo>
                    <a:cubicBezTo>
                      <a:pt x="138" y="4"/>
                      <a:pt x="138" y="4"/>
                      <a:pt x="138" y="4"/>
                    </a:cubicBezTo>
                    <a:cubicBezTo>
                      <a:pt x="131" y="3"/>
                      <a:pt x="124" y="1"/>
                      <a:pt x="117" y="0"/>
                    </a:cubicBezTo>
                    <a:close/>
                  </a:path>
                </a:pathLst>
              </a:custGeom>
              <a:solidFill>
                <a:srgbClr val="3F41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8" name="îṡľiḓe"/>
              <p:cNvSpPr/>
              <p:nvPr/>
            </p:nvSpPr>
            <p:spPr bwMode="auto">
              <a:xfrm>
                <a:off x="4915767" y="5003543"/>
                <a:ext cx="156110" cy="533651"/>
              </a:xfrm>
              <a:custGeom>
                <a:avLst/>
                <a:gdLst>
                  <a:gd name="T0" fmla="*/ 67 w 84"/>
                  <a:gd name="T1" fmla="*/ 0 h 288"/>
                  <a:gd name="T2" fmla="*/ 0 w 84"/>
                  <a:gd name="T3" fmla="*/ 258 h 288"/>
                  <a:gd name="T4" fmla="*/ 65 w 84"/>
                  <a:gd name="T5" fmla="*/ 272 h 288"/>
                  <a:gd name="T6" fmla="*/ 84 w 84"/>
                  <a:gd name="T7" fmla="*/ 1 h 288"/>
                  <a:gd name="T8" fmla="*/ 67 w 84"/>
                  <a:gd name="T9" fmla="*/ 0 h 2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4" h="288">
                    <a:moveTo>
                      <a:pt x="67" y="0"/>
                    </a:moveTo>
                    <a:cubicBezTo>
                      <a:pt x="0" y="258"/>
                      <a:pt x="0" y="258"/>
                      <a:pt x="0" y="258"/>
                    </a:cubicBezTo>
                    <a:cubicBezTo>
                      <a:pt x="0" y="258"/>
                      <a:pt x="13" y="288"/>
                      <a:pt x="65" y="272"/>
                    </a:cubicBezTo>
                    <a:cubicBezTo>
                      <a:pt x="84" y="1"/>
                      <a:pt x="84" y="1"/>
                      <a:pt x="84" y="1"/>
                    </a:cubicBezTo>
                    <a:cubicBezTo>
                      <a:pt x="79" y="1"/>
                      <a:pt x="73" y="1"/>
                      <a:pt x="67" y="0"/>
                    </a:cubicBezTo>
                    <a:close/>
                  </a:path>
                </a:pathLst>
              </a:custGeom>
              <a:solidFill>
                <a:srgbClr val="3F41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9" name="îšľîdè"/>
              <p:cNvSpPr/>
              <p:nvPr/>
            </p:nvSpPr>
            <p:spPr bwMode="auto">
              <a:xfrm>
                <a:off x="5112841" y="5003543"/>
                <a:ext cx="117359" cy="549151"/>
              </a:xfrm>
              <a:custGeom>
                <a:avLst/>
                <a:gdLst>
                  <a:gd name="T0" fmla="*/ 3 w 63"/>
                  <a:gd name="T1" fmla="*/ 1 h 296"/>
                  <a:gd name="T2" fmla="*/ 0 w 63"/>
                  <a:gd name="T3" fmla="*/ 279 h 296"/>
                  <a:gd name="T4" fmla="*/ 63 w 63"/>
                  <a:gd name="T5" fmla="*/ 275 h 296"/>
                  <a:gd name="T6" fmla="*/ 23 w 63"/>
                  <a:gd name="T7" fmla="*/ 0 h 296"/>
                  <a:gd name="T8" fmla="*/ 3 w 63"/>
                  <a:gd name="T9" fmla="*/ 1 h 2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3" h="296">
                    <a:moveTo>
                      <a:pt x="3" y="1"/>
                    </a:moveTo>
                    <a:cubicBezTo>
                      <a:pt x="0" y="279"/>
                      <a:pt x="0" y="279"/>
                      <a:pt x="0" y="279"/>
                    </a:cubicBezTo>
                    <a:cubicBezTo>
                      <a:pt x="0" y="279"/>
                      <a:pt x="29" y="296"/>
                      <a:pt x="63" y="275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5" y="0"/>
                      <a:pt x="11" y="1"/>
                      <a:pt x="3" y="1"/>
                    </a:cubicBezTo>
                    <a:close/>
                  </a:path>
                </a:pathLst>
              </a:custGeom>
              <a:solidFill>
                <a:srgbClr val="3F41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0" name="íṡlîḓe"/>
              <p:cNvSpPr/>
              <p:nvPr/>
            </p:nvSpPr>
            <p:spPr bwMode="auto">
              <a:xfrm>
                <a:off x="5205843" y="4971435"/>
                <a:ext cx="252433" cy="548044"/>
              </a:xfrm>
              <a:custGeom>
                <a:avLst/>
                <a:gdLst>
                  <a:gd name="T0" fmla="*/ 0 w 136"/>
                  <a:gd name="T1" fmla="*/ 5 h 295"/>
                  <a:gd name="T2" fmla="*/ 77 w 136"/>
                  <a:gd name="T3" fmla="*/ 287 h 295"/>
                  <a:gd name="T4" fmla="*/ 136 w 136"/>
                  <a:gd name="T5" fmla="*/ 265 h 295"/>
                  <a:gd name="T6" fmla="*/ 25 w 136"/>
                  <a:gd name="T7" fmla="*/ 0 h 295"/>
                  <a:gd name="T8" fmla="*/ 0 w 136"/>
                  <a:gd name="T9" fmla="*/ 5 h 2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295">
                    <a:moveTo>
                      <a:pt x="0" y="5"/>
                    </a:moveTo>
                    <a:cubicBezTo>
                      <a:pt x="77" y="287"/>
                      <a:pt x="77" y="287"/>
                      <a:pt x="77" y="287"/>
                    </a:cubicBezTo>
                    <a:cubicBezTo>
                      <a:pt x="77" y="287"/>
                      <a:pt x="110" y="295"/>
                      <a:pt x="136" y="265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17" y="2"/>
                      <a:pt x="9" y="4"/>
                      <a:pt x="0" y="5"/>
                    </a:cubicBezTo>
                    <a:close/>
                  </a:path>
                </a:pathLst>
              </a:custGeom>
              <a:solidFill>
                <a:srgbClr val="3F41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1" name="ís1ïďè"/>
              <p:cNvSpPr/>
              <p:nvPr/>
            </p:nvSpPr>
            <p:spPr bwMode="auto">
              <a:xfrm>
                <a:off x="5313237" y="4940435"/>
                <a:ext cx="331041" cy="474972"/>
              </a:xfrm>
              <a:custGeom>
                <a:avLst/>
                <a:gdLst>
                  <a:gd name="T0" fmla="*/ 24 w 178"/>
                  <a:gd name="T1" fmla="*/ 0 h 256"/>
                  <a:gd name="T2" fmla="*/ 0 w 178"/>
                  <a:gd name="T3" fmla="*/ 10 h 256"/>
                  <a:gd name="T4" fmla="*/ 127 w 178"/>
                  <a:gd name="T5" fmla="*/ 256 h 256"/>
                  <a:gd name="T6" fmla="*/ 178 w 178"/>
                  <a:gd name="T7" fmla="*/ 220 h 256"/>
                  <a:gd name="T8" fmla="*/ 24 w 178"/>
                  <a:gd name="T9" fmla="*/ 0 h 2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8" h="256">
                    <a:moveTo>
                      <a:pt x="24" y="0"/>
                    </a:moveTo>
                    <a:cubicBezTo>
                      <a:pt x="16" y="3"/>
                      <a:pt x="8" y="7"/>
                      <a:pt x="0" y="10"/>
                    </a:cubicBezTo>
                    <a:cubicBezTo>
                      <a:pt x="127" y="256"/>
                      <a:pt x="127" y="256"/>
                      <a:pt x="127" y="256"/>
                    </a:cubicBezTo>
                    <a:cubicBezTo>
                      <a:pt x="127" y="256"/>
                      <a:pt x="160" y="255"/>
                      <a:pt x="178" y="220"/>
                    </a:cubicBez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3F41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2" name="îṣ1íďé"/>
              <p:cNvSpPr/>
              <p:nvPr/>
            </p:nvSpPr>
            <p:spPr bwMode="auto">
              <a:xfrm>
                <a:off x="5419525" y="4889506"/>
                <a:ext cx="356506" cy="386399"/>
              </a:xfrm>
              <a:custGeom>
                <a:avLst/>
                <a:gdLst>
                  <a:gd name="T0" fmla="*/ 20 w 192"/>
                  <a:gd name="T1" fmla="*/ 0 h 208"/>
                  <a:gd name="T2" fmla="*/ 0 w 192"/>
                  <a:gd name="T3" fmla="*/ 16 h 208"/>
                  <a:gd name="T4" fmla="*/ 155 w 192"/>
                  <a:gd name="T5" fmla="*/ 208 h 208"/>
                  <a:gd name="T6" fmla="*/ 192 w 192"/>
                  <a:gd name="T7" fmla="*/ 157 h 208"/>
                  <a:gd name="T8" fmla="*/ 20 w 192"/>
                  <a:gd name="T9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2" h="208">
                    <a:moveTo>
                      <a:pt x="20" y="0"/>
                    </a:moveTo>
                    <a:cubicBezTo>
                      <a:pt x="14" y="6"/>
                      <a:pt x="7" y="11"/>
                      <a:pt x="0" y="16"/>
                    </a:cubicBezTo>
                    <a:cubicBezTo>
                      <a:pt x="155" y="208"/>
                      <a:pt x="155" y="208"/>
                      <a:pt x="155" y="208"/>
                    </a:cubicBezTo>
                    <a:cubicBezTo>
                      <a:pt x="155" y="208"/>
                      <a:pt x="187" y="197"/>
                      <a:pt x="192" y="157"/>
                    </a:cubicBezTo>
                    <a:lnTo>
                      <a:pt x="20" y="0"/>
                    </a:lnTo>
                    <a:close/>
                  </a:path>
                </a:pathLst>
              </a:custGeom>
              <a:solidFill>
                <a:srgbClr val="3F41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3" name="ïṧḷiḋè"/>
              <p:cNvSpPr/>
              <p:nvPr/>
            </p:nvSpPr>
            <p:spPr bwMode="auto">
              <a:xfrm>
                <a:off x="4745264" y="4156566"/>
                <a:ext cx="797155" cy="894585"/>
              </a:xfrm>
              <a:custGeom>
                <a:avLst/>
                <a:gdLst>
                  <a:gd name="T0" fmla="*/ 0 w 429"/>
                  <a:gd name="T1" fmla="*/ 70 h 482"/>
                  <a:gd name="T2" fmla="*/ 111 w 429"/>
                  <a:gd name="T3" fmla="*/ 20 h 482"/>
                  <a:gd name="T4" fmla="*/ 211 w 429"/>
                  <a:gd name="T5" fmla="*/ 255 h 482"/>
                  <a:gd name="T6" fmla="*/ 218 w 429"/>
                  <a:gd name="T7" fmla="*/ 0 h 482"/>
                  <a:gd name="T8" fmla="*/ 352 w 429"/>
                  <a:gd name="T9" fmla="*/ 10 h 482"/>
                  <a:gd name="T10" fmla="*/ 360 w 429"/>
                  <a:gd name="T11" fmla="*/ 276 h 482"/>
                  <a:gd name="T12" fmla="*/ 429 w 429"/>
                  <a:gd name="T13" fmla="*/ 373 h 482"/>
                  <a:gd name="T14" fmla="*/ 50 w 429"/>
                  <a:gd name="T15" fmla="*/ 450 h 482"/>
                  <a:gd name="T16" fmla="*/ 0 w 429"/>
                  <a:gd name="T17" fmla="*/ 70 h 4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482">
                    <a:moveTo>
                      <a:pt x="0" y="70"/>
                    </a:moveTo>
                    <a:cubicBezTo>
                      <a:pt x="111" y="20"/>
                      <a:pt x="111" y="20"/>
                      <a:pt x="111" y="20"/>
                    </a:cubicBezTo>
                    <a:cubicBezTo>
                      <a:pt x="211" y="255"/>
                      <a:pt x="211" y="255"/>
                      <a:pt x="211" y="255"/>
                    </a:cubicBezTo>
                    <a:cubicBezTo>
                      <a:pt x="218" y="0"/>
                      <a:pt x="218" y="0"/>
                      <a:pt x="218" y="0"/>
                    </a:cubicBezTo>
                    <a:cubicBezTo>
                      <a:pt x="352" y="10"/>
                      <a:pt x="352" y="10"/>
                      <a:pt x="352" y="10"/>
                    </a:cubicBezTo>
                    <a:cubicBezTo>
                      <a:pt x="352" y="10"/>
                      <a:pt x="333" y="217"/>
                      <a:pt x="360" y="276"/>
                    </a:cubicBezTo>
                    <a:cubicBezTo>
                      <a:pt x="387" y="336"/>
                      <a:pt x="429" y="373"/>
                      <a:pt x="429" y="373"/>
                    </a:cubicBezTo>
                    <a:cubicBezTo>
                      <a:pt x="320" y="461"/>
                      <a:pt x="196" y="482"/>
                      <a:pt x="50" y="450"/>
                    </a:cubicBezTo>
                    <a:cubicBezTo>
                      <a:pt x="50" y="450"/>
                      <a:pt x="124" y="332"/>
                      <a:pt x="0" y="70"/>
                    </a:cubicBezTo>
                    <a:close/>
                  </a:path>
                </a:pathLst>
              </a:custGeom>
              <a:solidFill>
                <a:srgbClr val="4547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4" name="ïṥ1iḍê"/>
              <p:cNvSpPr/>
              <p:nvPr/>
            </p:nvSpPr>
            <p:spPr bwMode="auto">
              <a:xfrm>
                <a:off x="4882552" y="4177602"/>
                <a:ext cx="254647" cy="452828"/>
              </a:xfrm>
              <a:custGeom>
                <a:avLst/>
                <a:gdLst>
                  <a:gd name="T0" fmla="*/ 36 w 137"/>
                  <a:gd name="T1" fmla="*/ 0 h 244"/>
                  <a:gd name="T2" fmla="*/ 8 w 137"/>
                  <a:gd name="T3" fmla="*/ 18 h 244"/>
                  <a:gd name="T4" fmla="*/ 0 w 137"/>
                  <a:gd name="T5" fmla="*/ 104 h 244"/>
                  <a:gd name="T6" fmla="*/ 53 w 137"/>
                  <a:gd name="T7" fmla="*/ 91 h 244"/>
                  <a:gd name="T8" fmla="*/ 32 w 137"/>
                  <a:gd name="T9" fmla="*/ 155 h 244"/>
                  <a:gd name="T10" fmla="*/ 137 w 137"/>
                  <a:gd name="T11" fmla="*/ 244 h 244"/>
                  <a:gd name="T12" fmla="*/ 36 w 137"/>
                  <a:gd name="T13" fmla="*/ 0 h 2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7" h="244">
                    <a:moveTo>
                      <a:pt x="36" y="0"/>
                    </a:moveTo>
                    <a:cubicBezTo>
                      <a:pt x="8" y="18"/>
                      <a:pt x="8" y="18"/>
                      <a:pt x="8" y="18"/>
                    </a:cubicBezTo>
                    <a:cubicBezTo>
                      <a:pt x="0" y="104"/>
                      <a:pt x="0" y="104"/>
                      <a:pt x="0" y="104"/>
                    </a:cubicBezTo>
                    <a:cubicBezTo>
                      <a:pt x="53" y="91"/>
                      <a:pt x="53" y="91"/>
                      <a:pt x="53" y="91"/>
                    </a:cubicBezTo>
                    <a:cubicBezTo>
                      <a:pt x="32" y="155"/>
                      <a:pt x="32" y="155"/>
                      <a:pt x="32" y="155"/>
                    </a:cubicBezTo>
                    <a:cubicBezTo>
                      <a:pt x="137" y="244"/>
                      <a:pt x="137" y="244"/>
                      <a:pt x="137" y="244"/>
                    </a:cubicBezTo>
                    <a:cubicBezTo>
                      <a:pt x="137" y="244"/>
                      <a:pt x="64" y="46"/>
                      <a:pt x="36" y="0"/>
                    </a:cubicBezTo>
                    <a:close/>
                  </a:path>
                </a:pathLst>
              </a:custGeom>
              <a:solidFill>
                <a:srgbClr val="393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5" name="îşlîḍè"/>
              <p:cNvSpPr/>
              <p:nvPr/>
            </p:nvSpPr>
            <p:spPr bwMode="auto">
              <a:xfrm>
                <a:off x="5127234" y="4139958"/>
                <a:ext cx="150574" cy="490472"/>
              </a:xfrm>
              <a:custGeom>
                <a:avLst/>
                <a:gdLst>
                  <a:gd name="T0" fmla="*/ 10 w 81"/>
                  <a:gd name="T1" fmla="*/ 0 h 264"/>
                  <a:gd name="T2" fmla="*/ 42 w 81"/>
                  <a:gd name="T3" fmla="*/ 6 h 264"/>
                  <a:gd name="T4" fmla="*/ 81 w 81"/>
                  <a:gd name="T5" fmla="*/ 83 h 264"/>
                  <a:gd name="T6" fmla="*/ 27 w 81"/>
                  <a:gd name="T7" fmla="*/ 90 h 264"/>
                  <a:gd name="T8" fmla="*/ 70 w 81"/>
                  <a:gd name="T9" fmla="*/ 143 h 264"/>
                  <a:gd name="T10" fmla="*/ 5 w 81"/>
                  <a:gd name="T11" fmla="*/ 264 h 264"/>
                  <a:gd name="T12" fmla="*/ 10 w 81"/>
                  <a:gd name="T13" fmla="*/ 0 h 2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" h="264">
                    <a:moveTo>
                      <a:pt x="10" y="0"/>
                    </a:moveTo>
                    <a:cubicBezTo>
                      <a:pt x="42" y="6"/>
                      <a:pt x="42" y="6"/>
                      <a:pt x="42" y="6"/>
                    </a:cubicBezTo>
                    <a:cubicBezTo>
                      <a:pt x="81" y="83"/>
                      <a:pt x="81" y="83"/>
                      <a:pt x="81" y="83"/>
                    </a:cubicBezTo>
                    <a:cubicBezTo>
                      <a:pt x="27" y="90"/>
                      <a:pt x="27" y="90"/>
                      <a:pt x="27" y="90"/>
                    </a:cubicBezTo>
                    <a:cubicBezTo>
                      <a:pt x="70" y="143"/>
                      <a:pt x="70" y="143"/>
                      <a:pt x="70" y="143"/>
                    </a:cubicBezTo>
                    <a:cubicBezTo>
                      <a:pt x="5" y="264"/>
                      <a:pt x="5" y="264"/>
                      <a:pt x="5" y="264"/>
                    </a:cubicBezTo>
                    <a:cubicBezTo>
                      <a:pt x="5" y="264"/>
                      <a:pt x="0" y="53"/>
                      <a:pt x="10" y="0"/>
                    </a:cubicBezTo>
                    <a:close/>
                  </a:path>
                </a:pathLst>
              </a:custGeom>
              <a:solidFill>
                <a:srgbClr val="393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6" name="îṧľíḋe"/>
              <p:cNvSpPr/>
              <p:nvPr/>
            </p:nvSpPr>
            <p:spPr bwMode="auto">
              <a:xfrm>
                <a:off x="5129449" y="4680252"/>
                <a:ext cx="35429" cy="35429"/>
              </a:xfrm>
              <a:custGeom>
                <a:avLst/>
                <a:gdLst>
                  <a:gd name="T0" fmla="*/ 18 w 19"/>
                  <a:gd name="T1" fmla="*/ 8 h 19"/>
                  <a:gd name="T2" fmla="*/ 11 w 19"/>
                  <a:gd name="T3" fmla="*/ 18 h 19"/>
                  <a:gd name="T4" fmla="*/ 1 w 19"/>
                  <a:gd name="T5" fmla="*/ 11 h 19"/>
                  <a:gd name="T6" fmla="*/ 8 w 19"/>
                  <a:gd name="T7" fmla="*/ 1 h 19"/>
                  <a:gd name="T8" fmla="*/ 18 w 19"/>
                  <a:gd name="T9" fmla="*/ 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" h="19">
                    <a:moveTo>
                      <a:pt x="18" y="8"/>
                    </a:moveTo>
                    <a:cubicBezTo>
                      <a:pt x="19" y="12"/>
                      <a:pt x="16" y="17"/>
                      <a:pt x="11" y="18"/>
                    </a:cubicBezTo>
                    <a:cubicBezTo>
                      <a:pt x="7" y="19"/>
                      <a:pt x="2" y="16"/>
                      <a:pt x="1" y="11"/>
                    </a:cubicBezTo>
                    <a:cubicBezTo>
                      <a:pt x="0" y="6"/>
                      <a:pt x="4" y="2"/>
                      <a:pt x="8" y="1"/>
                    </a:cubicBezTo>
                    <a:cubicBezTo>
                      <a:pt x="13" y="0"/>
                      <a:pt x="17" y="3"/>
                      <a:pt x="18" y="8"/>
                    </a:cubicBezTo>
                    <a:close/>
                  </a:path>
                </a:pathLst>
              </a:custGeom>
              <a:solidFill>
                <a:srgbClr val="393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7" name="îṥļiḍe"/>
              <p:cNvSpPr/>
              <p:nvPr/>
            </p:nvSpPr>
            <p:spPr bwMode="auto">
              <a:xfrm>
                <a:off x="5146056" y="4763289"/>
                <a:ext cx="35429" cy="35429"/>
              </a:xfrm>
              <a:custGeom>
                <a:avLst/>
                <a:gdLst>
                  <a:gd name="T0" fmla="*/ 18 w 19"/>
                  <a:gd name="T1" fmla="*/ 8 h 19"/>
                  <a:gd name="T2" fmla="*/ 11 w 19"/>
                  <a:gd name="T3" fmla="*/ 18 h 19"/>
                  <a:gd name="T4" fmla="*/ 1 w 19"/>
                  <a:gd name="T5" fmla="*/ 11 h 19"/>
                  <a:gd name="T6" fmla="*/ 8 w 19"/>
                  <a:gd name="T7" fmla="*/ 1 h 19"/>
                  <a:gd name="T8" fmla="*/ 18 w 19"/>
                  <a:gd name="T9" fmla="*/ 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" h="19">
                    <a:moveTo>
                      <a:pt x="18" y="8"/>
                    </a:moveTo>
                    <a:cubicBezTo>
                      <a:pt x="19" y="13"/>
                      <a:pt x="16" y="17"/>
                      <a:pt x="11" y="18"/>
                    </a:cubicBezTo>
                    <a:cubicBezTo>
                      <a:pt x="6" y="19"/>
                      <a:pt x="2" y="16"/>
                      <a:pt x="1" y="11"/>
                    </a:cubicBezTo>
                    <a:cubicBezTo>
                      <a:pt x="0" y="7"/>
                      <a:pt x="3" y="2"/>
                      <a:pt x="8" y="1"/>
                    </a:cubicBezTo>
                    <a:cubicBezTo>
                      <a:pt x="13" y="0"/>
                      <a:pt x="17" y="4"/>
                      <a:pt x="18" y="8"/>
                    </a:cubicBezTo>
                    <a:close/>
                  </a:path>
                </a:pathLst>
              </a:custGeom>
              <a:solidFill>
                <a:srgbClr val="393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8" name="i$ḻïḓè"/>
              <p:cNvSpPr/>
              <p:nvPr/>
            </p:nvSpPr>
            <p:spPr bwMode="auto">
              <a:xfrm>
                <a:off x="5162664" y="4848541"/>
                <a:ext cx="34322" cy="35429"/>
              </a:xfrm>
              <a:custGeom>
                <a:avLst/>
                <a:gdLst>
                  <a:gd name="T0" fmla="*/ 18 w 18"/>
                  <a:gd name="T1" fmla="*/ 8 h 19"/>
                  <a:gd name="T2" fmla="*/ 11 w 18"/>
                  <a:gd name="T3" fmla="*/ 18 h 19"/>
                  <a:gd name="T4" fmla="*/ 1 w 18"/>
                  <a:gd name="T5" fmla="*/ 11 h 19"/>
                  <a:gd name="T6" fmla="*/ 7 w 18"/>
                  <a:gd name="T7" fmla="*/ 1 h 19"/>
                  <a:gd name="T8" fmla="*/ 18 w 18"/>
                  <a:gd name="T9" fmla="*/ 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" h="19">
                    <a:moveTo>
                      <a:pt x="18" y="8"/>
                    </a:moveTo>
                    <a:cubicBezTo>
                      <a:pt x="18" y="12"/>
                      <a:pt x="15" y="17"/>
                      <a:pt x="11" y="18"/>
                    </a:cubicBezTo>
                    <a:cubicBezTo>
                      <a:pt x="6" y="19"/>
                      <a:pt x="1" y="16"/>
                      <a:pt x="1" y="11"/>
                    </a:cubicBezTo>
                    <a:cubicBezTo>
                      <a:pt x="0" y="6"/>
                      <a:pt x="3" y="2"/>
                      <a:pt x="7" y="1"/>
                    </a:cubicBezTo>
                    <a:cubicBezTo>
                      <a:pt x="12" y="0"/>
                      <a:pt x="17" y="3"/>
                      <a:pt x="18" y="8"/>
                    </a:cubicBezTo>
                    <a:close/>
                  </a:path>
                </a:pathLst>
              </a:custGeom>
              <a:solidFill>
                <a:srgbClr val="393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9" name="íś1iḓe"/>
              <p:cNvSpPr/>
              <p:nvPr/>
            </p:nvSpPr>
            <p:spPr bwMode="auto">
              <a:xfrm>
                <a:off x="4266971" y="2943118"/>
                <a:ext cx="1245555" cy="1279877"/>
              </a:xfrm>
              <a:custGeom>
                <a:avLst/>
                <a:gdLst>
                  <a:gd name="T0" fmla="*/ 479 w 670"/>
                  <a:gd name="T1" fmla="*/ 77 h 690"/>
                  <a:gd name="T2" fmla="*/ 645 w 670"/>
                  <a:gd name="T3" fmla="*/ 475 h 690"/>
                  <a:gd name="T4" fmla="*/ 541 w 670"/>
                  <a:gd name="T5" fmla="*/ 634 h 690"/>
                  <a:gd name="T6" fmla="*/ 246 w 670"/>
                  <a:gd name="T7" fmla="*/ 623 h 690"/>
                  <a:gd name="T8" fmla="*/ 67 w 670"/>
                  <a:gd name="T9" fmla="*/ 197 h 690"/>
                  <a:gd name="T10" fmla="*/ 479 w 670"/>
                  <a:gd name="T11" fmla="*/ 77 h 6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70" h="690">
                    <a:moveTo>
                      <a:pt x="479" y="77"/>
                    </a:moveTo>
                    <a:cubicBezTo>
                      <a:pt x="479" y="77"/>
                      <a:pt x="621" y="410"/>
                      <a:pt x="645" y="475"/>
                    </a:cubicBezTo>
                    <a:cubicBezTo>
                      <a:pt x="670" y="541"/>
                      <a:pt x="541" y="634"/>
                      <a:pt x="541" y="634"/>
                    </a:cubicBezTo>
                    <a:cubicBezTo>
                      <a:pt x="541" y="634"/>
                      <a:pt x="375" y="690"/>
                      <a:pt x="246" y="623"/>
                    </a:cubicBezTo>
                    <a:cubicBezTo>
                      <a:pt x="95" y="544"/>
                      <a:pt x="0" y="400"/>
                      <a:pt x="67" y="197"/>
                    </a:cubicBezTo>
                    <a:cubicBezTo>
                      <a:pt x="131" y="0"/>
                      <a:pt x="456" y="16"/>
                      <a:pt x="479" y="77"/>
                    </a:cubicBezTo>
                  </a:path>
                </a:pathLst>
              </a:custGeom>
              <a:solidFill>
                <a:srgbClr val="FEDBB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0" name="ïṩḷiḋê"/>
              <p:cNvSpPr/>
              <p:nvPr/>
            </p:nvSpPr>
            <p:spPr bwMode="auto">
              <a:xfrm>
                <a:off x="4594690" y="3939562"/>
                <a:ext cx="55358" cy="57572"/>
              </a:xfrm>
              <a:custGeom>
                <a:avLst/>
                <a:gdLst>
                  <a:gd name="T0" fmla="*/ 28 w 30"/>
                  <a:gd name="T1" fmla="*/ 11 h 31"/>
                  <a:gd name="T2" fmla="*/ 19 w 30"/>
                  <a:gd name="T3" fmla="*/ 28 h 31"/>
                  <a:gd name="T4" fmla="*/ 2 w 30"/>
                  <a:gd name="T5" fmla="*/ 19 h 31"/>
                  <a:gd name="T6" fmla="*/ 11 w 30"/>
                  <a:gd name="T7" fmla="*/ 2 h 31"/>
                  <a:gd name="T8" fmla="*/ 28 w 30"/>
                  <a:gd name="T9" fmla="*/ 11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0" h="31">
                    <a:moveTo>
                      <a:pt x="28" y="11"/>
                    </a:moveTo>
                    <a:cubicBezTo>
                      <a:pt x="30" y="18"/>
                      <a:pt x="26" y="26"/>
                      <a:pt x="19" y="28"/>
                    </a:cubicBezTo>
                    <a:cubicBezTo>
                      <a:pt x="12" y="31"/>
                      <a:pt x="4" y="27"/>
                      <a:pt x="2" y="19"/>
                    </a:cubicBezTo>
                    <a:cubicBezTo>
                      <a:pt x="0" y="12"/>
                      <a:pt x="4" y="5"/>
                      <a:pt x="11" y="2"/>
                    </a:cubicBezTo>
                    <a:cubicBezTo>
                      <a:pt x="18" y="0"/>
                      <a:pt x="26" y="4"/>
                      <a:pt x="28" y="11"/>
                    </a:cubicBezTo>
                    <a:close/>
                  </a:path>
                </a:pathLst>
              </a:custGeom>
              <a:solidFill>
                <a:srgbClr val="CE6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1" name="iSlîḓe"/>
              <p:cNvSpPr/>
              <p:nvPr/>
            </p:nvSpPr>
            <p:spPr bwMode="auto">
              <a:xfrm>
                <a:off x="4880338" y="3867597"/>
                <a:ext cx="50929" cy="44286"/>
              </a:xfrm>
              <a:custGeom>
                <a:avLst/>
                <a:gdLst>
                  <a:gd name="T0" fmla="*/ 26 w 27"/>
                  <a:gd name="T1" fmla="*/ 0 h 24"/>
                  <a:gd name="T2" fmla="*/ 26 w 27"/>
                  <a:gd name="T3" fmla="*/ 0 h 24"/>
                  <a:gd name="T4" fmla="*/ 13 w 27"/>
                  <a:gd name="T5" fmla="*/ 10 h 24"/>
                  <a:gd name="T6" fmla="*/ 0 w 27"/>
                  <a:gd name="T7" fmla="*/ 24 h 24"/>
                  <a:gd name="T8" fmla="*/ 0 w 27"/>
                  <a:gd name="T9" fmla="*/ 24 h 24"/>
                  <a:gd name="T10" fmla="*/ 11 w 27"/>
                  <a:gd name="T11" fmla="*/ 16 h 24"/>
                  <a:gd name="T12" fmla="*/ 27 w 27"/>
                  <a:gd name="T13" fmla="*/ 1 h 24"/>
                  <a:gd name="T14" fmla="*/ 26 w 27"/>
                  <a:gd name="T15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7" h="24">
                    <a:moveTo>
                      <a:pt x="26" y="0"/>
                    </a:moveTo>
                    <a:cubicBezTo>
                      <a:pt x="26" y="0"/>
                      <a:pt x="26" y="0"/>
                      <a:pt x="26" y="0"/>
                    </a:cubicBezTo>
                    <a:cubicBezTo>
                      <a:pt x="21" y="2"/>
                      <a:pt x="17" y="6"/>
                      <a:pt x="13" y="10"/>
                    </a:cubicBezTo>
                    <a:cubicBezTo>
                      <a:pt x="9" y="14"/>
                      <a:pt x="4" y="19"/>
                      <a:pt x="0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4" y="22"/>
                      <a:pt x="8" y="19"/>
                      <a:pt x="11" y="16"/>
                    </a:cubicBezTo>
                    <a:cubicBezTo>
                      <a:pt x="16" y="11"/>
                      <a:pt x="22" y="6"/>
                      <a:pt x="27" y="1"/>
                    </a:cubicBezTo>
                    <a:cubicBezTo>
                      <a:pt x="27" y="0"/>
                      <a:pt x="27" y="0"/>
                      <a:pt x="26" y="0"/>
                    </a:cubicBezTo>
                  </a:path>
                </a:pathLst>
              </a:custGeom>
              <a:solidFill>
                <a:srgbClr val="E6A0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2" name="iṣľîḍé"/>
              <p:cNvSpPr/>
              <p:nvPr/>
            </p:nvSpPr>
            <p:spPr bwMode="auto">
              <a:xfrm>
                <a:off x="4912445" y="3856525"/>
                <a:ext cx="49822" cy="50929"/>
              </a:xfrm>
              <a:custGeom>
                <a:avLst/>
                <a:gdLst>
                  <a:gd name="T0" fmla="*/ 26 w 27"/>
                  <a:gd name="T1" fmla="*/ 0 h 28"/>
                  <a:gd name="T2" fmla="*/ 26 w 27"/>
                  <a:gd name="T3" fmla="*/ 0 h 28"/>
                  <a:gd name="T4" fmla="*/ 13 w 27"/>
                  <a:gd name="T5" fmla="*/ 13 h 28"/>
                  <a:gd name="T6" fmla="*/ 0 w 27"/>
                  <a:gd name="T7" fmla="*/ 28 h 28"/>
                  <a:gd name="T8" fmla="*/ 0 w 27"/>
                  <a:gd name="T9" fmla="*/ 28 h 28"/>
                  <a:gd name="T10" fmla="*/ 1 w 27"/>
                  <a:gd name="T11" fmla="*/ 28 h 28"/>
                  <a:gd name="T12" fmla="*/ 13 w 27"/>
                  <a:gd name="T13" fmla="*/ 16 h 28"/>
                  <a:gd name="T14" fmla="*/ 27 w 27"/>
                  <a:gd name="T15" fmla="*/ 1 h 28"/>
                  <a:gd name="T16" fmla="*/ 26 w 27"/>
                  <a:gd name="T17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7" h="28">
                    <a:moveTo>
                      <a:pt x="26" y="0"/>
                    </a:moveTo>
                    <a:cubicBezTo>
                      <a:pt x="26" y="0"/>
                      <a:pt x="26" y="0"/>
                      <a:pt x="26" y="0"/>
                    </a:cubicBezTo>
                    <a:cubicBezTo>
                      <a:pt x="21" y="3"/>
                      <a:pt x="17" y="9"/>
                      <a:pt x="13" y="13"/>
                    </a:cubicBezTo>
                    <a:cubicBezTo>
                      <a:pt x="9" y="18"/>
                      <a:pt x="4" y="22"/>
                      <a:pt x="0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28"/>
                      <a:pt x="0" y="28"/>
                      <a:pt x="1" y="28"/>
                    </a:cubicBezTo>
                    <a:cubicBezTo>
                      <a:pt x="5" y="25"/>
                      <a:pt x="9" y="20"/>
                      <a:pt x="13" y="16"/>
                    </a:cubicBezTo>
                    <a:cubicBezTo>
                      <a:pt x="18" y="11"/>
                      <a:pt x="24" y="7"/>
                      <a:pt x="27" y="1"/>
                    </a:cubicBezTo>
                    <a:cubicBezTo>
                      <a:pt x="27" y="0"/>
                      <a:pt x="27" y="0"/>
                      <a:pt x="26" y="0"/>
                    </a:cubicBezTo>
                  </a:path>
                </a:pathLst>
              </a:custGeom>
              <a:solidFill>
                <a:srgbClr val="E6A0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3" name="îṧ1ïdè"/>
              <p:cNvSpPr/>
              <p:nvPr/>
            </p:nvSpPr>
            <p:spPr bwMode="auto">
              <a:xfrm>
                <a:off x="4953410" y="3832168"/>
                <a:ext cx="55358" cy="63108"/>
              </a:xfrm>
              <a:custGeom>
                <a:avLst/>
                <a:gdLst>
                  <a:gd name="T0" fmla="*/ 29 w 30"/>
                  <a:gd name="T1" fmla="*/ 0 h 34"/>
                  <a:gd name="T2" fmla="*/ 28 w 30"/>
                  <a:gd name="T3" fmla="*/ 0 h 34"/>
                  <a:gd name="T4" fmla="*/ 13 w 30"/>
                  <a:gd name="T5" fmla="*/ 15 h 34"/>
                  <a:gd name="T6" fmla="*/ 0 w 30"/>
                  <a:gd name="T7" fmla="*/ 33 h 34"/>
                  <a:gd name="T8" fmla="*/ 0 w 30"/>
                  <a:gd name="T9" fmla="*/ 34 h 34"/>
                  <a:gd name="T10" fmla="*/ 2 w 30"/>
                  <a:gd name="T11" fmla="*/ 33 h 34"/>
                  <a:gd name="T12" fmla="*/ 16 w 30"/>
                  <a:gd name="T13" fmla="*/ 15 h 34"/>
                  <a:gd name="T14" fmla="*/ 29 w 30"/>
                  <a:gd name="T15" fmla="*/ 1 h 34"/>
                  <a:gd name="T16" fmla="*/ 29 w 30"/>
                  <a:gd name="T17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34">
                    <a:moveTo>
                      <a:pt x="29" y="0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22" y="4"/>
                      <a:pt x="17" y="10"/>
                      <a:pt x="13" y="15"/>
                    </a:cubicBezTo>
                    <a:cubicBezTo>
                      <a:pt x="8" y="21"/>
                      <a:pt x="3" y="27"/>
                      <a:pt x="0" y="33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1" y="34"/>
                      <a:pt x="1" y="34"/>
                      <a:pt x="2" y="33"/>
                    </a:cubicBezTo>
                    <a:cubicBezTo>
                      <a:pt x="6" y="27"/>
                      <a:pt x="11" y="21"/>
                      <a:pt x="16" y="15"/>
                    </a:cubicBezTo>
                    <a:cubicBezTo>
                      <a:pt x="21" y="10"/>
                      <a:pt x="26" y="6"/>
                      <a:pt x="29" y="1"/>
                    </a:cubicBezTo>
                    <a:cubicBezTo>
                      <a:pt x="30" y="0"/>
                      <a:pt x="29" y="0"/>
                      <a:pt x="29" y="0"/>
                    </a:cubicBezTo>
                  </a:path>
                </a:pathLst>
              </a:custGeom>
              <a:solidFill>
                <a:srgbClr val="E6A0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4" name="iṧlïḋe"/>
              <p:cNvSpPr/>
              <p:nvPr/>
            </p:nvSpPr>
            <p:spPr bwMode="auto">
              <a:xfrm>
                <a:off x="5241272" y="3733630"/>
                <a:ext cx="63108" cy="63108"/>
              </a:xfrm>
              <a:custGeom>
                <a:avLst/>
                <a:gdLst>
                  <a:gd name="T0" fmla="*/ 33 w 34"/>
                  <a:gd name="T1" fmla="*/ 0 h 34"/>
                  <a:gd name="T2" fmla="*/ 33 w 34"/>
                  <a:gd name="T3" fmla="*/ 0 h 34"/>
                  <a:gd name="T4" fmla="*/ 20 w 34"/>
                  <a:gd name="T5" fmla="*/ 14 h 34"/>
                  <a:gd name="T6" fmla="*/ 1 w 34"/>
                  <a:gd name="T7" fmla="*/ 32 h 34"/>
                  <a:gd name="T8" fmla="*/ 1 w 34"/>
                  <a:gd name="T9" fmla="*/ 34 h 34"/>
                  <a:gd name="T10" fmla="*/ 1 w 34"/>
                  <a:gd name="T11" fmla="*/ 34 h 34"/>
                  <a:gd name="T12" fmla="*/ 18 w 34"/>
                  <a:gd name="T13" fmla="*/ 19 h 34"/>
                  <a:gd name="T14" fmla="*/ 34 w 34"/>
                  <a:gd name="T15" fmla="*/ 0 h 34"/>
                  <a:gd name="T16" fmla="*/ 33 w 34"/>
                  <a:gd name="T17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4" h="34">
                    <a:moveTo>
                      <a:pt x="33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28" y="4"/>
                      <a:pt x="24" y="9"/>
                      <a:pt x="20" y="14"/>
                    </a:cubicBezTo>
                    <a:cubicBezTo>
                      <a:pt x="14" y="21"/>
                      <a:pt x="8" y="27"/>
                      <a:pt x="1" y="32"/>
                    </a:cubicBezTo>
                    <a:cubicBezTo>
                      <a:pt x="0" y="33"/>
                      <a:pt x="0" y="34"/>
                      <a:pt x="1" y="34"/>
                    </a:cubicBezTo>
                    <a:cubicBezTo>
                      <a:pt x="1" y="34"/>
                      <a:pt x="1" y="34"/>
                      <a:pt x="1" y="34"/>
                    </a:cubicBezTo>
                    <a:cubicBezTo>
                      <a:pt x="8" y="30"/>
                      <a:pt x="13" y="25"/>
                      <a:pt x="18" y="19"/>
                    </a:cubicBezTo>
                    <a:cubicBezTo>
                      <a:pt x="23" y="13"/>
                      <a:pt x="29" y="7"/>
                      <a:pt x="34" y="0"/>
                    </a:cubicBezTo>
                    <a:cubicBezTo>
                      <a:pt x="34" y="0"/>
                      <a:pt x="34" y="0"/>
                      <a:pt x="33" y="0"/>
                    </a:cubicBezTo>
                  </a:path>
                </a:pathLst>
              </a:custGeom>
              <a:solidFill>
                <a:srgbClr val="E6A0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5" name="íṣ1íḍê"/>
              <p:cNvSpPr/>
              <p:nvPr/>
            </p:nvSpPr>
            <p:spPr bwMode="auto">
              <a:xfrm>
                <a:off x="5277808" y="3720344"/>
                <a:ext cx="64215" cy="68644"/>
              </a:xfrm>
              <a:custGeom>
                <a:avLst/>
                <a:gdLst>
                  <a:gd name="T0" fmla="*/ 33 w 34"/>
                  <a:gd name="T1" fmla="*/ 0 h 37"/>
                  <a:gd name="T2" fmla="*/ 32 w 34"/>
                  <a:gd name="T3" fmla="*/ 0 h 37"/>
                  <a:gd name="T4" fmla="*/ 14 w 34"/>
                  <a:gd name="T5" fmla="*/ 18 h 37"/>
                  <a:gd name="T6" fmla="*/ 0 w 34"/>
                  <a:gd name="T7" fmla="*/ 37 h 37"/>
                  <a:gd name="T8" fmla="*/ 1 w 34"/>
                  <a:gd name="T9" fmla="*/ 37 h 37"/>
                  <a:gd name="T10" fmla="*/ 1 w 34"/>
                  <a:gd name="T11" fmla="*/ 37 h 37"/>
                  <a:gd name="T12" fmla="*/ 18 w 34"/>
                  <a:gd name="T13" fmla="*/ 17 h 37"/>
                  <a:gd name="T14" fmla="*/ 33 w 34"/>
                  <a:gd name="T15" fmla="*/ 1 h 37"/>
                  <a:gd name="T16" fmla="*/ 33 w 34"/>
                  <a:gd name="T17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4" h="37">
                    <a:moveTo>
                      <a:pt x="33" y="0"/>
                    </a:moveTo>
                    <a:cubicBezTo>
                      <a:pt x="32" y="0"/>
                      <a:pt x="32" y="0"/>
                      <a:pt x="32" y="0"/>
                    </a:cubicBezTo>
                    <a:cubicBezTo>
                      <a:pt x="25" y="5"/>
                      <a:pt x="19" y="12"/>
                      <a:pt x="14" y="18"/>
                    </a:cubicBezTo>
                    <a:cubicBezTo>
                      <a:pt x="9" y="24"/>
                      <a:pt x="4" y="30"/>
                      <a:pt x="0" y="37"/>
                    </a:cubicBezTo>
                    <a:cubicBezTo>
                      <a:pt x="0" y="37"/>
                      <a:pt x="0" y="37"/>
                      <a:pt x="1" y="37"/>
                    </a:cubicBezTo>
                    <a:cubicBezTo>
                      <a:pt x="1" y="37"/>
                      <a:pt x="1" y="37"/>
                      <a:pt x="1" y="37"/>
                    </a:cubicBezTo>
                    <a:cubicBezTo>
                      <a:pt x="7" y="31"/>
                      <a:pt x="12" y="24"/>
                      <a:pt x="18" y="17"/>
                    </a:cubicBezTo>
                    <a:cubicBezTo>
                      <a:pt x="23" y="12"/>
                      <a:pt x="29" y="7"/>
                      <a:pt x="33" y="1"/>
                    </a:cubicBezTo>
                    <a:cubicBezTo>
                      <a:pt x="34" y="0"/>
                      <a:pt x="33" y="0"/>
                      <a:pt x="33" y="0"/>
                    </a:cubicBezTo>
                  </a:path>
                </a:pathLst>
              </a:custGeom>
              <a:solidFill>
                <a:srgbClr val="E6A0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6" name="îṡľîďè"/>
              <p:cNvSpPr/>
              <p:nvPr/>
            </p:nvSpPr>
            <p:spPr bwMode="auto">
              <a:xfrm>
                <a:off x="5312130" y="3725880"/>
                <a:ext cx="53144" cy="52037"/>
              </a:xfrm>
              <a:custGeom>
                <a:avLst/>
                <a:gdLst>
                  <a:gd name="T0" fmla="*/ 27 w 29"/>
                  <a:gd name="T1" fmla="*/ 0 h 28"/>
                  <a:gd name="T2" fmla="*/ 26 w 29"/>
                  <a:gd name="T3" fmla="*/ 0 h 28"/>
                  <a:gd name="T4" fmla="*/ 0 w 29"/>
                  <a:gd name="T5" fmla="*/ 27 h 28"/>
                  <a:gd name="T6" fmla="*/ 1 w 29"/>
                  <a:gd name="T7" fmla="*/ 28 h 28"/>
                  <a:gd name="T8" fmla="*/ 1 w 29"/>
                  <a:gd name="T9" fmla="*/ 28 h 28"/>
                  <a:gd name="T10" fmla="*/ 28 w 29"/>
                  <a:gd name="T11" fmla="*/ 1 h 28"/>
                  <a:gd name="T12" fmla="*/ 27 w 29"/>
                  <a:gd name="T13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28">
                    <a:moveTo>
                      <a:pt x="27" y="0"/>
                    </a:moveTo>
                    <a:cubicBezTo>
                      <a:pt x="27" y="0"/>
                      <a:pt x="27" y="0"/>
                      <a:pt x="26" y="0"/>
                    </a:cubicBezTo>
                    <a:cubicBezTo>
                      <a:pt x="16" y="7"/>
                      <a:pt x="9" y="18"/>
                      <a:pt x="0" y="27"/>
                    </a:cubicBezTo>
                    <a:cubicBezTo>
                      <a:pt x="0" y="28"/>
                      <a:pt x="0" y="28"/>
                      <a:pt x="1" y="28"/>
                    </a:cubicBezTo>
                    <a:cubicBezTo>
                      <a:pt x="1" y="28"/>
                      <a:pt x="1" y="28"/>
                      <a:pt x="1" y="28"/>
                    </a:cubicBezTo>
                    <a:cubicBezTo>
                      <a:pt x="11" y="20"/>
                      <a:pt x="20" y="11"/>
                      <a:pt x="28" y="1"/>
                    </a:cubicBezTo>
                    <a:cubicBezTo>
                      <a:pt x="29" y="0"/>
                      <a:pt x="28" y="0"/>
                      <a:pt x="27" y="0"/>
                    </a:cubicBezTo>
                  </a:path>
                </a:pathLst>
              </a:custGeom>
              <a:solidFill>
                <a:srgbClr val="E6A0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7" name="ïśľîḓe"/>
              <p:cNvSpPr/>
              <p:nvPr/>
            </p:nvSpPr>
            <p:spPr bwMode="auto">
              <a:xfrm>
                <a:off x="5175949" y="3542092"/>
                <a:ext cx="171610" cy="191539"/>
              </a:xfrm>
              <a:custGeom>
                <a:avLst/>
                <a:gdLst>
                  <a:gd name="T0" fmla="*/ 9 w 92"/>
                  <a:gd name="T1" fmla="*/ 66 h 103"/>
                  <a:gd name="T2" fmla="*/ 62 w 92"/>
                  <a:gd name="T3" fmla="*/ 95 h 103"/>
                  <a:gd name="T4" fmla="*/ 82 w 92"/>
                  <a:gd name="T5" fmla="*/ 37 h 103"/>
                  <a:gd name="T6" fmla="*/ 29 w 92"/>
                  <a:gd name="T7" fmla="*/ 8 h 103"/>
                  <a:gd name="T8" fmla="*/ 9 w 92"/>
                  <a:gd name="T9" fmla="*/ 66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2" h="103">
                    <a:moveTo>
                      <a:pt x="9" y="66"/>
                    </a:moveTo>
                    <a:cubicBezTo>
                      <a:pt x="18" y="90"/>
                      <a:pt x="42" y="103"/>
                      <a:pt x="62" y="95"/>
                    </a:cubicBezTo>
                    <a:cubicBezTo>
                      <a:pt x="83" y="87"/>
                      <a:pt x="92" y="61"/>
                      <a:pt x="82" y="37"/>
                    </a:cubicBezTo>
                    <a:cubicBezTo>
                      <a:pt x="73" y="13"/>
                      <a:pt x="49" y="0"/>
                      <a:pt x="29" y="8"/>
                    </a:cubicBezTo>
                    <a:cubicBezTo>
                      <a:pt x="9" y="16"/>
                      <a:pt x="0" y="42"/>
                      <a:pt x="9" y="66"/>
                    </a:cubicBezTo>
                    <a:close/>
                  </a:path>
                </a:pathLst>
              </a:custGeom>
              <a:solidFill>
                <a:srgbClr val="A272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8" name="ïšḻíḋê"/>
              <p:cNvSpPr/>
              <p:nvPr/>
            </p:nvSpPr>
            <p:spPr bwMode="auto">
              <a:xfrm>
                <a:off x="5237950" y="3555378"/>
                <a:ext cx="71965" cy="79716"/>
              </a:xfrm>
              <a:custGeom>
                <a:avLst/>
                <a:gdLst>
                  <a:gd name="T0" fmla="*/ 4 w 39"/>
                  <a:gd name="T1" fmla="*/ 27 h 43"/>
                  <a:gd name="T2" fmla="*/ 26 w 39"/>
                  <a:gd name="T3" fmla="*/ 40 h 43"/>
                  <a:gd name="T4" fmla="*/ 35 w 39"/>
                  <a:gd name="T5" fmla="*/ 15 h 43"/>
                  <a:gd name="T6" fmla="*/ 12 w 39"/>
                  <a:gd name="T7" fmla="*/ 3 h 43"/>
                  <a:gd name="T8" fmla="*/ 4 w 39"/>
                  <a:gd name="T9" fmla="*/ 2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" h="43">
                    <a:moveTo>
                      <a:pt x="4" y="27"/>
                    </a:moveTo>
                    <a:cubicBezTo>
                      <a:pt x="8" y="37"/>
                      <a:pt x="18" y="43"/>
                      <a:pt x="26" y="40"/>
                    </a:cubicBezTo>
                    <a:cubicBezTo>
                      <a:pt x="35" y="36"/>
                      <a:pt x="39" y="25"/>
                      <a:pt x="35" y="15"/>
                    </a:cubicBezTo>
                    <a:cubicBezTo>
                      <a:pt x="31" y="5"/>
                      <a:pt x="21" y="0"/>
                      <a:pt x="12" y="3"/>
                    </a:cubicBezTo>
                    <a:cubicBezTo>
                      <a:pt x="4" y="6"/>
                      <a:pt x="0" y="17"/>
                      <a:pt x="4" y="2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9" name="işľídè"/>
              <p:cNvSpPr/>
              <p:nvPr/>
            </p:nvSpPr>
            <p:spPr bwMode="auto">
              <a:xfrm>
                <a:off x="4808372" y="3646165"/>
                <a:ext cx="176038" cy="197074"/>
              </a:xfrm>
              <a:custGeom>
                <a:avLst/>
                <a:gdLst>
                  <a:gd name="T0" fmla="*/ 9 w 95"/>
                  <a:gd name="T1" fmla="*/ 68 h 106"/>
                  <a:gd name="T2" fmla="*/ 65 w 95"/>
                  <a:gd name="T3" fmla="*/ 98 h 106"/>
                  <a:gd name="T4" fmla="*/ 85 w 95"/>
                  <a:gd name="T5" fmla="*/ 38 h 106"/>
                  <a:gd name="T6" fmla="*/ 30 w 95"/>
                  <a:gd name="T7" fmla="*/ 8 h 106"/>
                  <a:gd name="T8" fmla="*/ 9 w 95"/>
                  <a:gd name="T9" fmla="*/ 68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5" h="106">
                    <a:moveTo>
                      <a:pt x="9" y="68"/>
                    </a:moveTo>
                    <a:cubicBezTo>
                      <a:pt x="19" y="93"/>
                      <a:pt x="44" y="106"/>
                      <a:pt x="65" y="98"/>
                    </a:cubicBezTo>
                    <a:cubicBezTo>
                      <a:pt x="86" y="90"/>
                      <a:pt x="95" y="63"/>
                      <a:pt x="85" y="38"/>
                    </a:cubicBezTo>
                    <a:cubicBezTo>
                      <a:pt x="76" y="14"/>
                      <a:pt x="51" y="0"/>
                      <a:pt x="30" y="8"/>
                    </a:cubicBezTo>
                    <a:cubicBezTo>
                      <a:pt x="9" y="16"/>
                      <a:pt x="0" y="43"/>
                      <a:pt x="9" y="68"/>
                    </a:cubicBezTo>
                    <a:close/>
                  </a:path>
                </a:pathLst>
              </a:custGeom>
              <a:solidFill>
                <a:srgbClr val="A272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70" name="îsḷiḍe"/>
              <p:cNvSpPr/>
              <p:nvPr/>
            </p:nvSpPr>
            <p:spPr bwMode="auto">
              <a:xfrm>
                <a:off x="4874802" y="3664986"/>
                <a:ext cx="70858" cy="79716"/>
              </a:xfrm>
              <a:custGeom>
                <a:avLst/>
                <a:gdLst>
                  <a:gd name="T0" fmla="*/ 4 w 38"/>
                  <a:gd name="T1" fmla="*/ 28 h 43"/>
                  <a:gd name="T2" fmla="*/ 26 w 38"/>
                  <a:gd name="T3" fmla="*/ 40 h 43"/>
                  <a:gd name="T4" fmla="*/ 35 w 38"/>
                  <a:gd name="T5" fmla="*/ 16 h 43"/>
                  <a:gd name="T6" fmla="*/ 12 w 38"/>
                  <a:gd name="T7" fmla="*/ 3 h 43"/>
                  <a:gd name="T8" fmla="*/ 4 w 38"/>
                  <a:gd name="T9" fmla="*/ 28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8" h="43">
                    <a:moveTo>
                      <a:pt x="4" y="28"/>
                    </a:moveTo>
                    <a:cubicBezTo>
                      <a:pt x="8" y="38"/>
                      <a:pt x="18" y="43"/>
                      <a:pt x="26" y="40"/>
                    </a:cubicBezTo>
                    <a:cubicBezTo>
                      <a:pt x="35" y="36"/>
                      <a:pt x="38" y="26"/>
                      <a:pt x="35" y="16"/>
                    </a:cubicBezTo>
                    <a:cubicBezTo>
                      <a:pt x="31" y="5"/>
                      <a:pt x="21" y="0"/>
                      <a:pt x="12" y="3"/>
                    </a:cubicBezTo>
                    <a:cubicBezTo>
                      <a:pt x="3" y="7"/>
                      <a:pt x="0" y="18"/>
                      <a:pt x="4" y="2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71" name="iṧlîde"/>
              <p:cNvSpPr/>
              <p:nvPr/>
            </p:nvSpPr>
            <p:spPr bwMode="auto">
              <a:xfrm>
                <a:off x="4768515" y="3522163"/>
                <a:ext cx="162753" cy="116252"/>
              </a:xfrm>
              <a:custGeom>
                <a:avLst/>
                <a:gdLst>
                  <a:gd name="T0" fmla="*/ 81 w 87"/>
                  <a:gd name="T1" fmla="*/ 0 h 63"/>
                  <a:gd name="T2" fmla="*/ 73 w 87"/>
                  <a:gd name="T3" fmla="*/ 4 h 63"/>
                  <a:gd name="T4" fmla="*/ 73 w 87"/>
                  <a:gd name="T5" fmla="*/ 6 h 63"/>
                  <a:gd name="T6" fmla="*/ 49 w 87"/>
                  <a:gd name="T7" fmla="*/ 53 h 63"/>
                  <a:gd name="T8" fmla="*/ 39 w 87"/>
                  <a:gd name="T9" fmla="*/ 55 h 63"/>
                  <a:gd name="T10" fmla="*/ 9 w 87"/>
                  <a:gd name="T11" fmla="*/ 39 h 63"/>
                  <a:gd name="T12" fmla="*/ 8 w 87"/>
                  <a:gd name="T13" fmla="*/ 38 h 63"/>
                  <a:gd name="T14" fmla="*/ 6 w 87"/>
                  <a:gd name="T15" fmla="*/ 39 h 63"/>
                  <a:gd name="T16" fmla="*/ 4 w 87"/>
                  <a:gd name="T17" fmla="*/ 39 h 63"/>
                  <a:gd name="T18" fmla="*/ 0 w 87"/>
                  <a:gd name="T19" fmla="*/ 41 h 63"/>
                  <a:gd name="T20" fmla="*/ 1 w 87"/>
                  <a:gd name="T21" fmla="*/ 43 h 63"/>
                  <a:gd name="T22" fmla="*/ 39 w 87"/>
                  <a:gd name="T23" fmla="*/ 63 h 63"/>
                  <a:gd name="T24" fmla="*/ 51 w 87"/>
                  <a:gd name="T25" fmla="*/ 61 h 63"/>
                  <a:gd name="T26" fmla="*/ 81 w 87"/>
                  <a:gd name="T27" fmla="*/ 3 h 63"/>
                  <a:gd name="T28" fmla="*/ 81 w 87"/>
                  <a:gd name="T29" fmla="*/ 0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7" h="63">
                    <a:moveTo>
                      <a:pt x="81" y="0"/>
                    </a:moveTo>
                    <a:cubicBezTo>
                      <a:pt x="73" y="4"/>
                      <a:pt x="73" y="4"/>
                      <a:pt x="73" y="4"/>
                    </a:cubicBezTo>
                    <a:cubicBezTo>
                      <a:pt x="73" y="6"/>
                      <a:pt x="73" y="6"/>
                      <a:pt x="73" y="6"/>
                    </a:cubicBezTo>
                    <a:cubicBezTo>
                      <a:pt x="78" y="27"/>
                      <a:pt x="67" y="48"/>
                      <a:pt x="49" y="53"/>
                    </a:cubicBezTo>
                    <a:cubicBezTo>
                      <a:pt x="46" y="54"/>
                      <a:pt x="42" y="55"/>
                      <a:pt x="39" y="55"/>
                    </a:cubicBezTo>
                    <a:cubicBezTo>
                      <a:pt x="28" y="55"/>
                      <a:pt x="17" y="49"/>
                      <a:pt x="9" y="39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6" y="39"/>
                      <a:pt x="6" y="39"/>
                      <a:pt x="6" y="39"/>
                    </a:cubicBezTo>
                    <a:cubicBezTo>
                      <a:pt x="5" y="39"/>
                      <a:pt x="5" y="39"/>
                      <a:pt x="4" y="39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11" y="56"/>
                      <a:pt x="25" y="63"/>
                      <a:pt x="39" y="63"/>
                    </a:cubicBezTo>
                    <a:cubicBezTo>
                      <a:pt x="43" y="63"/>
                      <a:pt x="47" y="62"/>
                      <a:pt x="51" y="61"/>
                    </a:cubicBezTo>
                    <a:cubicBezTo>
                      <a:pt x="74" y="54"/>
                      <a:pt x="87" y="29"/>
                      <a:pt x="81" y="3"/>
                    </a:cubicBezTo>
                    <a:lnTo>
                      <a:pt x="81" y="0"/>
                    </a:lnTo>
                    <a:close/>
                  </a:path>
                </a:pathLst>
              </a:custGeom>
              <a:solidFill>
                <a:srgbClr val="F59A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72" name="ísḷîdé"/>
              <p:cNvSpPr/>
              <p:nvPr/>
            </p:nvSpPr>
            <p:spPr bwMode="auto">
              <a:xfrm>
                <a:off x="5087377" y="3397054"/>
                <a:ext cx="138395" cy="111823"/>
              </a:xfrm>
              <a:custGeom>
                <a:avLst/>
                <a:gdLst>
                  <a:gd name="T0" fmla="*/ 74 w 75"/>
                  <a:gd name="T1" fmla="*/ 21 h 60"/>
                  <a:gd name="T2" fmla="*/ 38 w 75"/>
                  <a:gd name="T3" fmla="*/ 0 h 60"/>
                  <a:gd name="T4" fmla="*/ 29 w 75"/>
                  <a:gd name="T5" fmla="*/ 1 h 60"/>
                  <a:gd name="T6" fmla="*/ 6 w 75"/>
                  <a:gd name="T7" fmla="*/ 58 h 60"/>
                  <a:gd name="T8" fmla="*/ 7 w 75"/>
                  <a:gd name="T9" fmla="*/ 60 h 60"/>
                  <a:gd name="T10" fmla="*/ 14 w 75"/>
                  <a:gd name="T11" fmla="*/ 56 h 60"/>
                  <a:gd name="T12" fmla="*/ 13 w 75"/>
                  <a:gd name="T13" fmla="*/ 55 h 60"/>
                  <a:gd name="T14" fmla="*/ 32 w 75"/>
                  <a:gd name="T15" fmla="*/ 9 h 60"/>
                  <a:gd name="T16" fmla="*/ 67 w 75"/>
                  <a:gd name="T17" fmla="*/ 25 h 60"/>
                  <a:gd name="T18" fmla="*/ 68 w 75"/>
                  <a:gd name="T19" fmla="*/ 26 h 60"/>
                  <a:gd name="T20" fmla="*/ 69 w 75"/>
                  <a:gd name="T21" fmla="*/ 26 h 60"/>
                  <a:gd name="T22" fmla="*/ 71 w 75"/>
                  <a:gd name="T23" fmla="*/ 25 h 60"/>
                  <a:gd name="T24" fmla="*/ 75 w 75"/>
                  <a:gd name="T25" fmla="*/ 23 h 60"/>
                  <a:gd name="T26" fmla="*/ 74 w 75"/>
                  <a:gd name="T27" fmla="*/ 21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5" h="60">
                    <a:moveTo>
                      <a:pt x="74" y="21"/>
                    </a:moveTo>
                    <a:cubicBezTo>
                      <a:pt x="64" y="8"/>
                      <a:pt x="51" y="0"/>
                      <a:pt x="38" y="0"/>
                    </a:cubicBezTo>
                    <a:cubicBezTo>
                      <a:pt x="35" y="0"/>
                      <a:pt x="32" y="0"/>
                      <a:pt x="29" y="1"/>
                    </a:cubicBezTo>
                    <a:cubicBezTo>
                      <a:pt x="10" y="7"/>
                      <a:pt x="0" y="32"/>
                      <a:pt x="6" y="58"/>
                    </a:cubicBezTo>
                    <a:cubicBezTo>
                      <a:pt x="7" y="60"/>
                      <a:pt x="7" y="60"/>
                      <a:pt x="7" y="60"/>
                    </a:cubicBezTo>
                    <a:cubicBezTo>
                      <a:pt x="14" y="56"/>
                      <a:pt x="14" y="56"/>
                      <a:pt x="14" y="56"/>
                    </a:cubicBezTo>
                    <a:cubicBezTo>
                      <a:pt x="13" y="55"/>
                      <a:pt x="13" y="55"/>
                      <a:pt x="13" y="55"/>
                    </a:cubicBezTo>
                    <a:cubicBezTo>
                      <a:pt x="9" y="34"/>
                      <a:pt x="17" y="14"/>
                      <a:pt x="32" y="9"/>
                    </a:cubicBezTo>
                    <a:cubicBezTo>
                      <a:pt x="44" y="5"/>
                      <a:pt x="57" y="12"/>
                      <a:pt x="67" y="25"/>
                    </a:cubicBezTo>
                    <a:cubicBezTo>
                      <a:pt x="68" y="26"/>
                      <a:pt x="68" y="26"/>
                      <a:pt x="68" y="26"/>
                    </a:cubicBezTo>
                    <a:cubicBezTo>
                      <a:pt x="69" y="26"/>
                      <a:pt x="69" y="26"/>
                      <a:pt x="69" y="26"/>
                    </a:cubicBezTo>
                    <a:cubicBezTo>
                      <a:pt x="70" y="25"/>
                      <a:pt x="71" y="25"/>
                      <a:pt x="71" y="25"/>
                    </a:cubicBezTo>
                    <a:cubicBezTo>
                      <a:pt x="75" y="23"/>
                      <a:pt x="75" y="23"/>
                      <a:pt x="75" y="23"/>
                    </a:cubicBezTo>
                    <a:lnTo>
                      <a:pt x="74" y="21"/>
                    </a:lnTo>
                    <a:close/>
                  </a:path>
                </a:pathLst>
              </a:custGeom>
              <a:solidFill>
                <a:srgbClr val="F59A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73" name="ïṡ1idè"/>
              <p:cNvSpPr/>
              <p:nvPr/>
            </p:nvSpPr>
            <p:spPr bwMode="auto">
              <a:xfrm>
                <a:off x="5030911" y="3876454"/>
                <a:ext cx="286754" cy="115145"/>
              </a:xfrm>
              <a:custGeom>
                <a:avLst/>
                <a:gdLst>
                  <a:gd name="T0" fmla="*/ 152 w 154"/>
                  <a:gd name="T1" fmla="*/ 1 h 62"/>
                  <a:gd name="T2" fmla="*/ 109 w 154"/>
                  <a:gd name="T3" fmla="*/ 39 h 62"/>
                  <a:gd name="T4" fmla="*/ 66 w 154"/>
                  <a:gd name="T5" fmla="*/ 36 h 62"/>
                  <a:gd name="T6" fmla="*/ 1 w 154"/>
                  <a:gd name="T7" fmla="*/ 60 h 62"/>
                  <a:gd name="T8" fmla="*/ 4 w 154"/>
                  <a:gd name="T9" fmla="*/ 61 h 62"/>
                  <a:gd name="T10" fmla="*/ 60 w 154"/>
                  <a:gd name="T11" fmla="*/ 40 h 62"/>
                  <a:gd name="T12" fmla="*/ 107 w 154"/>
                  <a:gd name="T13" fmla="*/ 43 h 62"/>
                  <a:gd name="T14" fmla="*/ 154 w 154"/>
                  <a:gd name="T15" fmla="*/ 1 h 62"/>
                  <a:gd name="T16" fmla="*/ 152 w 154"/>
                  <a:gd name="T17" fmla="*/ 1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4" h="62">
                    <a:moveTo>
                      <a:pt x="152" y="1"/>
                    </a:moveTo>
                    <a:cubicBezTo>
                      <a:pt x="143" y="22"/>
                      <a:pt x="134" y="37"/>
                      <a:pt x="109" y="39"/>
                    </a:cubicBezTo>
                    <a:cubicBezTo>
                      <a:pt x="95" y="40"/>
                      <a:pt x="80" y="37"/>
                      <a:pt x="66" y="36"/>
                    </a:cubicBezTo>
                    <a:cubicBezTo>
                      <a:pt x="43" y="34"/>
                      <a:pt x="13" y="38"/>
                      <a:pt x="1" y="60"/>
                    </a:cubicBezTo>
                    <a:cubicBezTo>
                      <a:pt x="0" y="62"/>
                      <a:pt x="3" y="61"/>
                      <a:pt x="4" y="61"/>
                    </a:cubicBezTo>
                    <a:cubicBezTo>
                      <a:pt x="22" y="46"/>
                      <a:pt x="37" y="39"/>
                      <a:pt x="60" y="40"/>
                    </a:cubicBezTo>
                    <a:cubicBezTo>
                      <a:pt x="76" y="41"/>
                      <a:pt x="92" y="43"/>
                      <a:pt x="107" y="43"/>
                    </a:cubicBezTo>
                    <a:cubicBezTo>
                      <a:pt x="133" y="42"/>
                      <a:pt x="150" y="26"/>
                      <a:pt x="154" y="1"/>
                    </a:cubicBezTo>
                    <a:cubicBezTo>
                      <a:pt x="154" y="0"/>
                      <a:pt x="152" y="0"/>
                      <a:pt x="152" y="1"/>
                    </a:cubicBezTo>
                    <a:close/>
                  </a:path>
                </a:pathLst>
              </a:custGeom>
              <a:solidFill>
                <a:srgbClr val="9928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74" name="işliḋè"/>
              <p:cNvSpPr/>
              <p:nvPr/>
            </p:nvSpPr>
            <p:spPr bwMode="auto">
              <a:xfrm>
                <a:off x="4025610" y="2727222"/>
                <a:ext cx="1355164" cy="1978495"/>
              </a:xfrm>
              <a:custGeom>
                <a:avLst/>
                <a:gdLst>
                  <a:gd name="T0" fmla="*/ 307 w 729"/>
                  <a:gd name="T1" fmla="*/ 559 h 1066"/>
                  <a:gd name="T2" fmla="*/ 384 w 729"/>
                  <a:gd name="T3" fmla="*/ 318 h 1066"/>
                  <a:gd name="T4" fmla="*/ 729 w 729"/>
                  <a:gd name="T5" fmla="*/ 295 h 1066"/>
                  <a:gd name="T6" fmla="*/ 286 w 729"/>
                  <a:gd name="T7" fmla="*/ 86 h 1066"/>
                  <a:gd name="T8" fmla="*/ 162 w 729"/>
                  <a:gd name="T9" fmla="*/ 239 h 1066"/>
                  <a:gd name="T10" fmla="*/ 83 w 729"/>
                  <a:gd name="T11" fmla="*/ 608 h 1066"/>
                  <a:gd name="T12" fmla="*/ 236 w 729"/>
                  <a:gd name="T13" fmla="*/ 895 h 1066"/>
                  <a:gd name="T14" fmla="*/ 113 w 729"/>
                  <a:gd name="T15" fmla="*/ 962 h 1066"/>
                  <a:gd name="T16" fmla="*/ 371 w 729"/>
                  <a:gd name="T17" fmla="*/ 781 h 1066"/>
                  <a:gd name="T18" fmla="*/ 321 w 729"/>
                  <a:gd name="T19" fmla="*/ 680 h 1066"/>
                  <a:gd name="T20" fmla="*/ 259 w 729"/>
                  <a:gd name="T21" fmla="*/ 595 h 1066"/>
                  <a:gd name="T22" fmla="*/ 307 w 729"/>
                  <a:gd name="T23" fmla="*/ 559 h 10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729" h="1066">
                    <a:moveTo>
                      <a:pt x="307" y="559"/>
                    </a:moveTo>
                    <a:cubicBezTo>
                      <a:pt x="348" y="528"/>
                      <a:pt x="376" y="371"/>
                      <a:pt x="384" y="318"/>
                    </a:cubicBezTo>
                    <a:cubicBezTo>
                      <a:pt x="455" y="344"/>
                      <a:pt x="588" y="373"/>
                      <a:pt x="729" y="295"/>
                    </a:cubicBezTo>
                    <a:cubicBezTo>
                      <a:pt x="729" y="295"/>
                      <a:pt x="674" y="0"/>
                      <a:pt x="286" y="86"/>
                    </a:cubicBezTo>
                    <a:cubicBezTo>
                      <a:pt x="150" y="116"/>
                      <a:pt x="142" y="212"/>
                      <a:pt x="162" y="239"/>
                    </a:cubicBezTo>
                    <a:cubicBezTo>
                      <a:pt x="9" y="291"/>
                      <a:pt x="0" y="464"/>
                      <a:pt x="83" y="608"/>
                    </a:cubicBezTo>
                    <a:cubicBezTo>
                      <a:pt x="209" y="824"/>
                      <a:pt x="227" y="815"/>
                      <a:pt x="236" y="895"/>
                    </a:cubicBezTo>
                    <a:cubicBezTo>
                      <a:pt x="246" y="975"/>
                      <a:pt x="113" y="962"/>
                      <a:pt x="113" y="962"/>
                    </a:cubicBezTo>
                    <a:cubicBezTo>
                      <a:pt x="304" y="1066"/>
                      <a:pt x="381" y="833"/>
                      <a:pt x="371" y="781"/>
                    </a:cubicBezTo>
                    <a:cubicBezTo>
                      <a:pt x="361" y="729"/>
                      <a:pt x="321" y="680"/>
                      <a:pt x="321" y="680"/>
                    </a:cubicBezTo>
                    <a:cubicBezTo>
                      <a:pt x="267" y="681"/>
                      <a:pt x="255" y="635"/>
                      <a:pt x="259" y="595"/>
                    </a:cubicBezTo>
                    <a:cubicBezTo>
                      <a:pt x="262" y="556"/>
                      <a:pt x="307" y="559"/>
                      <a:pt x="307" y="559"/>
                    </a:cubicBezTo>
                    <a:close/>
                  </a:path>
                </a:pathLst>
              </a:custGeom>
              <a:solidFill>
                <a:srgbClr val="F59A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75" name="íslïďê"/>
              <p:cNvSpPr/>
              <p:nvPr/>
            </p:nvSpPr>
            <p:spPr bwMode="auto">
              <a:xfrm>
                <a:off x="4409795" y="3503341"/>
                <a:ext cx="327719" cy="347648"/>
              </a:xfrm>
              <a:custGeom>
                <a:avLst/>
                <a:gdLst>
                  <a:gd name="T0" fmla="*/ 15 w 176"/>
                  <a:gd name="T1" fmla="*/ 167 h 187"/>
                  <a:gd name="T2" fmla="*/ 8 w 176"/>
                  <a:gd name="T3" fmla="*/ 142 h 187"/>
                  <a:gd name="T4" fmla="*/ 0 w 176"/>
                  <a:gd name="T5" fmla="*/ 112 h 187"/>
                  <a:gd name="T6" fmla="*/ 0 w 176"/>
                  <a:gd name="T7" fmla="*/ 110 h 187"/>
                  <a:gd name="T8" fmla="*/ 12 w 176"/>
                  <a:gd name="T9" fmla="*/ 87 h 187"/>
                  <a:gd name="T10" fmla="*/ 28 w 176"/>
                  <a:gd name="T11" fmla="*/ 71 h 187"/>
                  <a:gd name="T12" fmla="*/ 59 w 176"/>
                  <a:gd name="T13" fmla="*/ 60 h 187"/>
                  <a:gd name="T14" fmla="*/ 80 w 176"/>
                  <a:gd name="T15" fmla="*/ 21 h 187"/>
                  <a:gd name="T16" fmla="*/ 106 w 176"/>
                  <a:gd name="T17" fmla="*/ 44 h 187"/>
                  <a:gd name="T18" fmla="*/ 109 w 176"/>
                  <a:gd name="T19" fmla="*/ 94 h 187"/>
                  <a:gd name="T20" fmla="*/ 136 w 176"/>
                  <a:gd name="T21" fmla="*/ 87 h 187"/>
                  <a:gd name="T22" fmla="*/ 176 w 176"/>
                  <a:gd name="T23" fmla="*/ 103 h 187"/>
                  <a:gd name="T24" fmla="*/ 81 w 176"/>
                  <a:gd name="T25" fmla="*/ 185 h 187"/>
                  <a:gd name="T26" fmla="*/ 15 w 176"/>
                  <a:gd name="T27" fmla="*/ 167 h 1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76" h="187">
                    <a:moveTo>
                      <a:pt x="15" y="167"/>
                    </a:moveTo>
                    <a:cubicBezTo>
                      <a:pt x="8" y="142"/>
                      <a:pt x="8" y="142"/>
                      <a:pt x="8" y="142"/>
                    </a:cubicBezTo>
                    <a:cubicBezTo>
                      <a:pt x="6" y="133"/>
                      <a:pt x="4" y="123"/>
                      <a:pt x="0" y="112"/>
                    </a:cubicBezTo>
                    <a:cubicBezTo>
                      <a:pt x="0" y="112"/>
                      <a:pt x="0" y="111"/>
                      <a:pt x="0" y="110"/>
                    </a:cubicBezTo>
                    <a:cubicBezTo>
                      <a:pt x="1" y="102"/>
                      <a:pt x="5" y="93"/>
                      <a:pt x="12" y="87"/>
                    </a:cubicBezTo>
                    <a:cubicBezTo>
                      <a:pt x="20" y="82"/>
                      <a:pt x="23" y="77"/>
                      <a:pt x="28" y="71"/>
                    </a:cubicBezTo>
                    <a:cubicBezTo>
                      <a:pt x="42" y="57"/>
                      <a:pt x="58" y="61"/>
                      <a:pt x="59" y="60"/>
                    </a:cubicBezTo>
                    <a:cubicBezTo>
                      <a:pt x="60" y="59"/>
                      <a:pt x="51" y="45"/>
                      <a:pt x="80" y="21"/>
                    </a:cubicBezTo>
                    <a:cubicBezTo>
                      <a:pt x="106" y="0"/>
                      <a:pt x="147" y="16"/>
                      <a:pt x="106" y="44"/>
                    </a:cubicBezTo>
                    <a:cubicBezTo>
                      <a:pt x="79" y="63"/>
                      <a:pt x="99" y="88"/>
                      <a:pt x="109" y="94"/>
                    </a:cubicBezTo>
                    <a:cubicBezTo>
                      <a:pt x="117" y="95"/>
                      <a:pt x="117" y="95"/>
                      <a:pt x="136" y="87"/>
                    </a:cubicBezTo>
                    <a:cubicBezTo>
                      <a:pt x="167" y="73"/>
                      <a:pt x="176" y="103"/>
                      <a:pt x="176" y="103"/>
                    </a:cubicBezTo>
                    <a:cubicBezTo>
                      <a:pt x="140" y="106"/>
                      <a:pt x="96" y="164"/>
                      <a:pt x="81" y="185"/>
                    </a:cubicBezTo>
                    <a:cubicBezTo>
                      <a:pt x="50" y="187"/>
                      <a:pt x="45" y="176"/>
                      <a:pt x="15" y="167"/>
                    </a:cubicBezTo>
                    <a:close/>
                  </a:path>
                </a:pathLst>
              </a:custGeom>
              <a:solidFill>
                <a:srgbClr val="EAC9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76" name="îṣḻíḑe"/>
              <p:cNvSpPr/>
              <p:nvPr/>
            </p:nvSpPr>
            <p:spPr bwMode="auto">
              <a:xfrm>
                <a:off x="4252578" y="3741381"/>
                <a:ext cx="592331" cy="815977"/>
              </a:xfrm>
              <a:custGeom>
                <a:avLst/>
                <a:gdLst>
                  <a:gd name="T0" fmla="*/ 170 w 319"/>
                  <a:gd name="T1" fmla="*/ 57 h 440"/>
                  <a:gd name="T2" fmla="*/ 265 w 319"/>
                  <a:gd name="T3" fmla="*/ 294 h 440"/>
                  <a:gd name="T4" fmla="*/ 297 w 319"/>
                  <a:gd name="T5" fmla="*/ 363 h 440"/>
                  <a:gd name="T6" fmla="*/ 319 w 319"/>
                  <a:gd name="T7" fmla="*/ 440 h 440"/>
                  <a:gd name="T8" fmla="*/ 95 w 319"/>
                  <a:gd name="T9" fmla="*/ 22 h 440"/>
                  <a:gd name="T10" fmla="*/ 170 w 319"/>
                  <a:gd name="T11" fmla="*/ 57 h 4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19" h="440">
                    <a:moveTo>
                      <a:pt x="170" y="57"/>
                    </a:moveTo>
                    <a:cubicBezTo>
                      <a:pt x="159" y="167"/>
                      <a:pt x="211" y="292"/>
                      <a:pt x="265" y="294"/>
                    </a:cubicBezTo>
                    <a:cubicBezTo>
                      <a:pt x="265" y="294"/>
                      <a:pt x="282" y="316"/>
                      <a:pt x="297" y="363"/>
                    </a:cubicBezTo>
                    <a:cubicBezTo>
                      <a:pt x="313" y="410"/>
                      <a:pt x="319" y="440"/>
                      <a:pt x="319" y="440"/>
                    </a:cubicBezTo>
                    <a:cubicBezTo>
                      <a:pt x="0" y="408"/>
                      <a:pt x="95" y="22"/>
                      <a:pt x="95" y="22"/>
                    </a:cubicBezTo>
                    <a:cubicBezTo>
                      <a:pt x="139" y="0"/>
                      <a:pt x="170" y="57"/>
                      <a:pt x="170" y="57"/>
                    </a:cubicBezTo>
                    <a:close/>
                  </a:path>
                </a:pathLst>
              </a:custGeom>
              <a:solidFill>
                <a:srgbClr val="393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77" name="ïśḷïde"/>
              <p:cNvSpPr/>
              <p:nvPr/>
            </p:nvSpPr>
            <p:spPr bwMode="auto">
              <a:xfrm>
                <a:off x="4508332" y="3826632"/>
                <a:ext cx="35429" cy="40965"/>
              </a:xfrm>
              <a:custGeom>
                <a:avLst/>
                <a:gdLst>
                  <a:gd name="T0" fmla="*/ 13 w 19"/>
                  <a:gd name="T1" fmla="*/ 20 h 22"/>
                  <a:gd name="T2" fmla="*/ 2 w 19"/>
                  <a:gd name="T3" fmla="*/ 13 h 22"/>
                  <a:gd name="T4" fmla="*/ 6 w 19"/>
                  <a:gd name="T5" fmla="*/ 1 h 22"/>
                  <a:gd name="T6" fmla="*/ 18 w 19"/>
                  <a:gd name="T7" fmla="*/ 9 h 22"/>
                  <a:gd name="T8" fmla="*/ 13 w 19"/>
                  <a:gd name="T9" fmla="*/ 2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" h="22">
                    <a:moveTo>
                      <a:pt x="13" y="20"/>
                    </a:moveTo>
                    <a:cubicBezTo>
                      <a:pt x="9" y="22"/>
                      <a:pt x="4" y="18"/>
                      <a:pt x="2" y="13"/>
                    </a:cubicBezTo>
                    <a:cubicBezTo>
                      <a:pt x="0" y="8"/>
                      <a:pt x="2" y="3"/>
                      <a:pt x="6" y="1"/>
                    </a:cubicBezTo>
                    <a:cubicBezTo>
                      <a:pt x="11" y="0"/>
                      <a:pt x="16" y="3"/>
                      <a:pt x="18" y="9"/>
                    </a:cubicBezTo>
                    <a:cubicBezTo>
                      <a:pt x="19" y="14"/>
                      <a:pt x="18" y="19"/>
                      <a:pt x="13" y="20"/>
                    </a:cubicBezTo>
                    <a:close/>
                  </a:path>
                </a:pathLst>
              </a:custGeom>
              <a:solidFill>
                <a:srgbClr val="4547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78" name="iṡḷîḑê"/>
              <p:cNvSpPr/>
              <p:nvPr/>
            </p:nvSpPr>
            <p:spPr bwMode="auto">
              <a:xfrm>
                <a:off x="3990181" y="3178943"/>
                <a:ext cx="414078" cy="667618"/>
              </a:xfrm>
              <a:custGeom>
                <a:avLst/>
                <a:gdLst>
                  <a:gd name="T0" fmla="*/ 170 w 223"/>
                  <a:gd name="T1" fmla="*/ 0 h 360"/>
                  <a:gd name="T2" fmla="*/ 223 w 223"/>
                  <a:gd name="T3" fmla="*/ 360 h 360"/>
                  <a:gd name="T4" fmla="*/ 170 w 223"/>
                  <a:gd name="T5" fmla="*/ 0 h 3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3" h="360">
                    <a:moveTo>
                      <a:pt x="170" y="0"/>
                    </a:moveTo>
                    <a:cubicBezTo>
                      <a:pt x="170" y="0"/>
                      <a:pt x="0" y="234"/>
                      <a:pt x="223" y="360"/>
                    </a:cubicBezTo>
                    <a:cubicBezTo>
                      <a:pt x="223" y="360"/>
                      <a:pt x="72" y="251"/>
                      <a:pt x="170" y="0"/>
                    </a:cubicBezTo>
                    <a:close/>
                  </a:path>
                </a:pathLst>
              </a:custGeom>
              <a:solidFill>
                <a:srgbClr val="E588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79" name="íṩ1ídè"/>
              <p:cNvSpPr/>
              <p:nvPr/>
            </p:nvSpPr>
            <p:spPr bwMode="auto">
              <a:xfrm>
                <a:off x="4167327" y="2163677"/>
                <a:ext cx="406328" cy="626653"/>
              </a:xfrm>
              <a:custGeom>
                <a:avLst/>
                <a:gdLst>
                  <a:gd name="T0" fmla="*/ 0 w 219"/>
                  <a:gd name="T1" fmla="*/ 81 h 338"/>
                  <a:gd name="T2" fmla="*/ 86 w 219"/>
                  <a:gd name="T3" fmla="*/ 18 h 338"/>
                  <a:gd name="T4" fmla="*/ 210 w 219"/>
                  <a:gd name="T5" fmla="*/ 67 h 338"/>
                  <a:gd name="T6" fmla="*/ 169 w 219"/>
                  <a:gd name="T7" fmla="*/ 170 h 338"/>
                  <a:gd name="T8" fmla="*/ 160 w 219"/>
                  <a:gd name="T9" fmla="*/ 226 h 338"/>
                  <a:gd name="T10" fmla="*/ 157 w 219"/>
                  <a:gd name="T11" fmla="*/ 230 h 338"/>
                  <a:gd name="T12" fmla="*/ 100 w 219"/>
                  <a:gd name="T13" fmla="*/ 187 h 338"/>
                  <a:gd name="T14" fmla="*/ 116 w 219"/>
                  <a:gd name="T15" fmla="*/ 87 h 338"/>
                  <a:gd name="T16" fmla="*/ 63 w 219"/>
                  <a:gd name="T17" fmla="*/ 46 h 338"/>
                  <a:gd name="T18" fmla="*/ 39 w 219"/>
                  <a:gd name="T19" fmla="*/ 124 h 338"/>
                  <a:gd name="T20" fmla="*/ 34 w 219"/>
                  <a:gd name="T21" fmla="*/ 125 h 338"/>
                  <a:gd name="T22" fmla="*/ 0 w 219"/>
                  <a:gd name="T23" fmla="*/ 81 h 338"/>
                  <a:gd name="T24" fmla="*/ 120 w 219"/>
                  <a:gd name="T25" fmla="*/ 304 h 338"/>
                  <a:gd name="T26" fmla="*/ 149 w 219"/>
                  <a:gd name="T27" fmla="*/ 254 h 338"/>
                  <a:gd name="T28" fmla="*/ 198 w 219"/>
                  <a:gd name="T29" fmla="*/ 283 h 338"/>
                  <a:gd name="T30" fmla="*/ 170 w 219"/>
                  <a:gd name="T31" fmla="*/ 332 h 338"/>
                  <a:gd name="T32" fmla="*/ 120 w 219"/>
                  <a:gd name="T33" fmla="*/ 304 h 3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19" h="338">
                    <a:moveTo>
                      <a:pt x="0" y="81"/>
                    </a:moveTo>
                    <a:cubicBezTo>
                      <a:pt x="7" y="55"/>
                      <a:pt x="38" y="30"/>
                      <a:pt x="86" y="18"/>
                    </a:cubicBezTo>
                    <a:cubicBezTo>
                      <a:pt x="153" y="0"/>
                      <a:pt x="198" y="18"/>
                      <a:pt x="210" y="67"/>
                    </a:cubicBezTo>
                    <a:cubicBezTo>
                      <a:pt x="219" y="102"/>
                      <a:pt x="205" y="127"/>
                      <a:pt x="169" y="170"/>
                    </a:cubicBezTo>
                    <a:cubicBezTo>
                      <a:pt x="155" y="188"/>
                      <a:pt x="141" y="204"/>
                      <a:pt x="160" y="226"/>
                    </a:cubicBezTo>
                    <a:cubicBezTo>
                      <a:pt x="157" y="230"/>
                      <a:pt x="157" y="230"/>
                      <a:pt x="157" y="230"/>
                    </a:cubicBezTo>
                    <a:cubicBezTo>
                      <a:pt x="130" y="230"/>
                      <a:pt x="104" y="217"/>
                      <a:pt x="100" y="187"/>
                    </a:cubicBezTo>
                    <a:cubicBezTo>
                      <a:pt x="94" y="150"/>
                      <a:pt x="131" y="142"/>
                      <a:pt x="116" y="87"/>
                    </a:cubicBezTo>
                    <a:cubicBezTo>
                      <a:pt x="107" y="55"/>
                      <a:pt x="89" y="40"/>
                      <a:pt x="63" y="46"/>
                    </a:cubicBezTo>
                    <a:cubicBezTo>
                      <a:pt x="37" y="53"/>
                      <a:pt x="27" y="78"/>
                      <a:pt x="39" y="124"/>
                    </a:cubicBezTo>
                    <a:cubicBezTo>
                      <a:pt x="34" y="125"/>
                      <a:pt x="34" y="125"/>
                      <a:pt x="34" y="125"/>
                    </a:cubicBezTo>
                    <a:lnTo>
                      <a:pt x="0" y="81"/>
                    </a:lnTo>
                    <a:close/>
                    <a:moveTo>
                      <a:pt x="120" y="304"/>
                    </a:moveTo>
                    <a:cubicBezTo>
                      <a:pt x="115" y="282"/>
                      <a:pt x="128" y="260"/>
                      <a:pt x="149" y="254"/>
                    </a:cubicBezTo>
                    <a:cubicBezTo>
                      <a:pt x="171" y="249"/>
                      <a:pt x="192" y="262"/>
                      <a:pt x="198" y="283"/>
                    </a:cubicBezTo>
                    <a:cubicBezTo>
                      <a:pt x="204" y="305"/>
                      <a:pt x="191" y="327"/>
                      <a:pt x="170" y="332"/>
                    </a:cubicBezTo>
                    <a:cubicBezTo>
                      <a:pt x="148" y="338"/>
                      <a:pt x="126" y="325"/>
                      <a:pt x="120" y="304"/>
                    </a:cubicBezTo>
                    <a:close/>
                  </a:path>
                </a:pathLst>
              </a:custGeom>
              <a:solidFill>
                <a:srgbClr val="769C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80" name="ïSļîḋê"/>
              <p:cNvSpPr/>
              <p:nvPr/>
            </p:nvSpPr>
            <p:spPr bwMode="auto">
              <a:xfrm>
                <a:off x="6592007" y="5561552"/>
                <a:ext cx="1330806" cy="208146"/>
              </a:xfrm>
              <a:custGeom>
                <a:avLst/>
                <a:gdLst>
                  <a:gd name="T0" fmla="*/ 398 w 716"/>
                  <a:gd name="T1" fmla="*/ 0 h 112"/>
                  <a:gd name="T2" fmla="*/ 398 w 716"/>
                  <a:gd name="T3" fmla="*/ 36 h 112"/>
                  <a:gd name="T4" fmla="*/ 397 w 716"/>
                  <a:gd name="T5" fmla="*/ 49 h 112"/>
                  <a:gd name="T6" fmla="*/ 397 w 716"/>
                  <a:gd name="T7" fmla="*/ 49 h 112"/>
                  <a:gd name="T8" fmla="*/ 367 w 716"/>
                  <a:gd name="T9" fmla="*/ 49 h 112"/>
                  <a:gd name="T10" fmla="*/ 326 w 716"/>
                  <a:gd name="T11" fmla="*/ 49 h 112"/>
                  <a:gd name="T12" fmla="*/ 298 w 716"/>
                  <a:gd name="T13" fmla="*/ 49 h 112"/>
                  <a:gd name="T14" fmla="*/ 298 w 716"/>
                  <a:gd name="T15" fmla="*/ 0 h 112"/>
                  <a:gd name="T16" fmla="*/ 0 w 716"/>
                  <a:gd name="T17" fmla="*/ 56 h 112"/>
                  <a:gd name="T18" fmla="*/ 358 w 716"/>
                  <a:gd name="T19" fmla="*/ 112 h 112"/>
                  <a:gd name="T20" fmla="*/ 716 w 716"/>
                  <a:gd name="T21" fmla="*/ 56 h 112"/>
                  <a:gd name="T22" fmla="*/ 398 w 716"/>
                  <a:gd name="T23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716" h="112">
                    <a:moveTo>
                      <a:pt x="398" y="0"/>
                    </a:moveTo>
                    <a:cubicBezTo>
                      <a:pt x="398" y="36"/>
                      <a:pt x="398" y="36"/>
                      <a:pt x="398" y="36"/>
                    </a:cubicBezTo>
                    <a:cubicBezTo>
                      <a:pt x="398" y="40"/>
                      <a:pt x="397" y="45"/>
                      <a:pt x="397" y="49"/>
                    </a:cubicBezTo>
                    <a:cubicBezTo>
                      <a:pt x="397" y="49"/>
                      <a:pt x="397" y="49"/>
                      <a:pt x="397" y="49"/>
                    </a:cubicBezTo>
                    <a:cubicBezTo>
                      <a:pt x="367" y="49"/>
                      <a:pt x="367" y="49"/>
                      <a:pt x="367" y="49"/>
                    </a:cubicBezTo>
                    <a:cubicBezTo>
                      <a:pt x="326" y="49"/>
                      <a:pt x="326" y="49"/>
                      <a:pt x="326" y="49"/>
                    </a:cubicBezTo>
                    <a:cubicBezTo>
                      <a:pt x="298" y="49"/>
                      <a:pt x="298" y="49"/>
                      <a:pt x="298" y="49"/>
                    </a:cubicBezTo>
                    <a:cubicBezTo>
                      <a:pt x="298" y="0"/>
                      <a:pt x="298" y="0"/>
                      <a:pt x="298" y="0"/>
                    </a:cubicBezTo>
                    <a:cubicBezTo>
                      <a:pt x="129" y="5"/>
                      <a:pt x="0" y="28"/>
                      <a:pt x="0" y="56"/>
                    </a:cubicBezTo>
                    <a:cubicBezTo>
                      <a:pt x="0" y="87"/>
                      <a:pt x="161" y="112"/>
                      <a:pt x="358" y="112"/>
                    </a:cubicBezTo>
                    <a:cubicBezTo>
                      <a:pt x="556" y="112"/>
                      <a:pt x="716" y="87"/>
                      <a:pt x="716" y="56"/>
                    </a:cubicBezTo>
                    <a:cubicBezTo>
                      <a:pt x="716" y="27"/>
                      <a:pt x="577" y="3"/>
                      <a:pt x="398" y="0"/>
                    </a:cubicBezTo>
                  </a:path>
                </a:pathLst>
              </a:custGeom>
              <a:solidFill>
                <a:srgbClr val="D6E1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81" name="ïś1iďé"/>
              <p:cNvSpPr/>
              <p:nvPr/>
            </p:nvSpPr>
            <p:spPr bwMode="auto">
              <a:xfrm>
                <a:off x="7146694" y="1352129"/>
                <a:ext cx="186003" cy="4300210"/>
              </a:xfrm>
              <a:custGeom>
                <a:avLst/>
                <a:gdLst>
                  <a:gd name="T0" fmla="*/ 60 w 100"/>
                  <a:gd name="T1" fmla="*/ 0 h 2317"/>
                  <a:gd name="T2" fmla="*/ 28 w 100"/>
                  <a:gd name="T3" fmla="*/ 0 h 2317"/>
                  <a:gd name="T4" fmla="*/ 0 w 100"/>
                  <a:gd name="T5" fmla="*/ 0 h 2317"/>
                  <a:gd name="T6" fmla="*/ 0 w 100"/>
                  <a:gd name="T7" fmla="*/ 2317 h 2317"/>
                  <a:gd name="T8" fmla="*/ 28 w 100"/>
                  <a:gd name="T9" fmla="*/ 2317 h 2317"/>
                  <a:gd name="T10" fmla="*/ 69 w 100"/>
                  <a:gd name="T11" fmla="*/ 2317 h 2317"/>
                  <a:gd name="T12" fmla="*/ 99 w 100"/>
                  <a:gd name="T13" fmla="*/ 2317 h 2317"/>
                  <a:gd name="T14" fmla="*/ 99 w 100"/>
                  <a:gd name="T15" fmla="*/ 2317 h 2317"/>
                  <a:gd name="T16" fmla="*/ 100 w 100"/>
                  <a:gd name="T17" fmla="*/ 2304 h 2317"/>
                  <a:gd name="T18" fmla="*/ 100 w 100"/>
                  <a:gd name="T19" fmla="*/ 0 h 2317"/>
                  <a:gd name="T20" fmla="*/ 60 w 100"/>
                  <a:gd name="T21" fmla="*/ 0 h 2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0" h="2317">
                    <a:moveTo>
                      <a:pt x="60" y="0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2317"/>
                      <a:pt x="0" y="2317"/>
                      <a:pt x="0" y="2317"/>
                    </a:cubicBezTo>
                    <a:cubicBezTo>
                      <a:pt x="28" y="2317"/>
                      <a:pt x="28" y="2317"/>
                      <a:pt x="28" y="2317"/>
                    </a:cubicBezTo>
                    <a:cubicBezTo>
                      <a:pt x="69" y="2317"/>
                      <a:pt x="69" y="2317"/>
                      <a:pt x="69" y="2317"/>
                    </a:cubicBezTo>
                    <a:cubicBezTo>
                      <a:pt x="99" y="2317"/>
                      <a:pt x="99" y="2317"/>
                      <a:pt x="99" y="2317"/>
                    </a:cubicBezTo>
                    <a:cubicBezTo>
                      <a:pt x="99" y="2317"/>
                      <a:pt x="99" y="2317"/>
                      <a:pt x="99" y="2317"/>
                    </a:cubicBezTo>
                    <a:cubicBezTo>
                      <a:pt x="99" y="2313"/>
                      <a:pt x="100" y="2308"/>
                      <a:pt x="100" y="2304"/>
                    </a:cubicBezTo>
                    <a:cubicBezTo>
                      <a:pt x="100" y="0"/>
                      <a:pt x="100" y="0"/>
                      <a:pt x="100" y="0"/>
                    </a:cubicBezTo>
                    <a:cubicBezTo>
                      <a:pt x="60" y="0"/>
                      <a:pt x="60" y="0"/>
                      <a:pt x="60" y="0"/>
                    </a:cubicBezTo>
                  </a:path>
                </a:pathLst>
              </a:custGeom>
              <a:solidFill>
                <a:srgbClr val="7064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82" name="îṩḷïḋê"/>
              <p:cNvSpPr/>
              <p:nvPr/>
            </p:nvSpPr>
            <p:spPr bwMode="auto">
              <a:xfrm>
                <a:off x="6481291" y="1527060"/>
                <a:ext cx="1703919" cy="777226"/>
              </a:xfrm>
              <a:custGeom>
                <a:avLst/>
                <a:gdLst>
                  <a:gd name="T0" fmla="*/ 1514 w 1539"/>
                  <a:gd name="T1" fmla="*/ 234 h 702"/>
                  <a:gd name="T2" fmla="*/ 1539 w 1539"/>
                  <a:gd name="T3" fmla="*/ 198 h 702"/>
                  <a:gd name="T4" fmla="*/ 1116 w 1539"/>
                  <a:gd name="T5" fmla="*/ 0 h 702"/>
                  <a:gd name="T6" fmla="*/ 1106 w 1539"/>
                  <a:gd name="T7" fmla="*/ 13 h 702"/>
                  <a:gd name="T8" fmla="*/ 1133 w 1539"/>
                  <a:gd name="T9" fmla="*/ 147 h 702"/>
                  <a:gd name="T10" fmla="*/ 11 w 1539"/>
                  <a:gd name="T11" fmla="*/ 312 h 702"/>
                  <a:gd name="T12" fmla="*/ 0 w 1539"/>
                  <a:gd name="T13" fmla="*/ 328 h 702"/>
                  <a:gd name="T14" fmla="*/ 72 w 1539"/>
                  <a:gd name="T15" fmla="*/ 702 h 702"/>
                  <a:gd name="T16" fmla="*/ 1188 w 1539"/>
                  <a:gd name="T17" fmla="*/ 434 h 702"/>
                  <a:gd name="T18" fmla="*/ 1213 w 1539"/>
                  <a:gd name="T19" fmla="*/ 570 h 702"/>
                  <a:gd name="T20" fmla="*/ 1514 w 1539"/>
                  <a:gd name="T21" fmla="*/ 234 h 7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539" h="702">
                    <a:moveTo>
                      <a:pt x="1514" y="234"/>
                    </a:moveTo>
                    <a:lnTo>
                      <a:pt x="1539" y="198"/>
                    </a:lnTo>
                    <a:lnTo>
                      <a:pt x="1116" y="0"/>
                    </a:lnTo>
                    <a:lnTo>
                      <a:pt x="1106" y="13"/>
                    </a:lnTo>
                    <a:lnTo>
                      <a:pt x="1133" y="147"/>
                    </a:lnTo>
                    <a:lnTo>
                      <a:pt x="11" y="312"/>
                    </a:lnTo>
                    <a:lnTo>
                      <a:pt x="0" y="328"/>
                    </a:lnTo>
                    <a:lnTo>
                      <a:pt x="72" y="702"/>
                    </a:lnTo>
                    <a:lnTo>
                      <a:pt x="1188" y="434"/>
                    </a:lnTo>
                    <a:lnTo>
                      <a:pt x="1213" y="570"/>
                    </a:lnTo>
                    <a:lnTo>
                      <a:pt x="1514" y="234"/>
                    </a:lnTo>
                    <a:close/>
                  </a:path>
                </a:pathLst>
              </a:custGeom>
              <a:solidFill>
                <a:srgbClr val="C9C2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83" name="îṡḷiďê"/>
              <p:cNvSpPr/>
              <p:nvPr/>
            </p:nvSpPr>
            <p:spPr bwMode="auto">
              <a:xfrm>
                <a:off x="6481291" y="1527060"/>
                <a:ext cx="1703919" cy="777226"/>
              </a:xfrm>
              <a:custGeom>
                <a:avLst/>
                <a:gdLst>
                  <a:gd name="T0" fmla="*/ 1514 w 1539"/>
                  <a:gd name="T1" fmla="*/ 234 h 702"/>
                  <a:gd name="T2" fmla="*/ 1539 w 1539"/>
                  <a:gd name="T3" fmla="*/ 198 h 702"/>
                  <a:gd name="T4" fmla="*/ 1116 w 1539"/>
                  <a:gd name="T5" fmla="*/ 0 h 702"/>
                  <a:gd name="T6" fmla="*/ 1106 w 1539"/>
                  <a:gd name="T7" fmla="*/ 13 h 702"/>
                  <a:gd name="T8" fmla="*/ 1133 w 1539"/>
                  <a:gd name="T9" fmla="*/ 147 h 702"/>
                  <a:gd name="T10" fmla="*/ 11 w 1539"/>
                  <a:gd name="T11" fmla="*/ 312 h 702"/>
                  <a:gd name="T12" fmla="*/ 0 w 1539"/>
                  <a:gd name="T13" fmla="*/ 328 h 702"/>
                  <a:gd name="T14" fmla="*/ 72 w 1539"/>
                  <a:gd name="T15" fmla="*/ 702 h 702"/>
                  <a:gd name="T16" fmla="*/ 1188 w 1539"/>
                  <a:gd name="T17" fmla="*/ 434 h 702"/>
                  <a:gd name="T18" fmla="*/ 1213 w 1539"/>
                  <a:gd name="T19" fmla="*/ 570 h 702"/>
                  <a:gd name="T20" fmla="*/ 1514 w 1539"/>
                  <a:gd name="T21" fmla="*/ 234 h 7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539" h="702">
                    <a:moveTo>
                      <a:pt x="1514" y="234"/>
                    </a:moveTo>
                    <a:lnTo>
                      <a:pt x="1539" y="198"/>
                    </a:lnTo>
                    <a:lnTo>
                      <a:pt x="1116" y="0"/>
                    </a:lnTo>
                    <a:lnTo>
                      <a:pt x="1106" y="13"/>
                    </a:lnTo>
                    <a:lnTo>
                      <a:pt x="1133" y="147"/>
                    </a:lnTo>
                    <a:lnTo>
                      <a:pt x="11" y="312"/>
                    </a:lnTo>
                    <a:lnTo>
                      <a:pt x="0" y="328"/>
                    </a:lnTo>
                    <a:lnTo>
                      <a:pt x="72" y="702"/>
                    </a:lnTo>
                    <a:lnTo>
                      <a:pt x="1188" y="434"/>
                    </a:lnTo>
                    <a:lnTo>
                      <a:pt x="1213" y="570"/>
                    </a:lnTo>
                    <a:lnTo>
                      <a:pt x="1514" y="234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84" name="îṧļîḑè"/>
              <p:cNvSpPr/>
              <p:nvPr/>
            </p:nvSpPr>
            <p:spPr bwMode="auto">
              <a:xfrm>
                <a:off x="6493470" y="1527060"/>
                <a:ext cx="1691741" cy="746226"/>
              </a:xfrm>
              <a:custGeom>
                <a:avLst/>
                <a:gdLst>
                  <a:gd name="T0" fmla="*/ 1528 w 1528"/>
                  <a:gd name="T1" fmla="*/ 198 h 674"/>
                  <a:gd name="T2" fmla="*/ 1105 w 1528"/>
                  <a:gd name="T3" fmla="*/ 0 h 674"/>
                  <a:gd name="T4" fmla="*/ 1134 w 1528"/>
                  <a:gd name="T5" fmla="*/ 146 h 674"/>
                  <a:gd name="T6" fmla="*/ 0 w 1528"/>
                  <a:gd name="T7" fmla="*/ 312 h 674"/>
                  <a:gd name="T8" fmla="*/ 71 w 1528"/>
                  <a:gd name="T9" fmla="*/ 674 h 674"/>
                  <a:gd name="T10" fmla="*/ 1184 w 1528"/>
                  <a:gd name="T11" fmla="*/ 407 h 674"/>
                  <a:gd name="T12" fmla="*/ 1209 w 1528"/>
                  <a:gd name="T13" fmla="*/ 540 h 674"/>
                  <a:gd name="T14" fmla="*/ 1528 w 1528"/>
                  <a:gd name="T15" fmla="*/ 198 h 6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28" h="674">
                    <a:moveTo>
                      <a:pt x="1528" y="198"/>
                    </a:moveTo>
                    <a:lnTo>
                      <a:pt x="1105" y="0"/>
                    </a:lnTo>
                    <a:lnTo>
                      <a:pt x="1134" y="146"/>
                    </a:lnTo>
                    <a:lnTo>
                      <a:pt x="0" y="312"/>
                    </a:lnTo>
                    <a:lnTo>
                      <a:pt x="71" y="674"/>
                    </a:lnTo>
                    <a:lnTo>
                      <a:pt x="1184" y="407"/>
                    </a:lnTo>
                    <a:lnTo>
                      <a:pt x="1209" y="540"/>
                    </a:lnTo>
                    <a:lnTo>
                      <a:pt x="1528" y="19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85" name="îṡļîḑè"/>
              <p:cNvSpPr/>
              <p:nvPr/>
            </p:nvSpPr>
            <p:spPr bwMode="auto">
              <a:xfrm>
                <a:off x="6493470" y="1527060"/>
                <a:ext cx="1691741" cy="746226"/>
              </a:xfrm>
              <a:custGeom>
                <a:avLst/>
                <a:gdLst>
                  <a:gd name="T0" fmla="*/ 1528 w 1528"/>
                  <a:gd name="T1" fmla="*/ 198 h 674"/>
                  <a:gd name="T2" fmla="*/ 1105 w 1528"/>
                  <a:gd name="T3" fmla="*/ 0 h 674"/>
                  <a:gd name="T4" fmla="*/ 1134 w 1528"/>
                  <a:gd name="T5" fmla="*/ 146 h 674"/>
                  <a:gd name="T6" fmla="*/ 0 w 1528"/>
                  <a:gd name="T7" fmla="*/ 312 h 674"/>
                  <a:gd name="T8" fmla="*/ 71 w 1528"/>
                  <a:gd name="T9" fmla="*/ 674 h 674"/>
                  <a:gd name="T10" fmla="*/ 1184 w 1528"/>
                  <a:gd name="T11" fmla="*/ 407 h 674"/>
                  <a:gd name="T12" fmla="*/ 1209 w 1528"/>
                  <a:gd name="T13" fmla="*/ 540 h 674"/>
                  <a:gd name="T14" fmla="*/ 1528 w 1528"/>
                  <a:gd name="T15" fmla="*/ 198 h 6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28" h="674">
                    <a:moveTo>
                      <a:pt x="1528" y="198"/>
                    </a:moveTo>
                    <a:lnTo>
                      <a:pt x="1105" y="0"/>
                    </a:lnTo>
                    <a:lnTo>
                      <a:pt x="1134" y="146"/>
                    </a:lnTo>
                    <a:lnTo>
                      <a:pt x="0" y="312"/>
                    </a:lnTo>
                    <a:lnTo>
                      <a:pt x="71" y="674"/>
                    </a:lnTo>
                    <a:lnTo>
                      <a:pt x="1184" y="407"/>
                    </a:lnTo>
                    <a:lnTo>
                      <a:pt x="1209" y="540"/>
                    </a:lnTo>
                    <a:lnTo>
                      <a:pt x="1528" y="198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86" name="í$1ïďê"/>
              <p:cNvSpPr/>
              <p:nvPr/>
            </p:nvSpPr>
            <p:spPr bwMode="auto">
              <a:xfrm>
                <a:off x="6497899" y="3212158"/>
                <a:ext cx="1703919" cy="639939"/>
              </a:xfrm>
              <a:custGeom>
                <a:avLst/>
                <a:gdLst>
                  <a:gd name="T0" fmla="*/ 1509 w 1539"/>
                  <a:gd name="T1" fmla="*/ 293 h 578"/>
                  <a:gd name="T2" fmla="*/ 1539 w 1539"/>
                  <a:gd name="T3" fmla="*/ 261 h 578"/>
                  <a:gd name="T4" fmla="*/ 1153 w 1539"/>
                  <a:gd name="T5" fmla="*/ 0 h 578"/>
                  <a:gd name="T6" fmla="*/ 1141 w 1539"/>
                  <a:gd name="T7" fmla="*/ 12 h 578"/>
                  <a:gd name="T8" fmla="*/ 1146 w 1539"/>
                  <a:gd name="T9" fmla="*/ 147 h 578"/>
                  <a:gd name="T10" fmla="*/ 13 w 1539"/>
                  <a:gd name="T11" fmla="*/ 136 h 578"/>
                  <a:gd name="T12" fmla="*/ 0 w 1539"/>
                  <a:gd name="T13" fmla="*/ 151 h 578"/>
                  <a:gd name="T14" fmla="*/ 12 w 1539"/>
                  <a:gd name="T15" fmla="*/ 531 h 578"/>
                  <a:gd name="T16" fmla="*/ 1156 w 1539"/>
                  <a:gd name="T17" fmla="*/ 439 h 578"/>
                  <a:gd name="T18" fmla="*/ 1162 w 1539"/>
                  <a:gd name="T19" fmla="*/ 578 h 578"/>
                  <a:gd name="T20" fmla="*/ 1509 w 1539"/>
                  <a:gd name="T21" fmla="*/ 293 h 5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539" h="578">
                    <a:moveTo>
                      <a:pt x="1509" y="293"/>
                    </a:moveTo>
                    <a:lnTo>
                      <a:pt x="1539" y="261"/>
                    </a:lnTo>
                    <a:lnTo>
                      <a:pt x="1153" y="0"/>
                    </a:lnTo>
                    <a:lnTo>
                      <a:pt x="1141" y="12"/>
                    </a:lnTo>
                    <a:lnTo>
                      <a:pt x="1146" y="147"/>
                    </a:lnTo>
                    <a:lnTo>
                      <a:pt x="13" y="136"/>
                    </a:lnTo>
                    <a:lnTo>
                      <a:pt x="0" y="151"/>
                    </a:lnTo>
                    <a:lnTo>
                      <a:pt x="12" y="531"/>
                    </a:lnTo>
                    <a:lnTo>
                      <a:pt x="1156" y="439"/>
                    </a:lnTo>
                    <a:lnTo>
                      <a:pt x="1162" y="578"/>
                    </a:lnTo>
                    <a:lnTo>
                      <a:pt x="1509" y="293"/>
                    </a:lnTo>
                    <a:close/>
                  </a:path>
                </a:pathLst>
              </a:custGeom>
              <a:solidFill>
                <a:srgbClr val="C9C2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87" name="isľíďe"/>
              <p:cNvSpPr/>
              <p:nvPr/>
            </p:nvSpPr>
            <p:spPr bwMode="auto">
              <a:xfrm>
                <a:off x="6512291" y="3212158"/>
                <a:ext cx="1689527" cy="606723"/>
              </a:xfrm>
              <a:custGeom>
                <a:avLst/>
                <a:gdLst>
                  <a:gd name="T0" fmla="*/ 1526 w 1526"/>
                  <a:gd name="T1" fmla="*/ 261 h 548"/>
                  <a:gd name="T2" fmla="*/ 1140 w 1526"/>
                  <a:gd name="T3" fmla="*/ 0 h 548"/>
                  <a:gd name="T4" fmla="*/ 1145 w 1526"/>
                  <a:gd name="T5" fmla="*/ 147 h 548"/>
                  <a:gd name="T6" fmla="*/ 0 w 1526"/>
                  <a:gd name="T7" fmla="*/ 136 h 548"/>
                  <a:gd name="T8" fmla="*/ 12 w 1526"/>
                  <a:gd name="T9" fmla="*/ 504 h 548"/>
                  <a:gd name="T10" fmla="*/ 1155 w 1526"/>
                  <a:gd name="T11" fmla="*/ 414 h 548"/>
                  <a:gd name="T12" fmla="*/ 1159 w 1526"/>
                  <a:gd name="T13" fmla="*/ 548 h 548"/>
                  <a:gd name="T14" fmla="*/ 1526 w 1526"/>
                  <a:gd name="T15" fmla="*/ 261 h 5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26" h="548">
                    <a:moveTo>
                      <a:pt x="1526" y="261"/>
                    </a:moveTo>
                    <a:lnTo>
                      <a:pt x="1140" y="0"/>
                    </a:lnTo>
                    <a:lnTo>
                      <a:pt x="1145" y="147"/>
                    </a:lnTo>
                    <a:lnTo>
                      <a:pt x="0" y="136"/>
                    </a:lnTo>
                    <a:lnTo>
                      <a:pt x="12" y="504"/>
                    </a:lnTo>
                    <a:lnTo>
                      <a:pt x="1155" y="414"/>
                    </a:lnTo>
                    <a:lnTo>
                      <a:pt x="1159" y="548"/>
                    </a:lnTo>
                    <a:lnTo>
                      <a:pt x="1526" y="26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88" name="ïṡlíḓé"/>
              <p:cNvSpPr/>
              <p:nvPr/>
            </p:nvSpPr>
            <p:spPr bwMode="auto">
              <a:xfrm>
                <a:off x="6361718" y="2369609"/>
                <a:ext cx="1708348" cy="763940"/>
              </a:xfrm>
              <a:custGeom>
                <a:avLst/>
                <a:gdLst>
                  <a:gd name="T0" fmla="*/ 0 w 1543"/>
                  <a:gd name="T1" fmla="*/ 191 h 690"/>
                  <a:gd name="T2" fmla="*/ 427 w 1543"/>
                  <a:gd name="T3" fmla="*/ 0 h 690"/>
                  <a:gd name="T4" fmla="*/ 437 w 1543"/>
                  <a:gd name="T5" fmla="*/ 13 h 690"/>
                  <a:gd name="T6" fmla="*/ 408 w 1543"/>
                  <a:gd name="T7" fmla="*/ 147 h 690"/>
                  <a:gd name="T8" fmla="*/ 1543 w 1543"/>
                  <a:gd name="T9" fmla="*/ 327 h 690"/>
                  <a:gd name="T10" fmla="*/ 1468 w 1543"/>
                  <a:gd name="T11" fmla="*/ 690 h 690"/>
                  <a:gd name="T12" fmla="*/ 358 w 1543"/>
                  <a:gd name="T13" fmla="*/ 405 h 690"/>
                  <a:gd name="T14" fmla="*/ 324 w 1543"/>
                  <a:gd name="T15" fmla="*/ 561 h 690"/>
                  <a:gd name="T16" fmla="*/ 0 w 1543"/>
                  <a:gd name="T17" fmla="*/ 191 h 6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43" h="690">
                    <a:moveTo>
                      <a:pt x="0" y="191"/>
                    </a:moveTo>
                    <a:lnTo>
                      <a:pt x="427" y="0"/>
                    </a:lnTo>
                    <a:lnTo>
                      <a:pt x="437" y="13"/>
                    </a:lnTo>
                    <a:lnTo>
                      <a:pt x="408" y="147"/>
                    </a:lnTo>
                    <a:lnTo>
                      <a:pt x="1543" y="327"/>
                    </a:lnTo>
                    <a:lnTo>
                      <a:pt x="1468" y="690"/>
                    </a:lnTo>
                    <a:lnTo>
                      <a:pt x="358" y="405"/>
                    </a:lnTo>
                    <a:lnTo>
                      <a:pt x="324" y="561"/>
                    </a:lnTo>
                    <a:lnTo>
                      <a:pt x="0" y="191"/>
                    </a:lnTo>
                    <a:close/>
                  </a:path>
                </a:pathLst>
              </a:custGeom>
              <a:solidFill>
                <a:srgbClr val="C9C2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89" name="îŝ1îdè"/>
              <p:cNvSpPr/>
              <p:nvPr/>
            </p:nvSpPr>
            <p:spPr bwMode="auto">
              <a:xfrm>
                <a:off x="6382754" y="2359645"/>
                <a:ext cx="1690633" cy="750655"/>
              </a:xfrm>
              <a:custGeom>
                <a:avLst/>
                <a:gdLst>
                  <a:gd name="T0" fmla="*/ 0 w 1527"/>
                  <a:gd name="T1" fmla="*/ 192 h 678"/>
                  <a:gd name="T2" fmla="*/ 312 w 1527"/>
                  <a:gd name="T3" fmla="*/ 539 h 678"/>
                  <a:gd name="T4" fmla="*/ 342 w 1527"/>
                  <a:gd name="T5" fmla="*/ 393 h 678"/>
                  <a:gd name="T6" fmla="*/ 1452 w 1527"/>
                  <a:gd name="T7" fmla="*/ 678 h 678"/>
                  <a:gd name="T8" fmla="*/ 1527 w 1527"/>
                  <a:gd name="T9" fmla="*/ 317 h 678"/>
                  <a:gd name="T10" fmla="*/ 398 w 1527"/>
                  <a:gd name="T11" fmla="*/ 133 h 678"/>
                  <a:gd name="T12" fmla="*/ 426 w 1527"/>
                  <a:gd name="T13" fmla="*/ 0 h 678"/>
                  <a:gd name="T14" fmla="*/ 0 w 1527"/>
                  <a:gd name="T15" fmla="*/ 192 h 6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27" h="678">
                    <a:moveTo>
                      <a:pt x="0" y="192"/>
                    </a:moveTo>
                    <a:lnTo>
                      <a:pt x="312" y="539"/>
                    </a:lnTo>
                    <a:lnTo>
                      <a:pt x="342" y="393"/>
                    </a:lnTo>
                    <a:lnTo>
                      <a:pt x="1452" y="678"/>
                    </a:lnTo>
                    <a:lnTo>
                      <a:pt x="1527" y="317"/>
                    </a:lnTo>
                    <a:lnTo>
                      <a:pt x="398" y="133"/>
                    </a:lnTo>
                    <a:lnTo>
                      <a:pt x="426" y="0"/>
                    </a:lnTo>
                    <a:lnTo>
                      <a:pt x="0" y="19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90" name="íśḷîḍé"/>
              <p:cNvSpPr/>
              <p:nvPr/>
            </p:nvSpPr>
            <p:spPr bwMode="auto">
              <a:xfrm>
                <a:off x="6339575" y="4004885"/>
                <a:ext cx="1687312" cy="877978"/>
              </a:xfrm>
              <a:custGeom>
                <a:avLst/>
                <a:gdLst>
                  <a:gd name="T0" fmla="*/ 0 w 1524"/>
                  <a:gd name="T1" fmla="*/ 623 h 793"/>
                  <a:gd name="T2" fmla="*/ 280 w 1524"/>
                  <a:gd name="T3" fmla="*/ 251 h 793"/>
                  <a:gd name="T4" fmla="*/ 296 w 1524"/>
                  <a:gd name="T5" fmla="*/ 258 h 793"/>
                  <a:gd name="T6" fmla="*/ 334 w 1524"/>
                  <a:gd name="T7" fmla="*/ 387 h 793"/>
                  <a:gd name="T8" fmla="*/ 1417 w 1524"/>
                  <a:gd name="T9" fmla="*/ 0 h 793"/>
                  <a:gd name="T10" fmla="*/ 1524 w 1524"/>
                  <a:gd name="T11" fmla="*/ 355 h 793"/>
                  <a:gd name="T12" fmla="*/ 416 w 1524"/>
                  <a:gd name="T13" fmla="*/ 638 h 793"/>
                  <a:gd name="T14" fmla="*/ 462 w 1524"/>
                  <a:gd name="T15" fmla="*/ 793 h 793"/>
                  <a:gd name="T16" fmla="*/ 0 w 1524"/>
                  <a:gd name="T17" fmla="*/ 623 h 7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24" h="793">
                    <a:moveTo>
                      <a:pt x="0" y="623"/>
                    </a:moveTo>
                    <a:lnTo>
                      <a:pt x="280" y="251"/>
                    </a:lnTo>
                    <a:lnTo>
                      <a:pt x="296" y="258"/>
                    </a:lnTo>
                    <a:lnTo>
                      <a:pt x="334" y="387"/>
                    </a:lnTo>
                    <a:lnTo>
                      <a:pt x="1417" y="0"/>
                    </a:lnTo>
                    <a:lnTo>
                      <a:pt x="1524" y="355"/>
                    </a:lnTo>
                    <a:lnTo>
                      <a:pt x="416" y="638"/>
                    </a:lnTo>
                    <a:lnTo>
                      <a:pt x="462" y="793"/>
                    </a:lnTo>
                    <a:lnTo>
                      <a:pt x="0" y="623"/>
                    </a:lnTo>
                    <a:close/>
                  </a:path>
                </a:pathLst>
              </a:custGeom>
              <a:solidFill>
                <a:srgbClr val="C9C2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91" name="ï$ḻíḑe"/>
              <p:cNvSpPr/>
              <p:nvPr/>
            </p:nvSpPr>
            <p:spPr bwMode="auto">
              <a:xfrm>
                <a:off x="6352861" y="3986063"/>
                <a:ext cx="1668490" cy="859156"/>
              </a:xfrm>
              <a:custGeom>
                <a:avLst/>
                <a:gdLst>
                  <a:gd name="T0" fmla="*/ 0 w 1507"/>
                  <a:gd name="T1" fmla="*/ 623 h 776"/>
                  <a:gd name="T2" fmla="*/ 440 w 1507"/>
                  <a:gd name="T3" fmla="*/ 776 h 776"/>
                  <a:gd name="T4" fmla="*/ 398 w 1507"/>
                  <a:gd name="T5" fmla="*/ 635 h 776"/>
                  <a:gd name="T6" fmla="*/ 1507 w 1507"/>
                  <a:gd name="T7" fmla="*/ 352 h 776"/>
                  <a:gd name="T8" fmla="*/ 1400 w 1507"/>
                  <a:gd name="T9" fmla="*/ 0 h 776"/>
                  <a:gd name="T10" fmla="*/ 320 w 1507"/>
                  <a:gd name="T11" fmla="*/ 380 h 776"/>
                  <a:gd name="T12" fmla="*/ 280 w 1507"/>
                  <a:gd name="T13" fmla="*/ 251 h 776"/>
                  <a:gd name="T14" fmla="*/ 0 w 1507"/>
                  <a:gd name="T15" fmla="*/ 623 h 7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07" h="776">
                    <a:moveTo>
                      <a:pt x="0" y="623"/>
                    </a:moveTo>
                    <a:lnTo>
                      <a:pt x="440" y="776"/>
                    </a:lnTo>
                    <a:lnTo>
                      <a:pt x="398" y="635"/>
                    </a:lnTo>
                    <a:lnTo>
                      <a:pt x="1507" y="352"/>
                    </a:lnTo>
                    <a:lnTo>
                      <a:pt x="1400" y="0"/>
                    </a:lnTo>
                    <a:lnTo>
                      <a:pt x="320" y="380"/>
                    </a:lnTo>
                    <a:lnTo>
                      <a:pt x="280" y="251"/>
                    </a:lnTo>
                    <a:lnTo>
                      <a:pt x="0" y="62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92" name="îŝľïďê"/>
              <p:cNvSpPr/>
              <p:nvPr/>
            </p:nvSpPr>
            <p:spPr bwMode="auto">
              <a:xfrm>
                <a:off x="7146694" y="2163677"/>
                <a:ext cx="0" cy="46501"/>
              </a:xfrm>
              <a:custGeom>
                <a:avLst/>
                <a:gdLst>
                  <a:gd name="T0" fmla="*/ 0 h 42"/>
                  <a:gd name="T1" fmla="*/ 0 h 42"/>
                  <a:gd name="T2" fmla="*/ 42 h 42"/>
                  <a:gd name="T3" fmla="*/ 40 h 42"/>
                  <a:gd name="T4" fmla="*/ 0 h 4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</a:cxnLst>
                <a:rect l="0" t="0" r="r" b="b"/>
                <a:pathLst>
                  <a:path h="42">
                    <a:moveTo>
                      <a:pt x="0" y="0"/>
                    </a:moveTo>
                    <a:lnTo>
                      <a:pt x="0" y="0"/>
                    </a:lnTo>
                    <a:lnTo>
                      <a:pt x="0" y="42"/>
                    </a:lnTo>
                    <a:lnTo>
                      <a:pt x="0" y="4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B2B1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93" name="íṡḷíḑe"/>
              <p:cNvSpPr/>
              <p:nvPr/>
            </p:nvSpPr>
            <p:spPr bwMode="auto">
              <a:xfrm>
                <a:off x="7146694" y="2163677"/>
                <a:ext cx="0" cy="46501"/>
              </a:xfrm>
              <a:custGeom>
                <a:avLst/>
                <a:gdLst>
                  <a:gd name="T0" fmla="*/ 0 h 42"/>
                  <a:gd name="T1" fmla="*/ 0 h 42"/>
                  <a:gd name="T2" fmla="*/ 42 h 42"/>
                  <a:gd name="T3" fmla="*/ 40 h 42"/>
                  <a:gd name="T4" fmla="*/ 0 h 4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</a:cxnLst>
                <a:rect l="0" t="0" r="r" b="b"/>
                <a:pathLst>
                  <a:path h="42">
                    <a:moveTo>
                      <a:pt x="0" y="0"/>
                    </a:moveTo>
                    <a:lnTo>
                      <a:pt x="0" y="0"/>
                    </a:lnTo>
                    <a:lnTo>
                      <a:pt x="0" y="42"/>
                    </a:lnTo>
                    <a:lnTo>
                      <a:pt x="0" y="4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94" name="iśļïďê"/>
              <p:cNvSpPr/>
              <p:nvPr/>
            </p:nvSpPr>
            <p:spPr bwMode="auto">
              <a:xfrm>
                <a:off x="7146694" y="2118284"/>
                <a:ext cx="183789" cy="89680"/>
              </a:xfrm>
              <a:custGeom>
                <a:avLst/>
                <a:gdLst>
                  <a:gd name="T0" fmla="*/ 166 w 166"/>
                  <a:gd name="T1" fmla="*/ 0 h 81"/>
                  <a:gd name="T2" fmla="*/ 151 w 166"/>
                  <a:gd name="T3" fmla="*/ 4 h 81"/>
                  <a:gd name="T4" fmla="*/ 0 w 166"/>
                  <a:gd name="T5" fmla="*/ 41 h 81"/>
                  <a:gd name="T6" fmla="*/ 0 w 166"/>
                  <a:gd name="T7" fmla="*/ 81 h 81"/>
                  <a:gd name="T8" fmla="*/ 45 w 166"/>
                  <a:gd name="T9" fmla="*/ 42 h 81"/>
                  <a:gd name="T10" fmla="*/ 166 w 166"/>
                  <a:gd name="T11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66" h="81">
                    <a:moveTo>
                      <a:pt x="166" y="0"/>
                    </a:moveTo>
                    <a:lnTo>
                      <a:pt x="151" y="4"/>
                    </a:lnTo>
                    <a:lnTo>
                      <a:pt x="0" y="41"/>
                    </a:lnTo>
                    <a:lnTo>
                      <a:pt x="0" y="81"/>
                    </a:lnTo>
                    <a:lnTo>
                      <a:pt x="45" y="42"/>
                    </a:lnTo>
                    <a:lnTo>
                      <a:pt x="166" y="0"/>
                    </a:lnTo>
                    <a:close/>
                  </a:path>
                </a:pathLst>
              </a:custGeom>
              <a:solidFill>
                <a:srgbClr val="3B2B1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95" name="íṧlîḍé"/>
              <p:cNvSpPr/>
              <p:nvPr/>
            </p:nvSpPr>
            <p:spPr bwMode="auto">
              <a:xfrm>
                <a:off x="7146694" y="2118284"/>
                <a:ext cx="183789" cy="89680"/>
              </a:xfrm>
              <a:custGeom>
                <a:avLst/>
                <a:gdLst>
                  <a:gd name="T0" fmla="*/ 166 w 166"/>
                  <a:gd name="T1" fmla="*/ 0 h 81"/>
                  <a:gd name="T2" fmla="*/ 151 w 166"/>
                  <a:gd name="T3" fmla="*/ 4 h 81"/>
                  <a:gd name="T4" fmla="*/ 0 w 166"/>
                  <a:gd name="T5" fmla="*/ 41 h 81"/>
                  <a:gd name="T6" fmla="*/ 0 w 166"/>
                  <a:gd name="T7" fmla="*/ 81 h 81"/>
                  <a:gd name="T8" fmla="*/ 45 w 166"/>
                  <a:gd name="T9" fmla="*/ 42 h 81"/>
                  <a:gd name="T10" fmla="*/ 166 w 166"/>
                  <a:gd name="T11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66" h="81">
                    <a:moveTo>
                      <a:pt x="166" y="0"/>
                    </a:moveTo>
                    <a:lnTo>
                      <a:pt x="151" y="4"/>
                    </a:lnTo>
                    <a:lnTo>
                      <a:pt x="0" y="41"/>
                    </a:lnTo>
                    <a:lnTo>
                      <a:pt x="0" y="81"/>
                    </a:lnTo>
                    <a:lnTo>
                      <a:pt x="45" y="42"/>
                    </a:lnTo>
                    <a:lnTo>
                      <a:pt x="166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96" name="iṩļïḍê"/>
              <p:cNvSpPr/>
              <p:nvPr/>
            </p:nvSpPr>
            <p:spPr bwMode="auto">
              <a:xfrm>
                <a:off x="7146694" y="2122712"/>
                <a:ext cx="167181" cy="40965"/>
              </a:xfrm>
              <a:custGeom>
                <a:avLst/>
                <a:gdLst>
                  <a:gd name="T0" fmla="*/ 151 w 151"/>
                  <a:gd name="T1" fmla="*/ 0 h 37"/>
                  <a:gd name="T2" fmla="*/ 47 w 151"/>
                  <a:gd name="T3" fmla="*/ 25 h 37"/>
                  <a:gd name="T4" fmla="*/ 0 w 151"/>
                  <a:gd name="T5" fmla="*/ 37 h 37"/>
                  <a:gd name="T6" fmla="*/ 0 w 151"/>
                  <a:gd name="T7" fmla="*/ 37 h 37"/>
                  <a:gd name="T8" fmla="*/ 0 w 151"/>
                  <a:gd name="T9" fmla="*/ 37 h 37"/>
                  <a:gd name="T10" fmla="*/ 151 w 151"/>
                  <a:gd name="T11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51" h="37">
                    <a:moveTo>
                      <a:pt x="151" y="0"/>
                    </a:moveTo>
                    <a:lnTo>
                      <a:pt x="47" y="25"/>
                    </a:lnTo>
                    <a:lnTo>
                      <a:pt x="0" y="37"/>
                    </a:lnTo>
                    <a:lnTo>
                      <a:pt x="0" y="37"/>
                    </a:lnTo>
                    <a:lnTo>
                      <a:pt x="0" y="37"/>
                    </a:lnTo>
                    <a:lnTo>
                      <a:pt x="151" y="0"/>
                    </a:lnTo>
                    <a:close/>
                  </a:path>
                </a:pathLst>
              </a:custGeom>
              <a:solidFill>
                <a:srgbClr val="3B2B1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97" name="íŝḻiḑe"/>
              <p:cNvSpPr/>
              <p:nvPr/>
            </p:nvSpPr>
            <p:spPr bwMode="auto">
              <a:xfrm>
                <a:off x="7146694" y="2122712"/>
                <a:ext cx="167181" cy="40965"/>
              </a:xfrm>
              <a:custGeom>
                <a:avLst/>
                <a:gdLst>
                  <a:gd name="T0" fmla="*/ 151 w 151"/>
                  <a:gd name="T1" fmla="*/ 0 h 37"/>
                  <a:gd name="T2" fmla="*/ 47 w 151"/>
                  <a:gd name="T3" fmla="*/ 25 h 37"/>
                  <a:gd name="T4" fmla="*/ 0 w 151"/>
                  <a:gd name="T5" fmla="*/ 37 h 37"/>
                  <a:gd name="T6" fmla="*/ 0 w 151"/>
                  <a:gd name="T7" fmla="*/ 37 h 37"/>
                  <a:gd name="T8" fmla="*/ 0 w 151"/>
                  <a:gd name="T9" fmla="*/ 37 h 37"/>
                  <a:gd name="T10" fmla="*/ 151 w 151"/>
                  <a:gd name="T11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51" h="37">
                    <a:moveTo>
                      <a:pt x="151" y="0"/>
                    </a:moveTo>
                    <a:lnTo>
                      <a:pt x="47" y="25"/>
                    </a:lnTo>
                    <a:lnTo>
                      <a:pt x="0" y="37"/>
                    </a:lnTo>
                    <a:lnTo>
                      <a:pt x="0" y="37"/>
                    </a:lnTo>
                    <a:lnTo>
                      <a:pt x="0" y="37"/>
                    </a:lnTo>
                    <a:lnTo>
                      <a:pt x="151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98" name="iṣḷíḋé"/>
              <p:cNvSpPr/>
              <p:nvPr/>
            </p:nvSpPr>
            <p:spPr bwMode="auto">
              <a:xfrm>
                <a:off x="7146694" y="2918761"/>
                <a:ext cx="183789" cy="63108"/>
              </a:xfrm>
              <a:custGeom>
                <a:avLst/>
                <a:gdLst>
                  <a:gd name="T0" fmla="*/ 0 w 166"/>
                  <a:gd name="T1" fmla="*/ 57 h 57"/>
                  <a:gd name="T2" fmla="*/ 47 w 166"/>
                  <a:gd name="T3" fmla="*/ 23 h 57"/>
                  <a:gd name="T4" fmla="*/ 166 w 166"/>
                  <a:gd name="T5" fmla="*/ 42 h 57"/>
                  <a:gd name="T6" fmla="*/ 47 w 166"/>
                  <a:gd name="T7" fmla="*/ 12 h 57"/>
                  <a:gd name="T8" fmla="*/ 0 w 166"/>
                  <a:gd name="T9" fmla="*/ 0 h 57"/>
                  <a:gd name="T10" fmla="*/ 0 w 166"/>
                  <a:gd name="T11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66" h="57">
                    <a:moveTo>
                      <a:pt x="0" y="57"/>
                    </a:moveTo>
                    <a:lnTo>
                      <a:pt x="47" y="23"/>
                    </a:lnTo>
                    <a:lnTo>
                      <a:pt x="166" y="42"/>
                    </a:lnTo>
                    <a:lnTo>
                      <a:pt x="47" y="12"/>
                    </a:lnTo>
                    <a:lnTo>
                      <a:pt x="0" y="0"/>
                    </a:ln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3B2B1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99" name="îSḷíḍe"/>
              <p:cNvSpPr/>
              <p:nvPr/>
            </p:nvSpPr>
            <p:spPr bwMode="auto">
              <a:xfrm>
                <a:off x="7146694" y="3733630"/>
                <a:ext cx="183789" cy="79716"/>
              </a:xfrm>
              <a:custGeom>
                <a:avLst/>
                <a:gdLst>
                  <a:gd name="T0" fmla="*/ 0 w 166"/>
                  <a:gd name="T1" fmla="*/ 72 h 72"/>
                  <a:gd name="T2" fmla="*/ 47 w 166"/>
                  <a:gd name="T3" fmla="*/ 30 h 72"/>
                  <a:gd name="T4" fmla="*/ 166 w 166"/>
                  <a:gd name="T5" fmla="*/ 0 h 72"/>
                  <a:gd name="T6" fmla="*/ 47 w 166"/>
                  <a:gd name="T7" fmla="*/ 10 h 72"/>
                  <a:gd name="T8" fmla="*/ 0 w 166"/>
                  <a:gd name="T9" fmla="*/ 13 h 72"/>
                  <a:gd name="T10" fmla="*/ 0 w 166"/>
                  <a:gd name="T11" fmla="*/ 72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66" h="72">
                    <a:moveTo>
                      <a:pt x="0" y="72"/>
                    </a:moveTo>
                    <a:lnTo>
                      <a:pt x="47" y="30"/>
                    </a:lnTo>
                    <a:lnTo>
                      <a:pt x="166" y="0"/>
                    </a:lnTo>
                    <a:lnTo>
                      <a:pt x="47" y="10"/>
                    </a:lnTo>
                    <a:lnTo>
                      <a:pt x="0" y="13"/>
                    </a:lnTo>
                    <a:lnTo>
                      <a:pt x="0" y="72"/>
                    </a:lnTo>
                    <a:close/>
                  </a:path>
                </a:pathLst>
              </a:custGeom>
              <a:solidFill>
                <a:srgbClr val="3B2B1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00" name="ïşliďê"/>
              <p:cNvSpPr/>
              <p:nvPr/>
            </p:nvSpPr>
            <p:spPr bwMode="auto">
              <a:xfrm>
                <a:off x="7146694" y="4576179"/>
                <a:ext cx="183789" cy="104073"/>
              </a:xfrm>
              <a:custGeom>
                <a:avLst/>
                <a:gdLst>
                  <a:gd name="T0" fmla="*/ 0 w 166"/>
                  <a:gd name="T1" fmla="*/ 94 h 94"/>
                  <a:gd name="T2" fmla="*/ 47 w 166"/>
                  <a:gd name="T3" fmla="*/ 45 h 94"/>
                  <a:gd name="T4" fmla="*/ 166 w 166"/>
                  <a:gd name="T5" fmla="*/ 0 h 94"/>
                  <a:gd name="T6" fmla="*/ 47 w 166"/>
                  <a:gd name="T7" fmla="*/ 30 h 94"/>
                  <a:gd name="T8" fmla="*/ 0 w 166"/>
                  <a:gd name="T9" fmla="*/ 44 h 94"/>
                  <a:gd name="T10" fmla="*/ 0 w 166"/>
                  <a:gd name="T11" fmla="*/ 94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66" h="94">
                    <a:moveTo>
                      <a:pt x="0" y="94"/>
                    </a:moveTo>
                    <a:lnTo>
                      <a:pt x="47" y="45"/>
                    </a:lnTo>
                    <a:lnTo>
                      <a:pt x="166" y="0"/>
                    </a:lnTo>
                    <a:lnTo>
                      <a:pt x="47" y="30"/>
                    </a:lnTo>
                    <a:lnTo>
                      <a:pt x="0" y="44"/>
                    </a:lnTo>
                    <a:lnTo>
                      <a:pt x="0" y="94"/>
                    </a:lnTo>
                    <a:close/>
                  </a:path>
                </a:pathLst>
              </a:custGeom>
              <a:solidFill>
                <a:srgbClr val="3B2B1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6" name="箭头: 燕尾形 5"/>
          <p:cNvSpPr/>
          <p:nvPr/>
        </p:nvSpPr>
        <p:spPr>
          <a:xfrm>
            <a:off x="5100704" y="2784355"/>
            <a:ext cx="1395167" cy="477134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7" name="组合 6"/>
          <p:cNvGrpSpPr/>
          <p:nvPr/>
        </p:nvGrpSpPr>
        <p:grpSpPr>
          <a:xfrm>
            <a:off x="6725487" y="1729832"/>
            <a:ext cx="2432000" cy="369332"/>
            <a:chOff x="6251816" y="1758112"/>
            <a:chExt cx="2432000" cy="369332"/>
          </a:xfrm>
        </p:grpSpPr>
        <p:sp>
          <p:nvSpPr>
            <p:cNvPr id="101" name="任意多边形 228"/>
            <p:cNvSpPr/>
            <p:nvPr/>
          </p:nvSpPr>
          <p:spPr>
            <a:xfrm>
              <a:off x="6251816" y="1759336"/>
              <a:ext cx="2432000" cy="359055"/>
            </a:xfrm>
            <a:custGeom>
              <a:avLst/>
              <a:gdLst>
                <a:gd name="rtl" fmla="*/ 30400 w 2432000"/>
                <a:gd name="rtt" fmla="*/ 30400 h 359055"/>
                <a:gd name="rtr" fmla="*/ 2401600 w 2432000"/>
                <a:gd name="rtb" fmla="*/ 328655 h 359055"/>
              </a:gdLst>
              <a:ahLst/>
              <a:cxnLst/>
              <a:rect l="rtl" t="rtt" r="rtr" b="rtb"/>
              <a:pathLst>
                <a:path w="2432000" h="359055">
                  <a:moveTo>
                    <a:pt x="179527" y="359055"/>
                  </a:moveTo>
                  <a:lnTo>
                    <a:pt x="2252473" y="359055"/>
                  </a:lnTo>
                  <a:cubicBezTo>
                    <a:pt x="2351622" y="359055"/>
                    <a:pt x="2432000" y="278681"/>
                    <a:pt x="2432000" y="179527"/>
                  </a:cubicBezTo>
                  <a:cubicBezTo>
                    <a:pt x="2432000" y="80375"/>
                    <a:pt x="2351622" y="0"/>
                    <a:pt x="2252473" y="0"/>
                  </a:cubicBezTo>
                  <a:lnTo>
                    <a:pt x="179527" y="0"/>
                  </a:lnTo>
                  <a:cubicBezTo>
                    <a:pt x="80375" y="0"/>
                    <a:pt x="0" y="80375"/>
                    <a:pt x="0" y="179527"/>
                  </a:cubicBezTo>
                  <a:cubicBezTo>
                    <a:pt x="0" y="278681"/>
                    <a:pt x="80375" y="359055"/>
                    <a:pt x="179527" y="359055"/>
                  </a:cubicBezTo>
                  <a:close/>
                </a:path>
              </a:pathLst>
            </a:custGeom>
            <a:solidFill>
              <a:srgbClr val="3C853C"/>
            </a:solidFill>
            <a:ln w="15200" cap="flat">
              <a:noFill/>
              <a:bevel/>
            </a:ln>
            <a:effectLst/>
          </p:spPr>
          <p:txBody>
            <a:bodyPr wrap="square" lIns="36000" tIns="0" rIns="3600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06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03" name="文本框 102"/>
            <p:cNvSpPr txBox="1"/>
            <p:nvPr/>
          </p:nvSpPr>
          <p:spPr>
            <a:xfrm>
              <a:off x="6436186" y="1758112"/>
              <a:ext cx="2057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module.js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04" name="组合 103"/>
          <p:cNvGrpSpPr/>
          <p:nvPr/>
        </p:nvGrpSpPr>
        <p:grpSpPr>
          <a:xfrm>
            <a:off x="7091297" y="2446578"/>
            <a:ext cx="2432000" cy="369332"/>
            <a:chOff x="6251816" y="1758112"/>
            <a:chExt cx="2432000" cy="369332"/>
          </a:xfrm>
        </p:grpSpPr>
        <p:sp>
          <p:nvSpPr>
            <p:cNvPr id="105" name="任意多边形 228"/>
            <p:cNvSpPr/>
            <p:nvPr/>
          </p:nvSpPr>
          <p:spPr>
            <a:xfrm>
              <a:off x="6251816" y="1759336"/>
              <a:ext cx="2432000" cy="359055"/>
            </a:xfrm>
            <a:custGeom>
              <a:avLst/>
              <a:gdLst>
                <a:gd name="rtl" fmla="*/ 30400 w 2432000"/>
                <a:gd name="rtt" fmla="*/ 30400 h 359055"/>
                <a:gd name="rtr" fmla="*/ 2401600 w 2432000"/>
                <a:gd name="rtb" fmla="*/ 328655 h 359055"/>
              </a:gdLst>
              <a:ahLst/>
              <a:cxnLst/>
              <a:rect l="rtl" t="rtt" r="rtr" b="rtb"/>
              <a:pathLst>
                <a:path w="2432000" h="359055">
                  <a:moveTo>
                    <a:pt x="179527" y="359055"/>
                  </a:moveTo>
                  <a:lnTo>
                    <a:pt x="2252473" y="359055"/>
                  </a:lnTo>
                  <a:cubicBezTo>
                    <a:pt x="2351622" y="359055"/>
                    <a:pt x="2432000" y="278681"/>
                    <a:pt x="2432000" y="179527"/>
                  </a:cubicBezTo>
                  <a:cubicBezTo>
                    <a:pt x="2432000" y="80375"/>
                    <a:pt x="2351622" y="0"/>
                    <a:pt x="2252473" y="0"/>
                  </a:cubicBezTo>
                  <a:lnTo>
                    <a:pt x="179527" y="0"/>
                  </a:lnTo>
                  <a:cubicBezTo>
                    <a:pt x="80375" y="0"/>
                    <a:pt x="0" y="80375"/>
                    <a:pt x="0" y="179527"/>
                  </a:cubicBezTo>
                  <a:cubicBezTo>
                    <a:pt x="0" y="278681"/>
                    <a:pt x="80375" y="359055"/>
                    <a:pt x="179527" y="359055"/>
                  </a:cubicBezTo>
                  <a:close/>
                </a:path>
              </a:pathLst>
            </a:custGeom>
            <a:solidFill>
              <a:srgbClr val="002060"/>
            </a:solidFill>
            <a:ln w="15200" cap="flat">
              <a:noFill/>
              <a:bevel/>
            </a:ln>
            <a:effectLst/>
          </p:spPr>
          <p:txBody>
            <a:bodyPr wrap="square" lIns="36000" tIns="0" rIns="3600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06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06" name="文本框 105"/>
            <p:cNvSpPr txBox="1"/>
            <p:nvPr/>
          </p:nvSpPr>
          <p:spPr>
            <a:xfrm>
              <a:off x="6436186" y="1758112"/>
              <a:ext cx="2057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main.js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07" name="组合 106"/>
          <p:cNvGrpSpPr/>
          <p:nvPr/>
        </p:nvGrpSpPr>
        <p:grpSpPr>
          <a:xfrm>
            <a:off x="7552451" y="3172377"/>
            <a:ext cx="2432000" cy="369332"/>
            <a:chOff x="6251816" y="1758112"/>
            <a:chExt cx="2432000" cy="369332"/>
          </a:xfrm>
        </p:grpSpPr>
        <p:sp>
          <p:nvSpPr>
            <p:cNvPr id="108" name="任意多边形 228"/>
            <p:cNvSpPr/>
            <p:nvPr/>
          </p:nvSpPr>
          <p:spPr>
            <a:xfrm>
              <a:off x="6251816" y="1759336"/>
              <a:ext cx="2432000" cy="359055"/>
            </a:xfrm>
            <a:custGeom>
              <a:avLst/>
              <a:gdLst>
                <a:gd name="rtl" fmla="*/ 30400 w 2432000"/>
                <a:gd name="rtt" fmla="*/ 30400 h 359055"/>
                <a:gd name="rtr" fmla="*/ 2401600 w 2432000"/>
                <a:gd name="rtb" fmla="*/ 328655 h 359055"/>
              </a:gdLst>
              <a:ahLst/>
              <a:cxnLst/>
              <a:rect l="rtl" t="rtt" r="rtr" b="rtb"/>
              <a:pathLst>
                <a:path w="2432000" h="359055">
                  <a:moveTo>
                    <a:pt x="179527" y="359055"/>
                  </a:moveTo>
                  <a:lnTo>
                    <a:pt x="2252473" y="359055"/>
                  </a:lnTo>
                  <a:cubicBezTo>
                    <a:pt x="2351622" y="359055"/>
                    <a:pt x="2432000" y="278681"/>
                    <a:pt x="2432000" y="179527"/>
                  </a:cubicBezTo>
                  <a:cubicBezTo>
                    <a:pt x="2432000" y="80375"/>
                    <a:pt x="2351622" y="0"/>
                    <a:pt x="2252473" y="0"/>
                  </a:cubicBezTo>
                  <a:lnTo>
                    <a:pt x="179527" y="0"/>
                  </a:lnTo>
                  <a:cubicBezTo>
                    <a:pt x="80375" y="0"/>
                    <a:pt x="0" y="80375"/>
                    <a:pt x="0" y="179527"/>
                  </a:cubicBezTo>
                  <a:cubicBezTo>
                    <a:pt x="0" y="278681"/>
                    <a:pt x="80375" y="359055"/>
                    <a:pt x="179527" y="359055"/>
                  </a:cubicBezTo>
                  <a:close/>
                </a:path>
              </a:pathLst>
            </a:custGeom>
            <a:solidFill>
              <a:srgbClr val="7030A0"/>
            </a:solidFill>
            <a:ln w="15200" cap="flat">
              <a:noFill/>
              <a:bevel/>
            </a:ln>
            <a:effectLst/>
          </p:spPr>
          <p:txBody>
            <a:bodyPr wrap="square" lIns="36000" tIns="0" rIns="3600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06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09" name="文本框 108"/>
            <p:cNvSpPr txBox="1"/>
            <p:nvPr/>
          </p:nvSpPr>
          <p:spPr>
            <a:xfrm>
              <a:off x="6436186" y="1758112"/>
              <a:ext cx="2057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input.txt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10" name="组合 109"/>
          <p:cNvGrpSpPr/>
          <p:nvPr/>
        </p:nvGrpSpPr>
        <p:grpSpPr>
          <a:xfrm>
            <a:off x="7938557" y="3885826"/>
            <a:ext cx="2432000" cy="369332"/>
            <a:chOff x="6251816" y="1758112"/>
            <a:chExt cx="2432000" cy="369332"/>
          </a:xfrm>
          <a:solidFill>
            <a:srgbClr val="C00000"/>
          </a:solidFill>
        </p:grpSpPr>
        <p:sp>
          <p:nvSpPr>
            <p:cNvPr id="111" name="任意多边形 228"/>
            <p:cNvSpPr/>
            <p:nvPr/>
          </p:nvSpPr>
          <p:spPr>
            <a:xfrm>
              <a:off x="6251816" y="1759336"/>
              <a:ext cx="2432000" cy="359055"/>
            </a:xfrm>
            <a:custGeom>
              <a:avLst/>
              <a:gdLst>
                <a:gd name="rtl" fmla="*/ 30400 w 2432000"/>
                <a:gd name="rtt" fmla="*/ 30400 h 359055"/>
                <a:gd name="rtr" fmla="*/ 2401600 w 2432000"/>
                <a:gd name="rtb" fmla="*/ 328655 h 359055"/>
              </a:gdLst>
              <a:ahLst/>
              <a:cxnLst/>
              <a:rect l="rtl" t="rtt" r="rtr" b="rtb"/>
              <a:pathLst>
                <a:path w="2432000" h="359055">
                  <a:moveTo>
                    <a:pt x="179527" y="359055"/>
                  </a:moveTo>
                  <a:lnTo>
                    <a:pt x="2252473" y="359055"/>
                  </a:lnTo>
                  <a:cubicBezTo>
                    <a:pt x="2351622" y="359055"/>
                    <a:pt x="2432000" y="278681"/>
                    <a:pt x="2432000" y="179527"/>
                  </a:cubicBezTo>
                  <a:cubicBezTo>
                    <a:pt x="2432000" y="80375"/>
                    <a:pt x="2351622" y="0"/>
                    <a:pt x="2252473" y="0"/>
                  </a:cubicBezTo>
                  <a:lnTo>
                    <a:pt x="179527" y="0"/>
                  </a:lnTo>
                  <a:cubicBezTo>
                    <a:pt x="80375" y="0"/>
                    <a:pt x="0" y="80375"/>
                    <a:pt x="0" y="179527"/>
                  </a:cubicBezTo>
                  <a:cubicBezTo>
                    <a:pt x="0" y="278681"/>
                    <a:pt x="80375" y="359055"/>
                    <a:pt x="179527" y="359055"/>
                  </a:cubicBezTo>
                  <a:close/>
                </a:path>
              </a:pathLst>
            </a:custGeom>
            <a:grpFill/>
            <a:ln w="15200" cap="flat">
              <a:noFill/>
              <a:bevel/>
            </a:ln>
            <a:effectLst/>
          </p:spPr>
          <p:txBody>
            <a:bodyPr wrap="square" lIns="36000" tIns="0" rIns="3600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06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12" name="文本框 111"/>
            <p:cNvSpPr txBox="1"/>
            <p:nvPr/>
          </p:nvSpPr>
          <p:spPr>
            <a:xfrm>
              <a:off x="6436186" y="1758112"/>
              <a:ext cx="2057401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......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</p:spTree>
    <p:custDataLst>
      <p:tags r:id="rId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3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/>
          <p:cNvSpPr txBox="1"/>
          <p:nvPr>
            <p:custDataLst>
              <p:tags r:id="rId1"/>
            </p:custDataLst>
          </p:nvPr>
        </p:nvSpPr>
        <p:spPr>
          <a:xfrm>
            <a:off x="4248760" y="793544"/>
            <a:ext cx="3694480" cy="846037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algn="ctr"/>
            <a:r>
              <a:rPr lang="zh-CN" altLang="en-US" sz="4400" b="1" dirty="0">
                <a:solidFill>
                  <a:schemeClr val="accent1">
                    <a:lumMod val="50000"/>
                  </a:schemeClr>
                </a:solidFill>
                <a:effectLst>
                  <a:outerShdw dist="76200" dir="2700000" algn="tl" rotWithShape="0">
                    <a:schemeClr val="accent1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</a:rPr>
              <a:t>目录</a:t>
            </a:r>
            <a:endParaRPr lang="zh-CN" altLang="en-US" sz="4400" b="1" dirty="0">
              <a:solidFill>
                <a:schemeClr val="accent1">
                  <a:lumMod val="50000"/>
                </a:schemeClr>
              </a:solidFill>
              <a:effectLst>
                <a:outerShdw dist="76200" dir="2700000" algn="tl" rotWithShape="0">
                  <a:schemeClr val="accent1"/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9" name="矩形 28"/>
          <p:cNvSpPr/>
          <p:nvPr>
            <p:custDataLst>
              <p:tags r:id="rId2"/>
            </p:custDataLst>
          </p:nvPr>
        </p:nvSpPr>
        <p:spPr>
          <a:xfrm>
            <a:off x="3365313" y="3161417"/>
            <a:ext cx="699247" cy="69924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r>
              <a:rPr lang="en-US" altLang="zh-CN" sz="3200" b="1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01</a:t>
            </a:r>
            <a:endParaRPr lang="en-US" altLang="zh-CN" sz="3200" b="1" dirty="0">
              <a:solidFill>
                <a:schemeClr val="lt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3"/>
            </p:custDataLst>
          </p:nvPr>
        </p:nvSpPr>
        <p:spPr>
          <a:xfrm>
            <a:off x="4173873" y="3272587"/>
            <a:ext cx="2212545" cy="476908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读取目录</a:t>
            </a:r>
            <a:endParaRPr lang="zh-CN" altLang="en-US" sz="1900" b="1" strike="noStrike" spc="200" baseline="0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2" name="矩形 31"/>
          <p:cNvSpPr/>
          <p:nvPr>
            <p:custDataLst>
              <p:tags r:id="rId4"/>
            </p:custDataLst>
          </p:nvPr>
        </p:nvSpPr>
        <p:spPr>
          <a:xfrm>
            <a:off x="7162613" y="3161417"/>
            <a:ext cx="699247" cy="6992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r>
              <a:rPr lang="en-US" altLang="zh-CN" sz="32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02</a:t>
            </a:r>
            <a:endParaRPr lang="en-US" altLang="zh-CN" sz="3200" b="1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5"/>
            </p:custDataLst>
          </p:nvPr>
        </p:nvSpPr>
        <p:spPr>
          <a:xfrm>
            <a:off x="7971173" y="3272587"/>
            <a:ext cx="2212545" cy="476908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删除文件</a:t>
            </a:r>
            <a:endParaRPr lang="zh-CN" altLang="en-US" sz="1900" b="1" strike="noStrike" spc="200" baseline="0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6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85130" y="208567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读取目录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6" name="矩形 45"/>
          <p:cNvSpPr/>
          <p:nvPr>
            <p:custDataLst>
              <p:tags r:id="rId3"/>
            </p:custDataLst>
          </p:nvPr>
        </p:nvSpPr>
        <p:spPr>
          <a:xfrm>
            <a:off x="246713" y="1134447"/>
            <a:ext cx="11817531" cy="5137914"/>
          </a:xfrm>
          <a:prstGeom prst="rect">
            <a:avLst/>
          </a:prstGeom>
          <a:solidFill>
            <a:schemeClr val="lt2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48" name="矩形: 圆角 47"/>
          <p:cNvSpPr/>
          <p:nvPr>
            <p:custDataLst>
              <p:tags r:id="rId4"/>
            </p:custDataLst>
          </p:nvPr>
        </p:nvSpPr>
        <p:spPr>
          <a:xfrm>
            <a:off x="246713" y="1145315"/>
            <a:ext cx="1345474" cy="5127045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49" name="矩形: 圆角 48"/>
          <p:cNvSpPr/>
          <p:nvPr>
            <p:custDataLst>
              <p:tags r:id="rId5"/>
            </p:custDataLst>
          </p:nvPr>
        </p:nvSpPr>
        <p:spPr>
          <a:xfrm>
            <a:off x="1592186" y="1148516"/>
            <a:ext cx="241075" cy="5123844"/>
          </a:xfrm>
          <a:prstGeom prst="roundRect">
            <a:avLst>
              <a:gd name="adj" fmla="val 0"/>
            </a:avLst>
          </a:prstGeom>
          <a:solidFill>
            <a:schemeClr val="lt1">
              <a:lumMod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pic>
        <p:nvPicPr>
          <p:cNvPr id="70" name="图形 69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7787" y="2536371"/>
            <a:ext cx="569913" cy="569913"/>
          </a:xfrm>
          <a:prstGeom prst="rect">
            <a:avLst/>
          </a:prstGeom>
        </p:spPr>
      </p:pic>
      <p:sp>
        <p:nvSpPr>
          <p:cNvPr id="71" name="文本框 70"/>
          <p:cNvSpPr txBox="1"/>
          <p:nvPr>
            <p:custDataLst>
              <p:tags r:id="rId8"/>
            </p:custDataLst>
          </p:nvPr>
        </p:nvSpPr>
        <p:spPr>
          <a:xfrm>
            <a:off x="1871624" y="1197065"/>
            <a:ext cx="7905421" cy="4923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读取目录的语法：</a:t>
            </a:r>
            <a:endParaRPr lang="en-US" altLang="zh-CN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 </a:t>
            </a:r>
            <a:r>
              <a:rPr lang="en-US" altLang="zh-CN" sz="2000" b="1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fs.readdir</a:t>
            </a:r>
            <a:r>
              <a:rPr lang="en-US" altLang="zh-CN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(path[, options], callback)</a:t>
            </a:r>
            <a:endParaRPr lang="en-US" altLang="zh-CN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  <a:spcAft>
                <a:spcPts val="600"/>
              </a:spcAft>
            </a:pPr>
            <a:r>
              <a:rPr lang="en-US" altLang="zh-CN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 </a:t>
            </a:r>
            <a:r>
              <a:rPr lang="zh-CN" altLang="en-US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用于异步地读取目录的内容</a:t>
            </a:r>
            <a:endParaRPr lang="en-US" altLang="zh-CN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 </a:t>
            </a:r>
            <a:r>
              <a:rPr lang="zh-CN" altLang="en-US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参数说明：</a:t>
            </a:r>
            <a:endParaRPr lang="zh-CN" altLang="en-US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 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--path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：表示将要读取的文件夹或标识符，必选；</a:t>
            </a:r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 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--options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：可以是字符编码、或具有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encoding 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属性的对象。        </a:t>
            </a:r>
            <a:endParaRPr lang="en-US" altLang="zh-CN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   encoding 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为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'buffer'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，返回文件名作为 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Buffer 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对象传入</a:t>
            </a:r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 --callback 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异步地读取文件的回调函数，</a:t>
            </a:r>
            <a:endParaRPr lang="en-US" altLang="zh-CN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   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两个参数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(err, files):  </a:t>
            </a:r>
            <a:endParaRPr lang="en-US" altLang="zh-CN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   err 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异常出错信息</a:t>
            </a:r>
            <a:endParaRPr lang="en-US" altLang="zh-CN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   files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是目录中文件名称的数组</a:t>
            </a:r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9"/>
          <a:srcRect l="-1785" t="27647"/>
          <a:stretch>
            <a:fillRect/>
          </a:stretch>
        </p:blipFill>
        <p:spPr>
          <a:xfrm>
            <a:off x="9321808" y="2821327"/>
            <a:ext cx="2813435" cy="2077244"/>
          </a:xfrm>
          <a:prstGeom prst="rect">
            <a:avLst/>
          </a:prstGeom>
        </p:spPr>
      </p:pic>
      <p:sp>
        <p:nvSpPr>
          <p:cNvPr id="9" name="is1ide-Rectangle 21"/>
          <p:cNvSpPr/>
          <p:nvPr>
            <p:custDataLst>
              <p:tags r:id="rId10"/>
            </p:custDataLst>
          </p:nvPr>
        </p:nvSpPr>
        <p:spPr>
          <a:xfrm>
            <a:off x="2562377" y="2701148"/>
            <a:ext cx="6818591" cy="3497055"/>
          </a:xfrm>
          <a:prstGeom prst="rect">
            <a:avLst/>
          </a:prstGeom>
          <a:noFill/>
          <a:ln w="6350">
            <a:solidFill>
              <a:schemeClr val="lt1">
                <a:lumMod val="75000"/>
              </a:schemeClr>
            </a:solidFill>
            <a:miter lim="400000"/>
          </a:ln>
        </p:spPr>
        <p:txBody>
          <a:bodyPr anchor="ctr"/>
          <a:lstStyle/>
          <a:p>
            <a:pPr algn="ctr"/>
            <a:endParaRPr sz="2365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</p:spTree>
    <p:custDataLst>
      <p:tags r:id="rId1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1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23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9" dur="500"/>
                                        <p:tgtEl>
                                          <p:spTgt spid="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4" dur="500"/>
                                        <p:tgtEl>
                                          <p:spTgt spid="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8" dur="500"/>
                                        <p:tgtEl>
                                          <p:spTgt spid="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3" dur="500"/>
                                        <p:tgtEl>
                                          <p:spTgt spid="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7" dur="500"/>
                                        <p:tgtEl>
                                          <p:spTgt spid="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00"/>
                            </p:stCondLst>
                            <p:childTnLst>
                              <p:par>
                                <p:cTn id="69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1" dur="500"/>
                                        <p:tgtEl>
                                          <p:spTgt spid="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500"/>
                            </p:stCondLst>
                            <p:childTnLst>
                              <p:par>
                                <p:cTn id="73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5" dur="500"/>
                                        <p:tgtEl>
                                          <p:spTgt spid="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bldLvl="0" animBg="1"/>
      <p:bldP spid="48" grpId="0" bldLvl="0" animBg="1"/>
      <p:bldP spid="49" grpId="0" bldLvl="0" animBg="1"/>
      <p:bldP spid="71" grpId="0" uiExpand="1" build="p"/>
      <p:bldP spid="9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85130" y="208567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667F6E"/>
              </a:buClr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读取目录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3810000" y="1877060"/>
            <a:ext cx="8225155" cy="4426585"/>
            <a:chOff x="6000" y="2956"/>
            <a:chExt cx="12953" cy="6971"/>
          </a:xfrm>
        </p:grpSpPr>
        <p:sp>
          <p:nvSpPr>
            <p:cNvPr id="66" name="文本框 65"/>
            <p:cNvSpPr txBox="1"/>
            <p:nvPr>
              <p:custDataLst>
                <p:tags r:id="rId3"/>
              </p:custDataLst>
            </p:nvPr>
          </p:nvSpPr>
          <p:spPr>
            <a:xfrm>
              <a:off x="6208" y="3288"/>
              <a:ext cx="12745" cy="66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 marL="0" lvl="1">
                <a:lnSpc>
                  <a:spcPct val="150000"/>
                </a:lnSpc>
                <a:spcBef>
                  <a:spcPct val="20000"/>
                </a:spcBef>
              </a:pP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var fs = require('fs'); 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  <a:p>
              <a:pPr marL="0" lvl="1">
                <a:lnSpc>
                  <a:spcPct val="150000"/>
                </a:lnSpc>
                <a:spcBef>
                  <a:spcPct val="20000"/>
                </a:spcBef>
              </a:pPr>
              <a:r>
                <a:rPr lang="en-US" altLang="zh-CN" sz="2000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fs.readdir</a:t>
              </a: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('./',function(err, files)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  <a:p>
              <a:pPr marL="0" lvl="1">
                <a:lnSpc>
                  <a:spcPct val="150000"/>
                </a:lnSpc>
                <a:spcBef>
                  <a:spcPct val="20000"/>
                </a:spcBef>
              </a:pP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{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  <a:p>
              <a:pPr marL="0" lvl="1">
                <a:lnSpc>
                  <a:spcPct val="150000"/>
                </a:lnSpc>
                <a:spcBef>
                  <a:spcPct val="20000"/>
                </a:spcBef>
              </a:pP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   if (err) {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  <a:p>
              <a:pPr marL="0" lvl="1">
                <a:lnSpc>
                  <a:spcPct val="150000"/>
                </a:lnSpc>
                <a:spcBef>
                  <a:spcPct val="20000"/>
                </a:spcBef>
              </a:pP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      </a:t>
              </a:r>
              <a:r>
                <a:rPr lang="en-US" altLang="zh-CN" sz="2000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console.error</a:t>
              </a: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(err);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  <a:p>
              <a:pPr marL="0" lvl="1">
                <a:lnSpc>
                  <a:spcPct val="150000"/>
                </a:lnSpc>
                <a:spcBef>
                  <a:spcPct val="20000"/>
                </a:spcBef>
              </a:pP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   }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  <a:p>
              <a:pPr marL="0" lvl="1">
                <a:lnSpc>
                  <a:spcPct val="150000"/>
                </a:lnSpc>
                <a:spcBef>
                  <a:spcPct val="20000"/>
                </a:spcBef>
              </a:pP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      console.log( files );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  <a:p>
              <a:pPr marL="0" lvl="1">
                <a:lnSpc>
                  <a:spcPct val="150000"/>
                </a:lnSpc>
                <a:spcBef>
                  <a:spcPct val="20000"/>
                </a:spcBef>
              </a:pP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});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2" name="矩形 1"/>
            <p:cNvSpPr/>
            <p:nvPr>
              <p:custDataLst>
                <p:tags r:id="rId4"/>
              </p:custDataLst>
            </p:nvPr>
          </p:nvSpPr>
          <p:spPr>
            <a:xfrm>
              <a:off x="6000" y="2956"/>
              <a:ext cx="12572" cy="6814"/>
            </a:xfrm>
            <a:prstGeom prst="rect">
              <a:avLst/>
            </a:prstGeom>
            <a:noFill/>
            <a:ln>
              <a:solidFill>
                <a:schemeClr val="accent5">
                  <a:lumMod val="50000"/>
                </a:schemeClr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408940" y="4718685"/>
            <a:ext cx="7458710" cy="934085"/>
            <a:chOff x="644" y="7431"/>
            <a:chExt cx="11746" cy="1471"/>
          </a:xfrm>
        </p:grpSpPr>
        <p:sp>
          <p:nvSpPr>
            <p:cNvPr id="29" name="矩形 4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644" y="7431"/>
              <a:ext cx="4759" cy="132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en-US" altLang="zh-CN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     </a:t>
              </a: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在控制台输出</a:t>
              </a:r>
              <a:r>
                <a:rPr lang="en-US" altLang="zh-CN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files</a:t>
              </a: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数组</a:t>
              </a:r>
              <a:endParaRPr lang="zh-CN" altLang="en-US" sz="16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33" name="直接连接符 5"/>
            <p:cNvCxnSpPr>
              <a:cxnSpLocks noChangeShapeType="1"/>
            </p:cNvCxnSpPr>
            <p:nvPr>
              <p:custDataLst>
                <p:tags r:id="rId6"/>
              </p:custDataLst>
            </p:nvPr>
          </p:nvCxnSpPr>
          <p:spPr bwMode="auto">
            <a:xfrm flipH="1">
              <a:off x="6000" y="8902"/>
              <a:ext cx="6390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4" name="直接连接符 9"/>
            <p:cNvCxnSpPr>
              <a:cxnSpLocks noChangeShapeType="1"/>
            </p:cNvCxnSpPr>
            <p:nvPr>
              <p:custDataLst>
                <p:tags r:id="rId7"/>
              </p:custDataLst>
            </p:nvPr>
          </p:nvCxnSpPr>
          <p:spPr bwMode="auto">
            <a:xfrm flipV="1">
              <a:off x="5898" y="8184"/>
              <a:ext cx="0" cy="718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6" name="直接连接符 76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 flipH="1">
              <a:off x="5478" y="8184"/>
              <a:ext cx="420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2" name="直接连接符 90"/>
            <p:cNvCxnSpPr>
              <a:cxnSpLocks noChangeShapeType="1"/>
            </p:cNvCxnSpPr>
            <p:nvPr>
              <p:custDataLst>
                <p:tags r:id="rId9"/>
              </p:custDataLst>
            </p:nvPr>
          </p:nvCxnSpPr>
          <p:spPr bwMode="auto">
            <a:xfrm>
              <a:off x="5478" y="7743"/>
              <a:ext cx="0" cy="88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" name="组合 4"/>
          <p:cNvGrpSpPr/>
          <p:nvPr/>
        </p:nvGrpSpPr>
        <p:grpSpPr>
          <a:xfrm>
            <a:off x="408940" y="3037205"/>
            <a:ext cx="9065260" cy="1285240"/>
            <a:chOff x="644" y="4783"/>
            <a:chExt cx="14276" cy="2024"/>
          </a:xfrm>
        </p:grpSpPr>
        <p:sp>
          <p:nvSpPr>
            <p:cNvPr id="38" name="矩形 4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644" y="4783"/>
              <a:ext cx="4759" cy="202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      以异步方式打开并读取当前文件夹的所有文件名，如果正常读取，读出的内容是一个数组，将该数组传入回调函数的 </a:t>
              </a:r>
              <a:r>
                <a:rPr lang="en-US" altLang="zh-CN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files </a:t>
              </a: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参数</a:t>
              </a:r>
              <a:endParaRPr lang="zh-CN" altLang="en-US" sz="16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42" name="直接连接符 5"/>
            <p:cNvCxnSpPr>
              <a:cxnSpLocks noChangeShapeType="1"/>
            </p:cNvCxnSpPr>
            <p:nvPr>
              <p:custDataLst>
                <p:tags r:id="rId11"/>
              </p:custDataLst>
            </p:nvPr>
          </p:nvCxnSpPr>
          <p:spPr bwMode="auto">
            <a:xfrm flipH="1">
              <a:off x="5898" y="4867"/>
              <a:ext cx="902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3" name="直接连接符 9"/>
            <p:cNvCxnSpPr>
              <a:cxnSpLocks noChangeShapeType="1"/>
            </p:cNvCxnSpPr>
            <p:nvPr>
              <p:custDataLst>
                <p:tags r:id="rId12"/>
              </p:custDataLst>
            </p:nvPr>
          </p:nvCxnSpPr>
          <p:spPr bwMode="auto">
            <a:xfrm flipV="1">
              <a:off x="5876" y="4783"/>
              <a:ext cx="0" cy="1449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4" name="直接连接符 76"/>
            <p:cNvCxnSpPr>
              <a:cxnSpLocks noChangeShapeType="1"/>
            </p:cNvCxnSpPr>
            <p:nvPr>
              <p:custDataLst>
                <p:tags r:id="rId13"/>
              </p:custDataLst>
            </p:nvPr>
          </p:nvCxnSpPr>
          <p:spPr bwMode="auto">
            <a:xfrm flipH="1">
              <a:off x="5478" y="6232"/>
              <a:ext cx="420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" name="直接连接符 90"/>
            <p:cNvCxnSpPr>
              <a:cxnSpLocks noChangeShapeType="1"/>
            </p:cNvCxnSpPr>
            <p:nvPr>
              <p:custDataLst>
                <p:tags r:id="rId14"/>
              </p:custDataLst>
            </p:nvPr>
          </p:nvCxnSpPr>
          <p:spPr bwMode="auto">
            <a:xfrm>
              <a:off x="5478" y="5792"/>
              <a:ext cx="0" cy="88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" name="组合 2"/>
          <p:cNvGrpSpPr/>
          <p:nvPr/>
        </p:nvGrpSpPr>
        <p:grpSpPr>
          <a:xfrm>
            <a:off x="511175" y="1050925"/>
            <a:ext cx="9797415" cy="614045"/>
            <a:chOff x="805" y="1655"/>
            <a:chExt cx="15429" cy="967"/>
          </a:xfrm>
        </p:grpSpPr>
        <p:sp>
          <p:nvSpPr>
            <p:cNvPr id="97" name="文本框 96"/>
            <p:cNvSpPr txBox="1"/>
            <p:nvPr>
              <p:custDataLst>
                <p:tags r:id="rId15"/>
              </p:custDataLst>
            </p:nvPr>
          </p:nvSpPr>
          <p:spPr>
            <a:xfrm>
              <a:off x="5070" y="1968"/>
              <a:ext cx="11164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读取当前目录的所有文件。</a:t>
              </a:r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5" name="矩形 1"/>
            <p:cNvSpPr/>
            <p:nvPr>
              <p:custDataLst>
                <p:tags r:id="rId16"/>
              </p:custDataLst>
            </p:nvPr>
          </p:nvSpPr>
          <p:spPr bwMode="auto">
            <a:xfrm>
              <a:off x="915" y="1968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" name="TextBox 27"/>
            <p:cNvSpPr txBox="1">
              <a:spLocks noChangeArrowheads="1"/>
            </p:cNvSpPr>
            <p:nvPr/>
          </p:nvSpPr>
          <p:spPr bwMode="auto">
            <a:xfrm>
              <a:off x="2081" y="1980"/>
              <a:ext cx="10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示例</a:t>
              </a:r>
              <a:endPara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94" name="iconfont-1187-868615"/>
            <p:cNvSpPr/>
            <p:nvPr>
              <p:custDataLst>
                <p:tags r:id="rId17"/>
              </p:custDataLst>
            </p:nvPr>
          </p:nvSpPr>
          <p:spPr>
            <a:xfrm>
              <a:off x="805" y="1655"/>
              <a:ext cx="958" cy="960"/>
            </a:xfrm>
            <a:custGeom>
              <a:avLst/>
              <a:gdLst>
                <a:gd name="T0" fmla="*/ 12123 w 12728"/>
                <a:gd name="T1" fmla="*/ 2794 h 12755"/>
                <a:gd name="T2" fmla="*/ 11574 w 12728"/>
                <a:gd name="T3" fmla="*/ 3342 h 12755"/>
                <a:gd name="T4" fmla="*/ 9386 w 12728"/>
                <a:gd name="T5" fmla="*/ 1151 h 12755"/>
                <a:gd name="T6" fmla="*/ 9932 w 12728"/>
                <a:gd name="T7" fmla="*/ 605 h 12755"/>
                <a:gd name="T8" fmla="*/ 12123 w 12728"/>
                <a:gd name="T9" fmla="*/ 605 h 12755"/>
                <a:gd name="T10" fmla="*/ 12123 w 12728"/>
                <a:gd name="T11" fmla="*/ 2794 h 12755"/>
                <a:gd name="T12" fmla="*/ 10479 w 12728"/>
                <a:gd name="T13" fmla="*/ 4436 h 12755"/>
                <a:gd name="T14" fmla="*/ 7742 w 12728"/>
                <a:gd name="T15" fmla="*/ 7169 h 12755"/>
                <a:gd name="T16" fmla="*/ 3926 w 12728"/>
                <a:gd name="T17" fmla="*/ 8827 h 12755"/>
                <a:gd name="T18" fmla="*/ 5551 w 12728"/>
                <a:gd name="T19" fmla="*/ 4980 h 12755"/>
                <a:gd name="T20" fmla="*/ 8290 w 12728"/>
                <a:gd name="T21" fmla="*/ 2245 h 12755"/>
                <a:gd name="T22" fmla="*/ 10479 w 12728"/>
                <a:gd name="T23" fmla="*/ 4436 h 12755"/>
                <a:gd name="T24" fmla="*/ 4711 w 12728"/>
                <a:gd name="T25" fmla="*/ 1735 h 12755"/>
                <a:gd name="T26" fmla="*/ 2356 w 12728"/>
                <a:gd name="T27" fmla="*/ 1735 h 12755"/>
                <a:gd name="T28" fmla="*/ 1570 w 12728"/>
                <a:gd name="T29" fmla="*/ 2522 h 12755"/>
                <a:gd name="T30" fmla="*/ 1570 w 12728"/>
                <a:gd name="T31" fmla="*/ 10392 h 12755"/>
                <a:gd name="T32" fmla="*/ 2356 w 12728"/>
                <a:gd name="T33" fmla="*/ 11179 h 12755"/>
                <a:gd name="T34" fmla="*/ 10210 w 12728"/>
                <a:gd name="T35" fmla="*/ 11179 h 12755"/>
                <a:gd name="T36" fmla="*/ 10995 w 12728"/>
                <a:gd name="T37" fmla="*/ 10392 h 12755"/>
                <a:gd name="T38" fmla="*/ 10995 w 12728"/>
                <a:gd name="T39" fmla="*/ 7245 h 12755"/>
                <a:gd name="T40" fmla="*/ 11780 w 12728"/>
                <a:gd name="T41" fmla="*/ 6458 h 12755"/>
                <a:gd name="T42" fmla="*/ 12565 w 12728"/>
                <a:gd name="T43" fmla="*/ 7245 h 12755"/>
                <a:gd name="T44" fmla="*/ 12565 w 12728"/>
                <a:gd name="T45" fmla="*/ 11181 h 12755"/>
                <a:gd name="T46" fmla="*/ 10995 w 12728"/>
                <a:gd name="T47" fmla="*/ 12755 h 12755"/>
                <a:gd name="T48" fmla="*/ 1570 w 12728"/>
                <a:gd name="T49" fmla="*/ 12755 h 12755"/>
                <a:gd name="T50" fmla="*/ 0 w 12728"/>
                <a:gd name="T51" fmla="*/ 11181 h 12755"/>
                <a:gd name="T52" fmla="*/ 0 w 12728"/>
                <a:gd name="T53" fmla="*/ 1735 h 12755"/>
                <a:gd name="T54" fmla="*/ 1570 w 12728"/>
                <a:gd name="T55" fmla="*/ 161 h 12755"/>
                <a:gd name="T56" fmla="*/ 4711 w 12728"/>
                <a:gd name="T57" fmla="*/ 161 h 12755"/>
                <a:gd name="T58" fmla="*/ 5496 w 12728"/>
                <a:gd name="T59" fmla="*/ 948 h 12755"/>
                <a:gd name="T60" fmla="*/ 4711 w 12728"/>
                <a:gd name="T61" fmla="*/ 1735 h 12755"/>
                <a:gd name="T62" fmla="*/ 4711 w 12728"/>
                <a:gd name="T63" fmla="*/ 1735 h 12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728" h="12755">
                  <a:moveTo>
                    <a:pt x="12123" y="2794"/>
                  </a:moveTo>
                  <a:lnTo>
                    <a:pt x="11574" y="3342"/>
                  </a:lnTo>
                  <a:lnTo>
                    <a:pt x="9386" y="1151"/>
                  </a:lnTo>
                  <a:lnTo>
                    <a:pt x="9932" y="605"/>
                  </a:lnTo>
                  <a:cubicBezTo>
                    <a:pt x="10537" y="0"/>
                    <a:pt x="11518" y="0"/>
                    <a:pt x="12123" y="605"/>
                  </a:cubicBezTo>
                  <a:cubicBezTo>
                    <a:pt x="12728" y="1208"/>
                    <a:pt x="12728" y="2189"/>
                    <a:pt x="12123" y="2794"/>
                  </a:cubicBezTo>
                  <a:close/>
                  <a:moveTo>
                    <a:pt x="10479" y="4436"/>
                  </a:moveTo>
                  <a:lnTo>
                    <a:pt x="7742" y="7169"/>
                  </a:lnTo>
                  <a:lnTo>
                    <a:pt x="3926" y="8827"/>
                  </a:lnTo>
                  <a:lnTo>
                    <a:pt x="5551" y="4980"/>
                  </a:lnTo>
                  <a:lnTo>
                    <a:pt x="8290" y="2245"/>
                  </a:lnTo>
                  <a:lnTo>
                    <a:pt x="10479" y="4436"/>
                  </a:lnTo>
                  <a:close/>
                  <a:moveTo>
                    <a:pt x="4711" y="1735"/>
                  </a:moveTo>
                  <a:lnTo>
                    <a:pt x="2356" y="1735"/>
                  </a:lnTo>
                  <a:cubicBezTo>
                    <a:pt x="1921" y="1735"/>
                    <a:pt x="1570" y="2088"/>
                    <a:pt x="1570" y="2522"/>
                  </a:cubicBezTo>
                  <a:lnTo>
                    <a:pt x="1570" y="10392"/>
                  </a:lnTo>
                  <a:cubicBezTo>
                    <a:pt x="1570" y="10826"/>
                    <a:pt x="1921" y="11179"/>
                    <a:pt x="2356" y="11179"/>
                  </a:cubicBezTo>
                  <a:lnTo>
                    <a:pt x="10210" y="11179"/>
                  </a:lnTo>
                  <a:cubicBezTo>
                    <a:pt x="10644" y="11179"/>
                    <a:pt x="10995" y="10826"/>
                    <a:pt x="10995" y="10392"/>
                  </a:cubicBezTo>
                  <a:lnTo>
                    <a:pt x="10995" y="7245"/>
                  </a:lnTo>
                  <a:cubicBezTo>
                    <a:pt x="10995" y="6811"/>
                    <a:pt x="11346" y="6458"/>
                    <a:pt x="11780" y="6458"/>
                  </a:cubicBezTo>
                  <a:cubicBezTo>
                    <a:pt x="12214" y="6458"/>
                    <a:pt x="12565" y="6811"/>
                    <a:pt x="12565" y="7245"/>
                  </a:cubicBezTo>
                  <a:lnTo>
                    <a:pt x="12565" y="11181"/>
                  </a:lnTo>
                  <a:cubicBezTo>
                    <a:pt x="12565" y="12049"/>
                    <a:pt x="11861" y="12755"/>
                    <a:pt x="10995" y="12755"/>
                  </a:cubicBezTo>
                  <a:lnTo>
                    <a:pt x="1570" y="12755"/>
                  </a:lnTo>
                  <a:cubicBezTo>
                    <a:pt x="704" y="12755"/>
                    <a:pt x="0" y="12051"/>
                    <a:pt x="0" y="11181"/>
                  </a:cubicBezTo>
                  <a:lnTo>
                    <a:pt x="0" y="1735"/>
                  </a:lnTo>
                  <a:cubicBezTo>
                    <a:pt x="0" y="866"/>
                    <a:pt x="704" y="161"/>
                    <a:pt x="1570" y="161"/>
                  </a:cubicBezTo>
                  <a:lnTo>
                    <a:pt x="4711" y="161"/>
                  </a:lnTo>
                  <a:cubicBezTo>
                    <a:pt x="5145" y="161"/>
                    <a:pt x="5496" y="514"/>
                    <a:pt x="5496" y="948"/>
                  </a:cubicBezTo>
                  <a:cubicBezTo>
                    <a:pt x="5496" y="1384"/>
                    <a:pt x="5145" y="1735"/>
                    <a:pt x="4711" y="1735"/>
                  </a:cubicBezTo>
                  <a:close/>
                  <a:moveTo>
                    <a:pt x="4711" y="1735"/>
                  </a:moveTo>
                  <a:close/>
                </a:path>
              </a:pathLst>
            </a:custGeom>
            <a:solidFill>
              <a:schemeClr val="lt1">
                <a:lumMod val="8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</p:spTree>
    <p:custDataLst>
      <p:tags r:id="rId18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85130" y="208567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删除文件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6" name="矩形 45"/>
          <p:cNvSpPr/>
          <p:nvPr>
            <p:custDataLst>
              <p:tags r:id="rId3"/>
            </p:custDataLst>
          </p:nvPr>
        </p:nvSpPr>
        <p:spPr>
          <a:xfrm>
            <a:off x="246713" y="1134447"/>
            <a:ext cx="11817531" cy="5137914"/>
          </a:xfrm>
          <a:prstGeom prst="rect">
            <a:avLst/>
          </a:prstGeom>
          <a:solidFill>
            <a:schemeClr val="lt2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48" name="矩形: 圆角 47"/>
          <p:cNvSpPr/>
          <p:nvPr>
            <p:custDataLst>
              <p:tags r:id="rId4"/>
            </p:custDataLst>
          </p:nvPr>
        </p:nvSpPr>
        <p:spPr>
          <a:xfrm>
            <a:off x="246713" y="1145315"/>
            <a:ext cx="1345474" cy="5127045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49" name="矩形: 圆角 48"/>
          <p:cNvSpPr/>
          <p:nvPr>
            <p:custDataLst>
              <p:tags r:id="rId5"/>
            </p:custDataLst>
          </p:nvPr>
        </p:nvSpPr>
        <p:spPr>
          <a:xfrm>
            <a:off x="1592186" y="1148516"/>
            <a:ext cx="241075" cy="5123844"/>
          </a:xfrm>
          <a:prstGeom prst="roundRect">
            <a:avLst>
              <a:gd name="adj" fmla="val 0"/>
            </a:avLst>
          </a:prstGeom>
          <a:solidFill>
            <a:schemeClr val="lt1">
              <a:lumMod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pic>
        <p:nvPicPr>
          <p:cNvPr id="70" name="图形 69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7787" y="2536371"/>
            <a:ext cx="569913" cy="569913"/>
          </a:xfrm>
          <a:prstGeom prst="rect">
            <a:avLst/>
          </a:prstGeom>
        </p:spPr>
      </p:pic>
      <p:sp>
        <p:nvSpPr>
          <p:cNvPr id="71" name="文本框 70"/>
          <p:cNvSpPr txBox="1"/>
          <p:nvPr>
            <p:custDataLst>
              <p:tags r:id="rId8"/>
            </p:custDataLst>
          </p:nvPr>
        </p:nvSpPr>
        <p:spPr>
          <a:xfrm>
            <a:off x="1871624" y="1197065"/>
            <a:ext cx="7905421" cy="4784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删除文件的语法：</a:t>
            </a:r>
            <a:endParaRPr lang="en-US" altLang="zh-CN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 </a:t>
            </a:r>
            <a:r>
              <a:rPr lang="en-US" altLang="zh-CN" sz="2000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fs.unlink(path, callback)</a:t>
            </a:r>
            <a:endParaRPr lang="en-US" altLang="zh-CN" sz="2000" b="1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  <a:spcAft>
                <a:spcPts val="600"/>
              </a:spcAft>
            </a:pPr>
            <a:r>
              <a:rPr lang="en-US" altLang="zh-CN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 </a:t>
            </a:r>
            <a:r>
              <a:rPr lang="zh-CN" altLang="en-US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用于异步删除文件</a:t>
            </a:r>
            <a:endParaRPr lang="en-US" altLang="zh-CN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fontAlgn="auto">
              <a:lnSpc>
                <a:spcPct val="200000"/>
              </a:lnSpc>
            </a:pPr>
            <a:r>
              <a:rPr lang="en-US" altLang="zh-CN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endParaRPr lang="en-US" altLang="zh-CN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fontAlgn="auto">
              <a:lnSpc>
                <a:spcPct val="200000"/>
              </a:lnSpc>
            </a:pPr>
            <a:r>
              <a:rPr lang="zh-CN" altLang="en-US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参数说明：</a:t>
            </a:r>
            <a:endParaRPr lang="en-US" altLang="zh-CN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fontAlgn="auto">
              <a:lnSpc>
                <a:spcPct val="200000"/>
              </a:lnSpc>
            </a:pP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 --path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：将要删除文件的路径，必选；</a:t>
            </a:r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fontAlgn="auto">
              <a:lnSpc>
                <a:spcPct val="200000"/>
              </a:lnSpc>
            </a:pP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 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--callback 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异步地读取文件的回调函数，一个参数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err:  </a:t>
            </a:r>
            <a:endParaRPr lang="en-US" altLang="zh-CN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fontAlgn="auto">
              <a:lnSpc>
                <a:spcPct val="200000"/>
              </a:lnSpc>
            </a:pP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   err 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异常出错信息</a:t>
            </a:r>
            <a:endParaRPr lang="en-US" altLang="zh-CN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   </a:t>
            </a:r>
            <a:endParaRPr lang="en-US" altLang="zh-CN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08820" y="2536190"/>
            <a:ext cx="2455545" cy="2193290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1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23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9" dur="500"/>
                                        <p:tgtEl>
                                          <p:spTgt spid="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3" dur="500"/>
                                        <p:tgtEl>
                                          <p:spTgt spid="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500"/>
                            </p:stCondLst>
                            <p:childTnLst>
                              <p:par>
                                <p:cTn id="5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7" dur="500"/>
                                        <p:tgtEl>
                                          <p:spTgt spid="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000"/>
                            </p:stCondLst>
                            <p:childTnLst>
                              <p:par>
                                <p:cTn id="59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1" dur="500"/>
                                        <p:tgtEl>
                                          <p:spTgt spid="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bldLvl="0" animBg="1"/>
      <p:bldP spid="48" grpId="0" bldLvl="0" animBg="1"/>
      <p:bldP spid="49" grpId="0" bldLvl="0" animBg="1"/>
      <p:bldP spid="71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85130" y="208567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667F6E"/>
              </a:buClr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删除文件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3810000" y="1877060"/>
            <a:ext cx="8224520" cy="4326890"/>
            <a:chOff x="6000" y="2956"/>
            <a:chExt cx="12952" cy="6814"/>
          </a:xfrm>
        </p:grpSpPr>
        <p:sp>
          <p:nvSpPr>
            <p:cNvPr id="66" name="文本框 65"/>
            <p:cNvSpPr txBox="1"/>
            <p:nvPr>
              <p:custDataLst>
                <p:tags r:id="rId3"/>
              </p:custDataLst>
            </p:nvPr>
          </p:nvSpPr>
          <p:spPr>
            <a:xfrm>
              <a:off x="6208" y="2956"/>
              <a:ext cx="12745" cy="609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 marL="0" lvl="1" indent="0" fontAlgn="auto">
                <a:lnSpc>
                  <a:spcPct val="12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var fs = require('fs'); </a:t>
              </a:r>
              <a:endParaRPr lang="en-US" altLang="zh-CN" sz="20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 indent="0" fontAlgn="auto">
                <a:lnSpc>
                  <a:spcPct val="12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var path = require('path'); </a:t>
              </a:r>
              <a:endParaRPr lang="en-US" altLang="zh-CN" sz="20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 indent="0" fontAlgn="auto">
                <a:lnSpc>
                  <a:spcPct val="12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fs.readdir('img', function(err1, </a:t>
              </a:r>
              <a:r>
                <a:rPr lang="en-US" altLang="zh-CN" sz="2000" b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files</a:t>
              </a:r>
              <a:r>
                <a:rPr lang="en-US" altLang="zh-CN" sz="200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){ // </a:t>
              </a:r>
              <a:r>
                <a:rPr lang="zh-CN" altLang="en-US" sz="200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读取</a:t>
              </a:r>
              <a:r>
                <a:rPr lang="en-US" altLang="zh-CN" sz="200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img </a:t>
              </a:r>
              <a:endParaRPr lang="en-US" altLang="zh-CN" sz="20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 indent="0" fontAlgn="auto">
                <a:lnSpc>
                  <a:spcPct val="12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if(err1) { </a:t>
              </a:r>
              <a:endParaRPr lang="en-US" altLang="zh-CN" sz="20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 indent="0" fontAlgn="auto">
                <a:lnSpc>
                  <a:spcPct val="12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	console.log(err1); </a:t>
              </a:r>
              <a:endParaRPr lang="en-US" altLang="zh-CN" sz="20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 indent="0" fontAlgn="auto">
                <a:lnSpc>
                  <a:spcPct val="12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} else { </a:t>
              </a:r>
              <a:endParaRPr lang="en-US" altLang="zh-CN" sz="20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 indent="457200" fontAlgn="auto">
                <a:lnSpc>
                  <a:spcPct val="120000"/>
                </a:lnSpc>
                <a:spcBef>
                  <a:spcPts val="0"/>
                </a:spcBef>
              </a:pPr>
              <a:endParaRPr lang="en-US" altLang="zh-CN" sz="20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 indent="457200" fontAlgn="auto">
                <a:lnSpc>
                  <a:spcPct val="12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// 遍历 files 数组</a:t>
              </a:r>
              <a:endParaRPr lang="en-US" altLang="zh-CN" sz="20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 indent="0" fontAlgn="auto">
                <a:lnSpc>
                  <a:spcPct val="12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	</a:t>
              </a:r>
              <a:r>
                <a:rPr lang="en-US" altLang="zh-CN" sz="2000" b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files</a:t>
              </a:r>
              <a:r>
                <a:rPr lang="en-US" altLang="zh-CN" sz="200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.forEach(function(file){ </a:t>
              </a:r>
              <a:endParaRPr lang="en-US" altLang="zh-CN" sz="20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 indent="0" fontAlgn="auto">
                <a:lnSpc>
                  <a:spcPct val="12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		console.log(file); </a:t>
              </a:r>
              <a:endParaRPr lang="en-US" altLang="zh-CN" sz="20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2" name="矩形 1"/>
            <p:cNvSpPr/>
            <p:nvPr>
              <p:custDataLst>
                <p:tags r:id="rId4"/>
              </p:custDataLst>
            </p:nvPr>
          </p:nvSpPr>
          <p:spPr>
            <a:xfrm>
              <a:off x="6000" y="2956"/>
              <a:ext cx="12572" cy="6814"/>
            </a:xfrm>
            <a:prstGeom prst="rect">
              <a:avLst/>
            </a:prstGeom>
            <a:noFill/>
            <a:ln>
              <a:solidFill>
                <a:schemeClr val="accent5">
                  <a:lumMod val="50000"/>
                </a:schemeClr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408940" y="4522470"/>
            <a:ext cx="8296910" cy="735965"/>
            <a:chOff x="644" y="7122"/>
            <a:chExt cx="13066" cy="1159"/>
          </a:xfrm>
        </p:grpSpPr>
        <p:sp>
          <p:nvSpPr>
            <p:cNvPr id="29" name="矩形 4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644" y="7122"/>
              <a:ext cx="4759" cy="101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遍历数组，获取每个文件名</a:t>
              </a:r>
              <a:endParaRPr lang="zh-CN" sz="16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33" name="直接连接符 5"/>
            <p:cNvCxnSpPr>
              <a:cxnSpLocks noChangeShapeType="1"/>
            </p:cNvCxnSpPr>
            <p:nvPr>
              <p:custDataLst>
                <p:tags r:id="rId6"/>
              </p:custDataLst>
            </p:nvPr>
          </p:nvCxnSpPr>
          <p:spPr bwMode="auto">
            <a:xfrm flipH="1">
              <a:off x="6000" y="8260"/>
              <a:ext cx="7710" cy="2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4" name="直接连接符 9"/>
            <p:cNvCxnSpPr>
              <a:cxnSpLocks noChangeShapeType="1"/>
            </p:cNvCxnSpPr>
            <p:nvPr>
              <p:custDataLst>
                <p:tags r:id="rId7"/>
              </p:custDataLst>
            </p:nvPr>
          </p:nvCxnSpPr>
          <p:spPr bwMode="auto">
            <a:xfrm flipV="1">
              <a:off x="5898" y="7563"/>
              <a:ext cx="0" cy="718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6" name="直接连接符 76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 flipH="1">
              <a:off x="5478" y="7563"/>
              <a:ext cx="420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2" name="直接连接符 90"/>
            <p:cNvCxnSpPr>
              <a:cxnSpLocks noChangeShapeType="1"/>
            </p:cNvCxnSpPr>
            <p:nvPr>
              <p:custDataLst>
                <p:tags r:id="rId9"/>
              </p:custDataLst>
            </p:nvPr>
          </p:nvCxnSpPr>
          <p:spPr bwMode="auto">
            <a:xfrm>
              <a:off x="5478" y="7122"/>
              <a:ext cx="0" cy="88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3" name="组合 12"/>
          <p:cNvGrpSpPr/>
          <p:nvPr/>
        </p:nvGrpSpPr>
        <p:grpSpPr>
          <a:xfrm>
            <a:off x="408940" y="3037205"/>
            <a:ext cx="9065260" cy="1237615"/>
            <a:chOff x="644" y="4783"/>
            <a:chExt cx="14276" cy="1949"/>
          </a:xfrm>
        </p:grpSpPr>
        <p:sp>
          <p:nvSpPr>
            <p:cNvPr id="38" name="矩形 4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644" y="5340"/>
              <a:ext cx="4759" cy="139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读取</a:t>
              </a:r>
              <a:r>
                <a:rPr lang="zh-CN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出</a:t>
              </a:r>
              <a:r>
                <a:rPr lang="en-US" altLang="zh-CN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img</a:t>
              </a: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文件夹中的所有文件，</a:t>
              </a:r>
              <a:r>
                <a:rPr lang="en-US" altLang="zh-CN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files</a:t>
              </a: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为数组</a:t>
              </a:r>
              <a:endParaRPr lang="zh-CN" altLang="en-US" sz="16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42" name="直接连接符 5"/>
            <p:cNvCxnSpPr>
              <a:cxnSpLocks noChangeShapeType="1"/>
            </p:cNvCxnSpPr>
            <p:nvPr>
              <p:custDataLst>
                <p:tags r:id="rId11"/>
              </p:custDataLst>
            </p:nvPr>
          </p:nvCxnSpPr>
          <p:spPr bwMode="auto">
            <a:xfrm flipH="1">
              <a:off x="5898" y="4783"/>
              <a:ext cx="902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3" name="直接连接符 9"/>
            <p:cNvCxnSpPr>
              <a:cxnSpLocks noChangeShapeType="1"/>
            </p:cNvCxnSpPr>
            <p:nvPr>
              <p:custDataLst>
                <p:tags r:id="rId12"/>
              </p:custDataLst>
            </p:nvPr>
          </p:nvCxnSpPr>
          <p:spPr bwMode="auto">
            <a:xfrm flipV="1">
              <a:off x="5876" y="4783"/>
              <a:ext cx="0" cy="1449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4" name="直接连接符 76"/>
            <p:cNvCxnSpPr>
              <a:cxnSpLocks noChangeShapeType="1"/>
            </p:cNvCxnSpPr>
            <p:nvPr>
              <p:custDataLst>
                <p:tags r:id="rId13"/>
              </p:custDataLst>
            </p:nvPr>
          </p:nvCxnSpPr>
          <p:spPr bwMode="auto">
            <a:xfrm flipH="1">
              <a:off x="5478" y="6232"/>
              <a:ext cx="420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" name="直接连接符 90"/>
            <p:cNvCxnSpPr>
              <a:cxnSpLocks noChangeShapeType="1"/>
            </p:cNvCxnSpPr>
            <p:nvPr>
              <p:custDataLst>
                <p:tags r:id="rId14"/>
              </p:custDataLst>
            </p:nvPr>
          </p:nvCxnSpPr>
          <p:spPr bwMode="auto">
            <a:xfrm>
              <a:off x="5478" y="5792"/>
              <a:ext cx="0" cy="88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" name="组合 10"/>
          <p:cNvGrpSpPr/>
          <p:nvPr/>
        </p:nvGrpSpPr>
        <p:grpSpPr>
          <a:xfrm>
            <a:off x="542925" y="1109345"/>
            <a:ext cx="9765665" cy="610235"/>
            <a:chOff x="855" y="1747"/>
            <a:chExt cx="15379" cy="961"/>
          </a:xfrm>
        </p:grpSpPr>
        <p:sp>
          <p:nvSpPr>
            <p:cNvPr id="97" name="文本框 96"/>
            <p:cNvSpPr txBox="1"/>
            <p:nvPr>
              <p:custDataLst>
                <p:tags r:id="rId15"/>
              </p:custDataLst>
            </p:nvPr>
          </p:nvSpPr>
          <p:spPr>
            <a:xfrm>
              <a:off x="5070" y="1968"/>
              <a:ext cx="11164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删除站点内文件夹 img 中文件扩展名为.gif的文件。</a:t>
              </a:r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" name="TextBox 27"/>
            <p:cNvSpPr txBox="1">
              <a:spLocks noChangeArrowheads="1"/>
            </p:cNvSpPr>
            <p:nvPr/>
          </p:nvSpPr>
          <p:spPr bwMode="auto">
            <a:xfrm>
              <a:off x="2081" y="1980"/>
              <a:ext cx="10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示例</a:t>
              </a:r>
              <a:endPara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" name="矩形 3"/>
            <p:cNvSpPr/>
            <p:nvPr>
              <p:custDataLst>
                <p:tags r:id="rId16"/>
              </p:custDataLst>
            </p:nvPr>
          </p:nvSpPr>
          <p:spPr>
            <a:xfrm>
              <a:off x="884" y="2576"/>
              <a:ext cx="3492" cy="132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AFABA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5" name="矩形 1"/>
            <p:cNvSpPr/>
            <p:nvPr>
              <p:custDataLst>
                <p:tags r:id="rId17"/>
              </p:custDataLst>
            </p:nvPr>
          </p:nvSpPr>
          <p:spPr bwMode="auto">
            <a:xfrm>
              <a:off x="855" y="1747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9" name="TextBox 27"/>
            <p:cNvSpPr txBox="1">
              <a:spLocks noChangeArrowheads="1"/>
            </p:cNvSpPr>
            <p:nvPr/>
          </p:nvSpPr>
          <p:spPr bwMode="auto">
            <a:xfrm>
              <a:off x="1678" y="1774"/>
              <a:ext cx="18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示例代码</a:t>
              </a:r>
              <a:endPara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</p:spTree>
    <p:custDataLst>
      <p:tags r:id="rId18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85130" y="208567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667F6E"/>
              </a:buClr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删除文件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3810000" y="1877060"/>
            <a:ext cx="8224520" cy="4326890"/>
            <a:chOff x="6000" y="2956"/>
            <a:chExt cx="12952" cy="6814"/>
          </a:xfrm>
        </p:grpSpPr>
        <p:sp>
          <p:nvSpPr>
            <p:cNvPr id="66" name="文本框 65"/>
            <p:cNvSpPr txBox="1"/>
            <p:nvPr>
              <p:custDataLst>
                <p:tags r:id="rId3"/>
              </p:custDataLst>
            </p:nvPr>
          </p:nvSpPr>
          <p:spPr>
            <a:xfrm>
              <a:off x="6208" y="3288"/>
              <a:ext cx="12745" cy="59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 marL="0" lvl="1" indent="0" fontAlgn="auto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if(</a:t>
              </a:r>
              <a:r>
                <a:rPr lang="en-US" altLang="zh-CN" sz="2000" b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path.extname(file) == '.gif'</a:t>
              </a:r>
              <a:r>
                <a:rPr lang="en-US" altLang="zh-CN" sz="200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) { // 获取.gif 的文件</a:t>
              </a:r>
              <a:endParaRPr lang="en-US" altLang="zh-CN" sz="20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 indent="0" fontAlgn="auto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fs.unlink(</a:t>
              </a:r>
              <a:r>
                <a:rPr lang="en-US" altLang="zh-CN" sz="2000" b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'img/' + file</a:t>
              </a:r>
              <a:r>
                <a:rPr lang="en-US" altLang="zh-CN" sz="200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, function(err2){ //</a:t>
              </a:r>
              <a:r>
                <a:rPr lang="en-US" altLang="zh-CN" sz="140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删除.gif文件</a:t>
              </a:r>
              <a:endParaRPr lang="en-US" altLang="zh-CN" sz="14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 indent="0" fontAlgn="auto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	if(err2) { </a:t>
              </a:r>
              <a:endParaRPr lang="en-US" altLang="zh-CN" sz="20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 indent="0" fontAlgn="auto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		console.log(err2); </a:t>
              </a:r>
              <a:endParaRPr lang="en-US" altLang="zh-CN" sz="20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 indent="0" fontAlgn="auto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	}else{ </a:t>
              </a:r>
              <a:endParaRPr lang="en-US" altLang="zh-CN" sz="20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 indent="0" fontAlgn="auto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		console.log(file,".gif文件删除成功"); </a:t>
              </a:r>
              <a:endParaRPr lang="en-US" altLang="zh-CN" sz="20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 indent="0" fontAlgn="auto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	} </a:t>
              </a:r>
              <a:endParaRPr lang="en-US" altLang="zh-CN" sz="20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 indent="0" fontAlgn="auto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}); </a:t>
              </a:r>
              <a:endParaRPr lang="en-US" altLang="zh-CN" sz="20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 indent="0" fontAlgn="auto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} </a:t>
              </a:r>
              <a:endParaRPr lang="en-US" altLang="zh-CN" sz="20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 indent="0" fontAlgn="auto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}); </a:t>
              </a:r>
              <a:endParaRPr lang="en-US" altLang="zh-CN" sz="20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 indent="0" fontAlgn="auto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} </a:t>
              </a:r>
              <a:endParaRPr lang="en-US" altLang="zh-CN" sz="20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 indent="0" fontAlgn="auto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});</a:t>
              </a:r>
              <a:endParaRPr lang="en-US" altLang="zh-CN" sz="20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2" name="矩形 1"/>
            <p:cNvSpPr/>
            <p:nvPr>
              <p:custDataLst>
                <p:tags r:id="rId4"/>
              </p:custDataLst>
            </p:nvPr>
          </p:nvSpPr>
          <p:spPr>
            <a:xfrm>
              <a:off x="6000" y="2956"/>
              <a:ext cx="12849" cy="6814"/>
            </a:xfrm>
            <a:prstGeom prst="rect">
              <a:avLst/>
            </a:prstGeom>
            <a:noFill/>
            <a:ln>
              <a:solidFill>
                <a:schemeClr val="accent5">
                  <a:lumMod val="50000"/>
                </a:schemeClr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542925" y="1117600"/>
            <a:ext cx="9765665" cy="610235"/>
            <a:chOff x="855" y="1760"/>
            <a:chExt cx="15379" cy="961"/>
          </a:xfrm>
        </p:grpSpPr>
        <p:sp>
          <p:nvSpPr>
            <p:cNvPr id="5" name="文本框 4"/>
            <p:cNvSpPr txBox="1"/>
            <p:nvPr>
              <p:custDataLst>
                <p:tags r:id="rId5"/>
              </p:custDataLst>
            </p:nvPr>
          </p:nvSpPr>
          <p:spPr>
            <a:xfrm>
              <a:off x="5070" y="1968"/>
              <a:ext cx="11164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删除站点内文件夹 img 中文件扩展名为.gif的文件。</a:t>
              </a:r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3" name="矩形 32"/>
            <p:cNvSpPr/>
            <p:nvPr>
              <p:custDataLst>
                <p:tags r:id="rId6"/>
              </p:custDataLst>
            </p:nvPr>
          </p:nvSpPr>
          <p:spPr>
            <a:xfrm>
              <a:off x="884" y="2589"/>
              <a:ext cx="3492" cy="132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AFABA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" name="矩形 1"/>
            <p:cNvSpPr/>
            <p:nvPr>
              <p:custDataLst>
                <p:tags r:id="rId7"/>
              </p:custDataLst>
            </p:nvPr>
          </p:nvSpPr>
          <p:spPr bwMode="auto">
            <a:xfrm>
              <a:off x="855" y="1760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" name="TextBox 27"/>
            <p:cNvSpPr txBox="1">
              <a:spLocks noChangeArrowheads="1"/>
            </p:cNvSpPr>
            <p:nvPr/>
          </p:nvSpPr>
          <p:spPr bwMode="auto">
            <a:xfrm>
              <a:off x="1678" y="1787"/>
              <a:ext cx="18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示例代码</a:t>
              </a:r>
              <a:endPara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408940" y="2434590"/>
            <a:ext cx="9700895" cy="1610360"/>
            <a:chOff x="644" y="3834"/>
            <a:chExt cx="15277" cy="2536"/>
          </a:xfrm>
        </p:grpSpPr>
        <p:grpSp>
          <p:nvGrpSpPr>
            <p:cNvPr id="10" name="组合 9"/>
            <p:cNvGrpSpPr/>
            <p:nvPr/>
          </p:nvGrpSpPr>
          <p:grpSpPr>
            <a:xfrm>
              <a:off x="644" y="3834"/>
              <a:ext cx="14276" cy="2536"/>
              <a:chOff x="644" y="3834"/>
              <a:chExt cx="14276" cy="2536"/>
            </a:xfrm>
          </p:grpSpPr>
          <p:sp>
            <p:nvSpPr>
              <p:cNvPr id="38" name="矩形 4"/>
              <p:cNvSpPr>
                <a:spLocks noChangeArrowhead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644" y="4346"/>
                <a:ext cx="4759" cy="2024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indent="0" algn="just" eaLnBrk="1" fontAlgn="auto" hangingPunct="1">
                  <a:buFont typeface="Arial" panose="020B0604020202020204" pitchFamily="34" charset="0"/>
                  <a:buNone/>
                </a:pPr>
                <a:r>
                  <a:rPr lang="zh-CN" altLang="en-US" sz="1600" b="1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先判断后缀名，再使用</a:t>
                </a:r>
                <a:r>
                  <a:rPr lang="en-US" altLang="zh-CN" sz="1600" b="1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fs.unlink()</a:t>
                </a:r>
                <a:r>
                  <a:rPr lang="zh-CN" altLang="en-US" sz="1600" b="1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删除后缀为</a:t>
                </a:r>
                <a:r>
                  <a:rPr lang="en-US" altLang="zh-CN" sz="1600" b="1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.gif</a:t>
                </a:r>
                <a:r>
                  <a:rPr lang="zh-CN" altLang="en-US" sz="1600" b="1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的文件</a:t>
                </a:r>
                <a:endPara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  <p:cxnSp>
            <p:nvCxnSpPr>
              <p:cNvPr id="42" name="直接连接符 5"/>
              <p:cNvCxnSpPr>
                <a:cxnSpLocks noChangeShapeType="1"/>
              </p:cNvCxnSpPr>
              <p:nvPr>
                <p:custDataLst>
                  <p:tags r:id="rId9"/>
                </p:custDataLst>
              </p:nvPr>
            </p:nvCxnSpPr>
            <p:spPr bwMode="auto">
              <a:xfrm flipH="1">
                <a:off x="5898" y="4346"/>
                <a:ext cx="9022" cy="0"/>
              </a:xfrm>
              <a:prstGeom prst="line">
                <a:avLst/>
              </a:prstGeom>
              <a:noFill/>
              <a:ln w="28575" algn="ctr">
                <a:solidFill>
                  <a:schemeClr val="accent1"/>
                </a:solidFill>
                <a:prstDash val="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3" name="直接连接符 9"/>
              <p:cNvCxnSpPr>
                <a:cxnSpLocks noChangeShapeType="1"/>
              </p:cNvCxnSpPr>
              <p:nvPr>
                <p:custDataLst>
                  <p:tags r:id="rId10"/>
                </p:custDataLst>
              </p:nvPr>
            </p:nvCxnSpPr>
            <p:spPr bwMode="auto">
              <a:xfrm flipH="1" flipV="1">
                <a:off x="5853" y="3834"/>
                <a:ext cx="23" cy="1961"/>
              </a:xfrm>
              <a:prstGeom prst="line">
                <a:avLst/>
              </a:prstGeom>
              <a:noFill/>
              <a:ln w="28575" algn="ctr">
                <a:solidFill>
                  <a:schemeClr val="accent1"/>
                </a:solidFill>
                <a:prstDash val="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4" name="直接连接符 76"/>
              <p:cNvCxnSpPr>
                <a:cxnSpLocks noChangeShapeType="1"/>
              </p:cNvCxnSpPr>
              <p:nvPr>
                <p:custDataLst>
                  <p:tags r:id="rId11"/>
                </p:custDataLst>
              </p:nvPr>
            </p:nvCxnSpPr>
            <p:spPr bwMode="auto">
              <a:xfrm flipH="1">
                <a:off x="5478" y="5795"/>
                <a:ext cx="420" cy="0"/>
              </a:xfrm>
              <a:prstGeom prst="line">
                <a:avLst/>
              </a:prstGeom>
              <a:noFill/>
              <a:ln w="28575" algn="ctr">
                <a:solidFill>
                  <a:schemeClr val="accent1"/>
                </a:solidFill>
                <a:prstDash val="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" name="直接连接符 90"/>
              <p:cNvCxnSpPr>
                <a:cxnSpLocks noChangeShapeType="1"/>
              </p:cNvCxnSpPr>
              <p:nvPr>
                <p:custDataLst>
                  <p:tags r:id="rId12"/>
                </p:custDataLst>
              </p:nvPr>
            </p:nvCxnSpPr>
            <p:spPr bwMode="auto">
              <a:xfrm>
                <a:off x="5478" y="5355"/>
                <a:ext cx="0" cy="881"/>
              </a:xfrm>
              <a:prstGeom prst="line">
                <a:avLst/>
              </a:prstGeom>
              <a:noFill/>
              <a:ln w="28575" algn="ctr">
                <a:solidFill>
                  <a:schemeClr val="accent1"/>
                </a:solidFill>
                <a:prstDash val="solid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cxnSp>
          <p:nvCxnSpPr>
            <p:cNvPr id="12" name="直接连接符 5"/>
            <p:cNvCxnSpPr>
              <a:cxnSpLocks noChangeShapeType="1"/>
            </p:cNvCxnSpPr>
            <p:nvPr>
              <p:custDataLst>
                <p:tags r:id="rId13"/>
              </p:custDataLst>
            </p:nvPr>
          </p:nvCxnSpPr>
          <p:spPr bwMode="auto">
            <a:xfrm flipH="1" flipV="1">
              <a:off x="5865" y="3858"/>
              <a:ext cx="10056" cy="12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custDataLst>
      <p:tags r:id="rId1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组合 28"/>
          <p:cNvGrpSpPr/>
          <p:nvPr/>
        </p:nvGrpSpPr>
        <p:grpSpPr>
          <a:xfrm>
            <a:off x="5491041" y="1617875"/>
            <a:ext cx="5262477" cy="2031365"/>
            <a:chOff x="3614823" y="2235636"/>
            <a:chExt cx="5262477" cy="2031365"/>
          </a:xfrm>
        </p:grpSpPr>
        <p:sp>
          <p:nvSpPr>
            <p:cNvPr id="11" name="椭圆 10"/>
            <p:cNvSpPr/>
            <p:nvPr/>
          </p:nvSpPr>
          <p:spPr>
            <a:xfrm>
              <a:off x="3614823" y="2266803"/>
              <a:ext cx="630318" cy="630316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94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  <p:sp>
          <p:nvSpPr>
            <p:cNvPr id="12" name="任意多边形 125"/>
            <p:cNvSpPr/>
            <p:nvPr/>
          </p:nvSpPr>
          <p:spPr bwMode="auto">
            <a:xfrm>
              <a:off x="3826868" y="2414372"/>
              <a:ext cx="234577" cy="304271"/>
            </a:xfrm>
            <a:custGeom>
              <a:avLst/>
              <a:gdLst>
                <a:gd name="connsiteX0" fmla="*/ 344255 w 438150"/>
                <a:gd name="connsiteY0" fmla="*/ 320246 h 568325"/>
                <a:gd name="connsiteX1" fmla="*/ 438150 w 438150"/>
                <a:gd name="connsiteY1" fmla="*/ 399092 h 568325"/>
                <a:gd name="connsiteX2" fmla="*/ 438150 w 438150"/>
                <a:gd name="connsiteY2" fmla="*/ 406601 h 568325"/>
                <a:gd name="connsiteX3" fmla="*/ 438150 w 438150"/>
                <a:gd name="connsiteY3" fmla="*/ 545520 h 568325"/>
                <a:gd name="connsiteX4" fmla="*/ 438150 w 438150"/>
                <a:gd name="connsiteY4" fmla="*/ 549275 h 568325"/>
                <a:gd name="connsiteX5" fmla="*/ 284162 w 438150"/>
                <a:gd name="connsiteY5" fmla="*/ 549275 h 568325"/>
                <a:gd name="connsiteX6" fmla="*/ 284162 w 438150"/>
                <a:gd name="connsiteY6" fmla="*/ 545520 h 568325"/>
                <a:gd name="connsiteX7" fmla="*/ 284162 w 438150"/>
                <a:gd name="connsiteY7" fmla="*/ 402847 h 568325"/>
                <a:gd name="connsiteX8" fmla="*/ 344255 w 438150"/>
                <a:gd name="connsiteY8" fmla="*/ 320246 h 568325"/>
                <a:gd name="connsiteX9" fmla="*/ 352879 w 438150"/>
                <a:gd name="connsiteY9" fmla="*/ 200025 h 568325"/>
                <a:gd name="connsiteX10" fmla="*/ 356621 w 438150"/>
                <a:gd name="connsiteY10" fmla="*/ 200025 h 568325"/>
                <a:gd name="connsiteX11" fmla="*/ 367847 w 438150"/>
                <a:gd name="connsiteY11" fmla="*/ 200025 h 568325"/>
                <a:gd name="connsiteX12" fmla="*/ 379072 w 438150"/>
                <a:gd name="connsiteY12" fmla="*/ 203767 h 568325"/>
                <a:gd name="connsiteX13" fmla="*/ 409008 w 438150"/>
                <a:gd name="connsiteY13" fmla="*/ 263638 h 568325"/>
                <a:gd name="connsiteX14" fmla="*/ 360363 w 438150"/>
                <a:gd name="connsiteY14" fmla="*/ 304800 h 568325"/>
                <a:gd name="connsiteX15" fmla="*/ 311717 w 438150"/>
                <a:gd name="connsiteY15" fmla="*/ 263638 h 568325"/>
                <a:gd name="connsiteX16" fmla="*/ 352879 w 438150"/>
                <a:gd name="connsiteY16" fmla="*/ 200025 h 568325"/>
                <a:gd name="connsiteX17" fmla="*/ 100853 w 438150"/>
                <a:gd name="connsiteY17" fmla="*/ 196018 h 568325"/>
                <a:gd name="connsiteX18" fmla="*/ 254000 w 438150"/>
                <a:gd name="connsiteY18" fmla="*/ 320120 h 568325"/>
                <a:gd name="connsiteX19" fmla="*/ 254000 w 438150"/>
                <a:gd name="connsiteY19" fmla="*/ 331402 h 568325"/>
                <a:gd name="connsiteX20" fmla="*/ 254000 w 438150"/>
                <a:gd name="connsiteY20" fmla="*/ 557043 h 568325"/>
                <a:gd name="connsiteX21" fmla="*/ 254000 w 438150"/>
                <a:gd name="connsiteY21" fmla="*/ 568325 h 568325"/>
                <a:gd name="connsiteX22" fmla="*/ 0 w 438150"/>
                <a:gd name="connsiteY22" fmla="*/ 568325 h 568325"/>
                <a:gd name="connsiteX23" fmla="*/ 0 w 438150"/>
                <a:gd name="connsiteY23" fmla="*/ 560804 h 568325"/>
                <a:gd name="connsiteX24" fmla="*/ 0 w 438150"/>
                <a:gd name="connsiteY24" fmla="*/ 327642 h 568325"/>
                <a:gd name="connsiteX25" fmla="*/ 100853 w 438150"/>
                <a:gd name="connsiteY25" fmla="*/ 196018 h 568325"/>
                <a:gd name="connsiteX26" fmla="*/ 112091 w 438150"/>
                <a:gd name="connsiteY26" fmla="*/ 0 h 568325"/>
                <a:gd name="connsiteX27" fmla="*/ 115818 w 438150"/>
                <a:gd name="connsiteY27" fmla="*/ 0 h 568325"/>
                <a:gd name="connsiteX28" fmla="*/ 138181 w 438150"/>
                <a:gd name="connsiteY28" fmla="*/ 0 h 568325"/>
                <a:gd name="connsiteX29" fmla="*/ 153090 w 438150"/>
                <a:gd name="connsiteY29" fmla="*/ 3762 h 568325"/>
                <a:gd name="connsiteX30" fmla="*/ 205271 w 438150"/>
                <a:gd name="connsiteY30" fmla="*/ 101566 h 568325"/>
                <a:gd name="connsiteX31" fmla="*/ 127000 w 438150"/>
                <a:gd name="connsiteY31" fmla="*/ 169276 h 568325"/>
                <a:gd name="connsiteX32" fmla="*/ 48729 w 438150"/>
                <a:gd name="connsiteY32" fmla="*/ 101566 h 568325"/>
                <a:gd name="connsiteX33" fmla="*/ 112091 w 438150"/>
                <a:gd name="connsiteY33" fmla="*/ 0 h 568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38150" h="568325">
                  <a:moveTo>
                    <a:pt x="344255" y="320246"/>
                  </a:moveTo>
                  <a:cubicBezTo>
                    <a:pt x="393080" y="312737"/>
                    <a:pt x="434394" y="346528"/>
                    <a:pt x="438150" y="399092"/>
                  </a:cubicBezTo>
                  <a:cubicBezTo>
                    <a:pt x="438150" y="399092"/>
                    <a:pt x="438150" y="402847"/>
                    <a:pt x="438150" y="406601"/>
                  </a:cubicBezTo>
                  <a:cubicBezTo>
                    <a:pt x="438150" y="451656"/>
                    <a:pt x="438150" y="496711"/>
                    <a:pt x="438150" y="545520"/>
                  </a:cubicBezTo>
                  <a:cubicBezTo>
                    <a:pt x="438150" y="545520"/>
                    <a:pt x="438150" y="545520"/>
                    <a:pt x="438150" y="549275"/>
                  </a:cubicBezTo>
                  <a:cubicBezTo>
                    <a:pt x="438150" y="549275"/>
                    <a:pt x="438150" y="549275"/>
                    <a:pt x="284162" y="549275"/>
                  </a:cubicBezTo>
                  <a:cubicBezTo>
                    <a:pt x="284162" y="549275"/>
                    <a:pt x="284162" y="545520"/>
                    <a:pt x="284162" y="545520"/>
                  </a:cubicBezTo>
                  <a:cubicBezTo>
                    <a:pt x="284162" y="496711"/>
                    <a:pt x="284162" y="451656"/>
                    <a:pt x="284162" y="402847"/>
                  </a:cubicBezTo>
                  <a:cubicBezTo>
                    <a:pt x="284162" y="361546"/>
                    <a:pt x="310453" y="327755"/>
                    <a:pt x="344255" y="320246"/>
                  </a:cubicBezTo>
                  <a:close/>
                  <a:moveTo>
                    <a:pt x="352879" y="200025"/>
                  </a:moveTo>
                  <a:cubicBezTo>
                    <a:pt x="352879" y="200025"/>
                    <a:pt x="352879" y="200025"/>
                    <a:pt x="356621" y="200025"/>
                  </a:cubicBezTo>
                  <a:cubicBezTo>
                    <a:pt x="356621" y="200025"/>
                    <a:pt x="356621" y="200025"/>
                    <a:pt x="367847" y="200025"/>
                  </a:cubicBezTo>
                  <a:cubicBezTo>
                    <a:pt x="371589" y="200025"/>
                    <a:pt x="375330" y="203767"/>
                    <a:pt x="379072" y="203767"/>
                  </a:cubicBezTo>
                  <a:cubicBezTo>
                    <a:pt x="401524" y="211251"/>
                    <a:pt x="412750" y="237445"/>
                    <a:pt x="409008" y="263638"/>
                  </a:cubicBezTo>
                  <a:cubicBezTo>
                    <a:pt x="405266" y="286090"/>
                    <a:pt x="386556" y="304800"/>
                    <a:pt x="360363" y="304800"/>
                  </a:cubicBezTo>
                  <a:cubicBezTo>
                    <a:pt x="337911" y="304800"/>
                    <a:pt x="319201" y="286090"/>
                    <a:pt x="311717" y="263638"/>
                  </a:cubicBezTo>
                  <a:cubicBezTo>
                    <a:pt x="307975" y="233703"/>
                    <a:pt x="326685" y="207509"/>
                    <a:pt x="352879" y="200025"/>
                  </a:cubicBezTo>
                  <a:close/>
                  <a:moveTo>
                    <a:pt x="100853" y="196018"/>
                  </a:moveTo>
                  <a:cubicBezTo>
                    <a:pt x="175559" y="180975"/>
                    <a:pt x="246529" y="241146"/>
                    <a:pt x="254000" y="320120"/>
                  </a:cubicBezTo>
                  <a:cubicBezTo>
                    <a:pt x="254000" y="323881"/>
                    <a:pt x="254000" y="327642"/>
                    <a:pt x="254000" y="331402"/>
                  </a:cubicBezTo>
                  <a:cubicBezTo>
                    <a:pt x="254000" y="406616"/>
                    <a:pt x="254000" y="481829"/>
                    <a:pt x="254000" y="557043"/>
                  </a:cubicBezTo>
                  <a:cubicBezTo>
                    <a:pt x="254000" y="557043"/>
                    <a:pt x="254000" y="557043"/>
                    <a:pt x="254000" y="568325"/>
                  </a:cubicBezTo>
                  <a:cubicBezTo>
                    <a:pt x="254000" y="568325"/>
                    <a:pt x="254000" y="568325"/>
                    <a:pt x="0" y="568325"/>
                  </a:cubicBezTo>
                  <a:cubicBezTo>
                    <a:pt x="0" y="564564"/>
                    <a:pt x="0" y="564564"/>
                    <a:pt x="0" y="560804"/>
                  </a:cubicBezTo>
                  <a:cubicBezTo>
                    <a:pt x="0" y="485590"/>
                    <a:pt x="0" y="406616"/>
                    <a:pt x="0" y="327642"/>
                  </a:cubicBezTo>
                  <a:cubicBezTo>
                    <a:pt x="0" y="263710"/>
                    <a:pt x="44823" y="211060"/>
                    <a:pt x="100853" y="196018"/>
                  </a:cubicBezTo>
                  <a:close/>
                  <a:moveTo>
                    <a:pt x="112091" y="0"/>
                  </a:moveTo>
                  <a:cubicBezTo>
                    <a:pt x="115818" y="0"/>
                    <a:pt x="115818" y="0"/>
                    <a:pt x="115818" y="0"/>
                  </a:cubicBezTo>
                  <a:cubicBezTo>
                    <a:pt x="115818" y="0"/>
                    <a:pt x="115818" y="0"/>
                    <a:pt x="138181" y="0"/>
                  </a:cubicBezTo>
                  <a:cubicBezTo>
                    <a:pt x="141909" y="0"/>
                    <a:pt x="149363" y="3762"/>
                    <a:pt x="153090" y="3762"/>
                  </a:cubicBezTo>
                  <a:cubicBezTo>
                    <a:pt x="190362" y="18808"/>
                    <a:pt x="212725" y="60187"/>
                    <a:pt x="205271" y="101566"/>
                  </a:cubicBezTo>
                  <a:cubicBezTo>
                    <a:pt x="197816" y="139183"/>
                    <a:pt x="164272" y="169276"/>
                    <a:pt x="127000" y="169276"/>
                  </a:cubicBezTo>
                  <a:cubicBezTo>
                    <a:pt x="89728" y="173038"/>
                    <a:pt x="56184" y="142944"/>
                    <a:pt x="48729" y="101566"/>
                  </a:cubicBezTo>
                  <a:cubicBezTo>
                    <a:pt x="41275" y="52664"/>
                    <a:pt x="71092" y="7523"/>
                    <a:pt x="11209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83999" tIns="41999" rIns="83999" bIns="41999" numCol="1" anchor="t" anchorCtr="0" compatLnSpc="1">
              <a:noAutofit/>
            </a:bodyPr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2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  <p:sp>
          <p:nvSpPr>
            <p:cNvPr id="19" name="TextBox 14"/>
            <p:cNvSpPr txBox="1"/>
            <p:nvPr/>
          </p:nvSpPr>
          <p:spPr>
            <a:xfrm>
              <a:off x="4757975" y="2235636"/>
              <a:ext cx="4119325" cy="203136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p>
              <a:pPr>
                <a:lnSpc>
                  <a:spcPct val="150000"/>
                </a:lnSpc>
                <a:defRPr/>
              </a:pPr>
              <a:r>
                <a:rPr kumimoji="0" 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rPr>
                <a:t>读取目录</a:t>
              </a:r>
              <a:endParaRPr kumimoji="0" 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  <a:defRPr/>
              </a:pPr>
              <a:r>
                <a:rPr kumimoji="0" lang="en-US" altLang="zh-CN" sz="200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rPr>
                <a:t>fs.readDir()</a:t>
              </a:r>
              <a:endPara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  <a:defRPr/>
              </a:pPr>
              <a:endPara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5491676" y="3582565"/>
            <a:ext cx="5262477" cy="2031365"/>
            <a:chOff x="3614823" y="2235636"/>
            <a:chExt cx="5262477" cy="2031365"/>
          </a:xfrm>
        </p:grpSpPr>
        <p:sp>
          <p:nvSpPr>
            <p:cNvPr id="3" name="椭圆 2"/>
            <p:cNvSpPr/>
            <p:nvPr/>
          </p:nvSpPr>
          <p:spPr>
            <a:xfrm>
              <a:off x="3614823" y="2266803"/>
              <a:ext cx="630318" cy="63031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94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  <p:sp>
          <p:nvSpPr>
            <p:cNvPr id="4" name="任意多边形 125"/>
            <p:cNvSpPr/>
            <p:nvPr/>
          </p:nvSpPr>
          <p:spPr bwMode="auto">
            <a:xfrm>
              <a:off x="3826868" y="2414372"/>
              <a:ext cx="234577" cy="304271"/>
            </a:xfrm>
            <a:custGeom>
              <a:avLst/>
              <a:gdLst>
                <a:gd name="connsiteX0" fmla="*/ 344255 w 438150"/>
                <a:gd name="connsiteY0" fmla="*/ 320246 h 568325"/>
                <a:gd name="connsiteX1" fmla="*/ 438150 w 438150"/>
                <a:gd name="connsiteY1" fmla="*/ 399092 h 568325"/>
                <a:gd name="connsiteX2" fmla="*/ 438150 w 438150"/>
                <a:gd name="connsiteY2" fmla="*/ 406601 h 568325"/>
                <a:gd name="connsiteX3" fmla="*/ 438150 w 438150"/>
                <a:gd name="connsiteY3" fmla="*/ 545520 h 568325"/>
                <a:gd name="connsiteX4" fmla="*/ 438150 w 438150"/>
                <a:gd name="connsiteY4" fmla="*/ 549275 h 568325"/>
                <a:gd name="connsiteX5" fmla="*/ 284162 w 438150"/>
                <a:gd name="connsiteY5" fmla="*/ 549275 h 568325"/>
                <a:gd name="connsiteX6" fmla="*/ 284162 w 438150"/>
                <a:gd name="connsiteY6" fmla="*/ 545520 h 568325"/>
                <a:gd name="connsiteX7" fmla="*/ 284162 w 438150"/>
                <a:gd name="connsiteY7" fmla="*/ 402847 h 568325"/>
                <a:gd name="connsiteX8" fmla="*/ 344255 w 438150"/>
                <a:gd name="connsiteY8" fmla="*/ 320246 h 568325"/>
                <a:gd name="connsiteX9" fmla="*/ 352879 w 438150"/>
                <a:gd name="connsiteY9" fmla="*/ 200025 h 568325"/>
                <a:gd name="connsiteX10" fmla="*/ 356621 w 438150"/>
                <a:gd name="connsiteY10" fmla="*/ 200025 h 568325"/>
                <a:gd name="connsiteX11" fmla="*/ 367847 w 438150"/>
                <a:gd name="connsiteY11" fmla="*/ 200025 h 568325"/>
                <a:gd name="connsiteX12" fmla="*/ 379072 w 438150"/>
                <a:gd name="connsiteY12" fmla="*/ 203767 h 568325"/>
                <a:gd name="connsiteX13" fmla="*/ 409008 w 438150"/>
                <a:gd name="connsiteY13" fmla="*/ 263638 h 568325"/>
                <a:gd name="connsiteX14" fmla="*/ 360363 w 438150"/>
                <a:gd name="connsiteY14" fmla="*/ 304800 h 568325"/>
                <a:gd name="connsiteX15" fmla="*/ 311717 w 438150"/>
                <a:gd name="connsiteY15" fmla="*/ 263638 h 568325"/>
                <a:gd name="connsiteX16" fmla="*/ 352879 w 438150"/>
                <a:gd name="connsiteY16" fmla="*/ 200025 h 568325"/>
                <a:gd name="connsiteX17" fmla="*/ 100853 w 438150"/>
                <a:gd name="connsiteY17" fmla="*/ 196018 h 568325"/>
                <a:gd name="connsiteX18" fmla="*/ 254000 w 438150"/>
                <a:gd name="connsiteY18" fmla="*/ 320120 h 568325"/>
                <a:gd name="connsiteX19" fmla="*/ 254000 w 438150"/>
                <a:gd name="connsiteY19" fmla="*/ 331402 h 568325"/>
                <a:gd name="connsiteX20" fmla="*/ 254000 w 438150"/>
                <a:gd name="connsiteY20" fmla="*/ 557043 h 568325"/>
                <a:gd name="connsiteX21" fmla="*/ 254000 w 438150"/>
                <a:gd name="connsiteY21" fmla="*/ 568325 h 568325"/>
                <a:gd name="connsiteX22" fmla="*/ 0 w 438150"/>
                <a:gd name="connsiteY22" fmla="*/ 568325 h 568325"/>
                <a:gd name="connsiteX23" fmla="*/ 0 w 438150"/>
                <a:gd name="connsiteY23" fmla="*/ 560804 h 568325"/>
                <a:gd name="connsiteX24" fmla="*/ 0 w 438150"/>
                <a:gd name="connsiteY24" fmla="*/ 327642 h 568325"/>
                <a:gd name="connsiteX25" fmla="*/ 100853 w 438150"/>
                <a:gd name="connsiteY25" fmla="*/ 196018 h 568325"/>
                <a:gd name="connsiteX26" fmla="*/ 112091 w 438150"/>
                <a:gd name="connsiteY26" fmla="*/ 0 h 568325"/>
                <a:gd name="connsiteX27" fmla="*/ 115818 w 438150"/>
                <a:gd name="connsiteY27" fmla="*/ 0 h 568325"/>
                <a:gd name="connsiteX28" fmla="*/ 138181 w 438150"/>
                <a:gd name="connsiteY28" fmla="*/ 0 h 568325"/>
                <a:gd name="connsiteX29" fmla="*/ 153090 w 438150"/>
                <a:gd name="connsiteY29" fmla="*/ 3762 h 568325"/>
                <a:gd name="connsiteX30" fmla="*/ 205271 w 438150"/>
                <a:gd name="connsiteY30" fmla="*/ 101566 h 568325"/>
                <a:gd name="connsiteX31" fmla="*/ 127000 w 438150"/>
                <a:gd name="connsiteY31" fmla="*/ 169276 h 568325"/>
                <a:gd name="connsiteX32" fmla="*/ 48729 w 438150"/>
                <a:gd name="connsiteY32" fmla="*/ 101566 h 568325"/>
                <a:gd name="connsiteX33" fmla="*/ 112091 w 438150"/>
                <a:gd name="connsiteY33" fmla="*/ 0 h 568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38150" h="568325">
                  <a:moveTo>
                    <a:pt x="344255" y="320246"/>
                  </a:moveTo>
                  <a:cubicBezTo>
                    <a:pt x="393080" y="312737"/>
                    <a:pt x="434394" y="346528"/>
                    <a:pt x="438150" y="399092"/>
                  </a:cubicBezTo>
                  <a:cubicBezTo>
                    <a:pt x="438150" y="399092"/>
                    <a:pt x="438150" y="402847"/>
                    <a:pt x="438150" y="406601"/>
                  </a:cubicBezTo>
                  <a:cubicBezTo>
                    <a:pt x="438150" y="451656"/>
                    <a:pt x="438150" y="496711"/>
                    <a:pt x="438150" y="545520"/>
                  </a:cubicBezTo>
                  <a:cubicBezTo>
                    <a:pt x="438150" y="545520"/>
                    <a:pt x="438150" y="545520"/>
                    <a:pt x="438150" y="549275"/>
                  </a:cubicBezTo>
                  <a:cubicBezTo>
                    <a:pt x="438150" y="549275"/>
                    <a:pt x="438150" y="549275"/>
                    <a:pt x="284162" y="549275"/>
                  </a:cubicBezTo>
                  <a:cubicBezTo>
                    <a:pt x="284162" y="549275"/>
                    <a:pt x="284162" y="545520"/>
                    <a:pt x="284162" y="545520"/>
                  </a:cubicBezTo>
                  <a:cubicBezTo>
                    <a:pt x="284162" y="496711"/>
                    <a:pt x="284162" y="451656"/>
                    <a:pt x="284162" y="402847"/>
                  </a:cubicBezTo>
                  <a:cubicBezTo>
                    <a:pt x="284162" y="361546"/>
                    <a:pt x="310453" y="327755"/>
                    <a:pt x="344255" y="320246"/>
                  </a:cubicBezTo>
                  <a:close/>
                  <a:moveTo>
                    <a:pt x="352879" y="200025"/>
                  </a:moveTo>
                  <a:cubicBezTo>
                    <a:pt x="352879" y="200025"/>
                    <a:pt x="352879" y="200025"/>
                    <a:pt x="356621" y="200025"/>
                  </a:cubicBezTo>
                  <a:cubicBezTo>
                    <a:pt x="356621" y="200025"/>
                    <a:pt x="356621" y="200025"/>
                    <a:pt x="367847" y="200025"/>
                  </a:cubicBezTo>
                  <a:cubicBezTo>
                    <a:pt x="371589" y="200025"/>
                    <a:pt x="375330" y="203767"/>
                    <a:pt x="379072" y="203767"/>
                  </a:cubicBezTo>
                  <a:cubicBezTo>
                    <a:pt x="401524" y="211251"/>
                    <a:pt x="412750" y="237445"/>
                    <a:pt x="409008" y="263638"/>
                  </a:cubicBezTo>
                  <a:cubicBezTo>
                    <a:pt x="405266" y="286090"/>
                    <a:pt x="386556" y="304800"/>
                    <a:pt x="360363" y="304800"/>
                  </a:cubicBezTo>
                  <a:cubicBezTo>
                    <a:pt x="337911" y="304800"/>
                    <a:pt x="319201" y="286090"/>
                    <a:pt x="311717" y="263638"/>
                  </a:cubicBezTo>
                  <a:cubicBezTo>
                    <a:pt x="307975" y="233703"/>
                    <a:pt x="326685" y="207509"/>
                    <a:pt x="352879" y="200025"/>
                  </a:cubicBezTo>
                  <a:close/>
                  <a:moveTo>
                    <a:pt x="100853" y="196018"/>
                  </a:moveTo>
                  <a:cubicBezTo>
                    <a:pt x="175559" y="180975"/>
                    <a:pt x="246529" y="241146"/>
                    <a:pt x="254000" y="320120"/>
                  </a:cubicBezTo>
                  <a:cubicBezTo>
                    <a:pt x="254000" y="323881"/>
                    <a:pt x="254000" y="327642"/>
                    <a:pt x="254000" y="331402"/>
                  </a:cubicBezTo>
                  <a:cubicBezTo>
                    <a:pt x="254000" y="406616"/>
                    <a:pt x="254000" y="481829"/>
                    <a:pt x="254000" y="557043"/>
                  </a:cubicBezTo>
                  <a:cubicBezTo>
                    <a:pt x="254000" y="557043"/>
                    <a:pt x="254000" y="557043"/>
                    <a:pt x="254000" y="568325"/>
                  </a:cubicBezTo>
                  <a:cubicBezTo>
                    <a:pt x="254000" y="568325"/>
                    <a:pt x="254000" y="568325"/>
                    <a:pt x="0" y="568325"/>
                  </a:cubicBezTo>
                  <a:cubicBezTo>
                    <a:pt x="0" y="564564"/>
                    <a:pt x="0" y="564564"/>
                    <a:pt x="0" y="560804"/>
                  </a:cubicBezTo>
                  <a:cubicBezTo>
                    <a:pt x="0" y="485590"/>
                    <a:pt x="0" y="406616"/>
                    <a:pt x="0" y="327642"/>
                  </a:cubicBezTo>
                  <a:cubicBezTo>
                    <a:pt x="0" y="263710"/>
                    <a:pt x="44823" y="211060"/>
                    <a:pt x="100853" y="196018"/>
                  </a:cubicBezTo>
                  <a:close/>
                  <a:moveTo>
                    <a:pt x="112091" y="0"/>
                  </a:moveTo>
                  <a:cubicBezTo>
                    <a:pt x="115818" y="0"/>
                    <a:pt x="115818" y="0"/>
                    <a:pt x="115818" y="0"/>
                  </a:cubicBezTo>
                  <a:cubicBezTo>
                    <a:pt x="115818" y="0"/>
                    <a:pt x="115818" y="0"/>
                    <a:pt x="138181" y="0"/>
                  </a:cubicBezTo>
                  <a:cubicBezTo>
                    <a:pt x="141909" y="0"/>
                    <a:pt x="149363" y="3762"/>
                    <a:pt x="153090" y="3762"/>
                  </a:cubicBezTo>
                  <a:cubicBezTo>
                    <a:pt x="190362" y="18808"/>
                    <a:pt x="212725" y="60187"/>
                    <a:pt x="205271" y="101566"/>
                  </a:cubicBezTo>
                  <a:cubicBezTo>
                    <a:pt x="197816" y="139183"/>
                    <a:pt x="164272" y="169276"/>
                    <a:pt x="127000" y="169276"/>
                  </a:cubicBezTo>
                  <a:cubicBezTo>
                    <a:pt x="89728" y="173038"/>
                    <a:pt x="56184" y="142944"/>
                    <a:pt x="48729" y="101566"/>
                  </a:cubicBezTo>
                  <a:cubicBezTo>
                    <a:pt x="41275" y="52664"/>
                    <a:pt x="71092" y="7523"/>
                    <a:pt x="11209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83999" tIns="41999" rIns="83999" bIns="41999" numCol="1" anchor="t" anchorCtr="0" compatLnSpc="1">
              <a:noAutofit/>
            </a:bodyPr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2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  <p:sp>
          <p:nvSpPr>
            <p:cNvPr id="5" name="TextBox 14"/>
            <p:cNvSpPr txBox="1"/>
            <p:nvPr/>
          </p:nvSpPr>
          <p:spPr>
            <a:xfrm>
              <a:off x="4757975" y="2235636"/>
              <a:ext cx="4119325" cy="203136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rPr>
                <a:t>删除文件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  <a:p>
              <a:pPr marL="0" marR="0" lvl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sz="200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rPr>
                <a:t>fs.unlink</a:t>
              </a:r>
              <a:endPara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  <a:defRPr/>
              </a:pPr>
              <a:endPara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</p:grpSp>
      <p:sp>
        <p:nvSpPr>
          <p:cNvPr id="27" name="任意多边形 125"/>
          <p:cNvSpPr/>
          <p:nvPr>
            <p:custDataLst>
              <p:tags r:id="rId1"/>
            </p:custDataLst>
          </p:nvPr>
        </p:nvSpPr>
        <p:spPr bwMode="auto">
          <a:xfrm>
            <a:off x="5490845" y="2740660"/>
            <a:ext cx="234315" cy="304165"/>
          </a:xfrm>
          <a:custGeom>
            <a:avLst/>
            <a:gdLst>
              <a:gd name="connsiteX0" fmla="*/ 344255 w 438150"/>
              <a:gd name="connsiteY0" fmla="*/ 320246 h 568325"/>
              <a:gd name="connsiteX1" fmla="*/ 438150 w 438150"/>
              <a:gd name="connsiteY1" fmla="*/ 399092 h 568325"/>
              <a:gd name="connsiteX2" fmla="*/ 438150 w 438150"/>
              <a:gd name="connsiteY2" fmla="*/ 406601 h 568325"/>
              <a:gd name="connsiteX3" fmla="*/ 438150 w 438150"/>
              <a:gd name="connsiteY3" fmla="*/ 545520 h 568325"/>
              <a:gd name="connsiteX4" fmla="*/ 438150 w 438150"/>
              <a:gd name="connsiteY4" fmla="*/ 549275 h 568325"/>
              <a:gd name="connsiteX5" fmla="*/ 284162 w 438150"/>
              <a:gd name="connsiteY5" fmla="*/ 549275 h 568325"/>
              <a:gd name="connsiteX6" fmla="*/ 284162 w 438150"/>
              <a:gd name="connsiteY6" fmla="*/ 545520 h 568325"/>
              <a:gd name="connsiteX7" fmla="*/ 284162 w 438150"/>
              <a:gd name="connsiteY7" fmla="*/ 402847 h 568325"/>
              <a:gd name="connsiteX8" fmla="*/ 344255 w 438150"/>
              <a:gd name="connsiteY8" fmla="*/ 320246 h 568325"/>
              <a:gd name="connsiteX9" fmla="*/ 352879 w 438150"/>
              <a:gd name="connsiteY9" fmla="*/ 200025 h 568325"/>
              <a:gd name="connsiteX10" fmla="*/ 356621 w 438150"/>
              <a:gd name="connsiteY10" fmla="*/ 200025 h 568325"/>
              <a:gd name="connsiteX11" fmla="*/ 367847 w 438150"/>
              <a:gd name="connsiteY11" fmla="*/ 200025 h 568325"/>
              <a:gd name="connsiteX12" fmla="*/ 379072 w 438150"/>
              <a:gd name="connsiteY12" fmla="*/ 203767 h 568325"/>
              <a:gd name="connsiteX13" fmla="*/ 409008 w 438150"/>
              <a:gd name="connsiteY13" fmla="*/ 263638 h 568325"/>
              <a:gd name="connsiteX14" fmla="*/ 360363 w 438150"/>
              <a:gd name="connsiteY14" fmla="*/ 304800 h 568325"/>
              <a:gd name="connsiteX15" fmla="*/ 311717 w 438150"/>
              <a:gd name="connsiteY15" fmla="*/ 263638 h 568325"/>
              <a:gd name="connsiteX16" fmla="*/ 352879 w 438150"/>
              <a:gd name="connsiteY16" fmla="*/ 200025 h 568325"/>
              <a:gd name="connsiteX17" fmla="*/ 100853 w 438150"/>
              <a:gd name="connsiteY17" fmla="*/ 196018 h 568325"/>
              <a:gd name="connsiteX18" fmla="*/ 254000 w 438150"/>
              <a:gd name="connsiteY18" fmla="*/ 320120 h 568325"/>
              <a:gd name="connsiteX19" fmla="*/ 254000 w 438150"/>
              <a:gd name="connsiteY19" fmla="*/ 331402 h 568325"/>
              <a:gd name="connsiteX20" fmla="*/ 254000 w 438150"/>
              <a:gd name="connsiteY20" fmla="*/ 557043 h 568325"/>
              <a:gd name="connsiteX21" fmla="*/ 254000 w 438150"/>
              <a:gd name="connsiteY21" fmla="*/ 568325 h 568325"/>
              <a:gd name="connsiteX22" fmla="*/ 0 w 438150"/>
              <a:gd name="connsiteY22" fmla="*/ 568325 h 568325"/>
              <a:gd name="connsiteX23" fmla="*/ 0 w 438150"/>
              <a:gd name="connsiteY23" fmla="*/ 560804 h 568325"/>
              <a:gd name="connsiteX24" fmla="*/ 0 w 438150"/>
              <a:gd name="connsiteY24" fmla="*/ 327642 h 568325"/>
              <a:gd name="connsiteX25" fmla="*/ 100853 w 438150"/>
              <a:gd name="connsiteY25" fmla="*/ 196018 h 568325"/>
              <a:gd name="connsiteX26" fmla="*/ 112091 w 438150"/>
              <a:gd name="connsiteY26" fmla="*/ 0 h 568325"/>
              <a:gd name="connsiteX27" fmla="*/ 115818 w 438150"/>
              <a:gd name="connsiteY27" fmla="*/ 0 h 568325"/>
              <a:gd name="connsiteX28" fmla="*/ 138181 w 438150"/>
              <a:gd name="connsiteY28" fmla="*/ 0 h 568325"/>
              <a:gd name="connsiteX29" fmla="*/ 153090 w 438150"/>
              <a:gd name="connsiteY29" fmla="*/ 3762 h 568325"/>
              <a:gd name="connsiteX30" fmla="*/ 205271 w 438150"/>
              <a:gd name="connsiteY30" fmla="*/ 101566 h 568325"/>
              <a:gd name="connsiteX31" fmla="*/ 127000 w 438150"/>
              <a:gd name="connsiteY31" fmla="*/ 169276 h 568325"/>
              <a:gd name="connsiteX32" fmla="*/ 48729 w 438150"/>
              <a:gd name="connsiteY32" fmla="*/ 101566 h 568325"/>
              <a:gd name="connsiteX33" fmla="*/ 112091 w 438150"/>
              <a:gd name="connsiteY33" fmla="*/ 0 h 568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438150" h="568325">
                <a:moveTo>
                  <a:pt x="344255" y="320246"/>
                </a:moveTo>
                <a:cubicBezTo>
                  <a:pt x="393080" y="312737"/>
                  <a:pt x="434394" y="346528"/>
                  <a:pt x="438150" y="399092"/>
                </a:cubicBezTo>
                <a:cubicBezTo>
                  <a:pt x="438150" y="399092"/>
                  <a:pt x="438150" y="402847"/>
                  <a:pt x="438150" y="406601"/>
                </a:cubicBezTo>
                <a:cubicBezTo>
                  <a:pt x="438150" y="451656"/>
                  <a:pt x="438150" y="496711"/>
                  <a:pt x="438150" y="545520"/>
                </a:cubicBezTo>
                <a:cubicBezTo>
                  <a:pt x="438150" y="545520"/>
                  <a:pt x="438150" y="545520"/>
                  <a:pt x="438150" y="549275"/>
                </a:cubicBezTo>
                <a:cubicBezTo>
                  <a:pt x="438150" y="549275"/>
                  <a:pt x="438150" y="549275"/>
                  <a:pt x="284162" y="549275"/>
                </a:cubicBezTo>
                <a:cubicBezTo>
                  <a:pt x="284162" y="549275"/>
                  <a:pt x="284162" y="545520"/>
                  <a:pt x="284162" y="545520"/>
                </a:cubicBezTo>
                <a:cubicBezTo>
                  <a:pt x="284162" y="496711"/>
                  <a:pt x="284162" y="451656"/>
                  <a:pt x="284162" y="402847"/>
                </a:cubicBezTo>
                <a:cubicBezTo>
                  <a:pt x="284162" y="361546"/>
                  <a:pt x="310453" y="327755"/>
                  <a:pt x="344255" y="320246"/>
                </a:cubicBezTo>
                <a:close/>
                <a:moveTo>
                  <a:pt x="352879" y="200025"/>
                </a:moveTo>
                <a:cubicBezTo>
                  <a:pt x="352879" y="200025"/>
                  <a:pt x="352879" y="200025"/>
                  <a:pt x="356621" y="200025"/>
                </a:cubicBezTo>
                <a:cubicBezTo>
                  <a:pt x="356621" y="200025"/>
                  <a:pt x="356621" y="200025"/>
                  <a:pt x="367847" y="200025"/>
                </a:cubicBezTo>
                <a:cubicBezTo>
                  <a:pt x="371589" y="200025"/>
                  <a:pt x="375330" y="203767"/>
                  <a:pt x="379072" y="203767"/>
                </a:cubicBezTo>
                <a:cubicBezTo>
                  <a:pt x="401524" y="211251"/>
                  <a:pt x="412750" y="237445"/>
                  <a:pt x="409008" y="263638"/>
                </a:cubicBezTo>
                <a:cubicBezTo>
                  <a:pt x="405266" y="286090"/>
                  <a:pt x="386556" y="304800"/>
                  <a:pt x="360363" y="304800"/>
                </a:cubicBezTo>
                <a:cubicBezTo>
                  <a:pt x="337911" y="304800"/>
                  <a:pt x="319201" y="286090"/>
                  <a:pt x="311717" y="263638"/>
                </a:cubicBezTo>
                <a:cubicBezTo>
                  <a:pt x="307975" y="233703"/>
                  <a:pt x="326685" y="207509"/>
                  <a:pt x="352879" y="200025"/>
                </a:cubicBezTo>
                <a:close/>
                <a:moveTo>
                  <a:pt x="100853" y="196018"/>
                </a:moveTo>
                <a:cubicBezTo>
                  <a:pt x="175559" y="180975"/>
                  <a:pt x="246529" y="241146"/>
                  <a:pt x="254000" y="320120"/>
                </a:cubicBezTo>
                <a:cubicBezTo>
                  <a:pt x="254000" y="323881"/>
                  <a:pt x="254000" y="327642"/>
                  <a:pt x="254000" y="331402"/>
                </a:cubicBezTo>
                <a:cubicBezTo>
                  <a:pt x="254000" y="406616"/>
                  <a:pt x="254000" y="481829"/>
                  <a:pt x="254000" y="557043"/>
                </a:cubicBezTo>
                <a:cubicBezTo>
                  <a:pt x="254000" y="557043"/>
                  <a:pt x="254000" y="557043"/>
                  <a:pt x="254000" y="568325"/>
                </a:cubicBezTo>
                <a:cubicBezTo>
                  <a:pt x="254000" y="568325"/>
                  <a:pt x="254000" y="568325"/>
                  <a:pt x="0" y="568325"/>
                </a:cubicBezTo>
                <a:cubicBezTo>
                  <a:pt x="0" y="564564"/>
                  <a:pt x="0" y="564564"/>
                  <a:pt x="0" y="560804"/>
                </a:cubicBezTo>
                <a:cubicBezTo>
                  <a:pt x="0" y="485590"/>
                  <a:pt x="0" y="406616"/>
                  <a:pt x="0" y="327642"/>
                </a:cubicBezTo>
                <a:cubicBezTo>
                  <a:pt x="0" y="263710"/>
                  <a:pt x="44823" y="211060"/>
                  <a:pt x="100853" y="196018"/>
                </a:cubicBezTo>
                <a:close/>
                <a:moveTo>
                  <a:pt x="112091" y="0"/>
                </a:moveTo>
                <a:cubicBezTo>
                  <a:pt x="115818" y="0"/>
                  <a:pt x="115818" y="0"/>
                  <a:pt x="115818" y="0"/>
                </a:cubicBezTo>
                <a:cubicBezTo>
                  <a:pt x="115818" y="0"/>
                  <a:pt x="115818" y="0"/>
                  <a:pt x="138181" y="0"/>
                </a:cubicBezTo>
                <a:cubicBezTo>
                  <a:pt x="141909" y="0"/>
                  <a:pt x="149363" y="3762"/>
                  <a:pt x="153090" y="3762"/>
                </a:cubicBezTo>
                <a:cubicBezTo>
                  <a:pt x="190362" y="18808"/>
                  <a:pt x="212725" y="60187"/>
                  <a:pt x="205271" y="101566"/>
                </a:cubicBezTo>
                <a:cubicBezTo>
                  <a:pt x="197816" y="139183"/>
                  <a:pt x="164272" y="169276"/>
                  <a:pt x="127000" y="169276"/>
                </a:cubicBezTo>
                <a:cubicBezTo>
                  <a:pt x="89728" y="173038"/>
                  <a:pt x="56184" y="142944"/>
                  <a:pt x="48729" y="101566"/>
                </a:cubicBezTo>
                <a:cubicBezTo>
                  <a:pt x="41275" y="52664"/>
                  <a:pt x="71092" y="7523"/>
                  <a:pt x="11209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vert="horz" wrap="square" lIns="83999" tIns="41999" rIns="83999" bIns="41999" numCol="1" anchor="t" anchorCtr="0" compatLnSpc="1">
            <a:no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02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99" name="îṧľíḑè"/>
          <p:cNvSpPr/>
          <p:nvPr/>
        </p:nvSpPr>
        <p:spPr bwMode="auto">
          <a:xfrm>
            <a:off x="2101850" y="4605020"/>
            <a:ext cx="851535" cy="201295"/>
          </a:xfrm>
          <a:custGeom>
            <a:avLst/>
            <a:gdLst>
              <a:gd name="T0" fmla="*/ 0 w 1842"/>
              <a:gd name="T1" fmla="*/ 335 h 436"/>
              <a:gd name="T2" fmla="*/ 276 w 1842"/>
              <a:gd name="T3" fmla="*/ 0 h 436"/>
              <a:gd name="T4" fmla="*/ 1566 w 1842"/>
              <a:gd name="T5" fmla="*/ 0 h 436"/>
              <a:gd name="T6" fmla="*/ 1842 w 1842"/>
              <a:gd name="T7" fmla="*/ 335 h 436"/>
              <a:gd name="T8" fmla="*/ 1842 w 1842"/>
              <a:gd name="T9" fmla="*/ 436 h 436"/>
              <a:gd name="T10" fmla="*/ 0 w 1842"/>
              <a:gd name="T11" fmla="*/ 436 h 436"/>
              <a:gd name="T12" fmla="*/ 0 w 1842"/>
              <a:gd name="T13" fmla="*/ 335 h 4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436">
                <a:moveTo>
                  <a:pt x="0" y="335"/>
                </a:moveTo>
                <a:cubicBezTo>
                  <a:pt x="0" y="150"/>
                  <a:pt x="124" y="0"/>
                  <a:pt x="276" y="0"/>
                </a:cubicBezTo>
                <a:cubicBezTo>
                  <a:pt x="1566" y="0"/>
                  <a:pt x="1566" y="0"/>
                  <a:pt x="1566" y="0"/>
                </a:cubicBezTo>
                <a:cubicBezTo>
                  <a:pt x="1718" y="0"/>
                  <a:pt x="1842" y="150"/>
                  <a:pt x="1842" y="335"/>
                </a:cubicBezTo>
                <a:cubicBezTo>
                  <a:pt x="1842" y="436"/>
                  <a:pt x="1842" y="436"/>
                  <a:pt x="1842" y="436"/>
                </a:cubicBezTo>
                <a:cubicBezTo>
                  <a:pt x="0" y="436"/>
                  <a:pt x="0" y="436"/>
                  <a:pt x="0" y="436"/>
                </a:cubicBezTo>
                <a:lnTo>
                  <a:pt x="0" y="335"/>
                </a:lnTo>
                <a:close/>
              </a:path>
            </a:pathLst>
          </a:custGeom>
          <a:solidFill>
            <a:srgbClr val="000000">
              <a:lumMod val="95000"/>
              <a:lumOff val="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" name="íśḻïḍè"/>
          <p:cNvSpPr/>
          <p:nvPr>
            <p:custDataLst>
              <p:tags r:id="rId2"/>
            </p:custDataLst>
          </p:nvPr>
        </p:nvSpPr>
        <p:spPr bwMode="auto">
          <a:xfrm>
            <a:off x="2101850" y="4805680"/>
            <a:ext cx="851535" cy="344805"/>
          </a:xfrm>
          <a:custGeom>
            <a:avLst/>
            <a:gdLst>
              <a:gd name="T0" fmla="*/ 1842 w 1842"/>
              <a:gd name="T1" fmla="*/ 0 h 747"/>
              <a:gd name="T2" fmla="*/ 1842 w 1842"/>
              <a:gd name="T3" fmla="*/ 412 h 747"/>
              <a:gd name="T4" fmla="*/ 1566 w 1842"/>
              <a:gd name="T5" fmla="*/ 747 h 747"/>
              <a:gd name="T6" fmla="*/ 276 w 1842"/>
              <a:gd name="T7" fmla="*/ 747 h 747"/>
              <a:gd name="T8" fmla="*/ 0 w 1842"/>
              <a:gd name="T9" fmla="*/ 412 h 747"/>
              <a:gd name="T10" fmla="*/ 0 w 1842"/>
              <a:gd name="T11" fmla="*/ 0 h 747"/>
              <a:gd name="T12" fmla="*/ 1842 w 1842"/>
              <a:gd name="T13" fmla="*/ 0 h 7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747">
                <a:moveTo>
                  <a:pt x="1842" y="0"/>
                </a:moveTo>
                <a:cubicBezTo>
                  <a:pt x="1842" y="412"/>
                  <a:pt x="1842" y="412"/>
                  <a:pt x="1842" y="412"/>
                </a:cubicBezTo>
                <a:cubicBezTo>
                  <a:pt x="1842" y="597"/>
                  <a:pt x="1718" y="747"/>
                  <a:pt x="1566" y="747"/>
                </a:cubicBezTo>
                <a:cubicBezTo>
                  <a:pt x="276" y="747"/>
                  <a:pt x="276" y="747"/>
                  <a:pt x="276" y="747"/>
                </a:cubicBezTo>
                <a:cubicBezTo>
                  <a:pt x="124" y="747"/>
                  <a:pt x="0" y="597"/>
                  <a:pt x="0" y="412"/>
                </a:cubicBezTo>
                <a:cubicBezTo>
                  <a:pt x="0" y="0"/>
                  <a:pt x="0" y="0"/>
                  <a:pt x="0" y="0"/>
                </a:cubicBezTo>
                <a:lnTo>
                  <a:pt x="184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1" name="îṩḷíďè"/>
          <p:cNvSpPr/>
          <p:nvPr>
            <p:custDataLst>
              <p:tags r:id="rId3"/>
            </p:custDataLst>
          </p:nvPr>
        </p:nvSpPr>
        <p:spPr bwMode="auto">
          <a:xfrm>
            <a:off x="996950" y="2573020"/>
            <a:ext cx="3061970" cy="2158365"/>
          </a:xfrm>
          <a:custGeom>
            <a:avLst/>
            <a:gdLst>
              <a:gd name="T0" fmla="*/ 0 w 6624"/>
              <a:gd name="T1" fmla="*/ 4343 h 4677"/>
              <a:gd name="T2" fmla="*/ 335 w 6624"/>
              <a:gd name="T3" fmla="*/ 4677 h 4677"/>
              <a:gd name="T4" fmla="*/ 6289 w 6624"/>
              <a:gd name="T5" fmla="*/ 4677 h 4677"/>
              <a:gd name="T6" fmla="*/ 6624 w 6624"/>
              <a:gd name="T7" fmla="*/ 4343 h 4677"/>
              <a:gd name="T8" fmla="*/ 6624 w 6624"/>
              <a:gd name="T9" fmla="*/ 335 h 4677"/>
              <a:gd name="T10" fmla="*/ 6289 w 6624"/>
              <a:gd name="T11" fmla="*/ 0 h 4677"/>
              <a:gd name="T12" fmla="*/ 335 w 6624"/>
              <a:gd name="T13" fmla="*/ 0 h 4677"/>
              <a:gd name="T14" fmla="*/ 0 w 6624"/>
              <a:gd name="T15" fmla="*/ 335 h 4677"/>
              <a:gd name="T16" fmla="*/ 0 w 6624"/>
              <a:gd name="T17" fmla="*/ 4343 h 46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624" h="4677">
                <a:moveTo>
                  <a:pt x="0" y="4343"/>
                </a:moveTo>
                <a:cubicBezTo>
                  <a:pt x="0" y="4527"/>
                  <a:pt x="150" y="4677"/>
                  <a:pt x="335" y="4677"/>
                </a:cubicBezTo>
                <a:cubicBezTo>
                  <a:pt x="6289" y="4677"/>
                  <a:pt x="6289" y="4677"/>
                  <a:pt x="6289" y="4677"/>
                </a:cubicBezTo>
                <a:cubicBezTo>
                  <a:pt x="6474" y="4677"/>
                  <a:pt x="6624" y="4527"/>
                  <a:pt x="6624" y="4343"/>
                </a:cubicBezTo>
                <a:cubicBezTo>
                  <a:pt x="6624" y="335"/>
                  <a:pt x="6624" y="335"/>
                  <a:pt x="6624" y="335"/>
                </a:cubicBezTo>
                <a:cubicBezTo>
                  <a:pt x="6624" y="150"/>
                  <a:pt x="6474" y="0"/>
                  <a:pt x="6289" y="0"/>
                </a:cubicBezTo>
                <a:cubicBezTo>
                  <a:pt x="335" y="0"/>
                  <a:pt x="335" y="0"/>
                  <a:pt x="335" y="0"/>
                </a:cubicBezTo>
                <a:cubicBezTo>
                  <a:pt x="150" y="0"/>
                  <a:pt x="0" y="150"/>
                  <a:pt x="0" y="335"/>
                </a:cubicBezTo>
                <a:cubicBezTo>
                  <a:pt x="0" y="4343"/>
                  <a:pt x="0" y="4343"/>
                  <a:pt x="0" y="4343"/>
                </a:cubicBezTo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2" name="îṡľîde"/>
          <p:cNvSpPr/>
          <p:nvPr/>
        </p:nvSpPr>
        <p:spPr bwMode="auto">
          <a:xfrm>
            <a:off x="1697990" y="5013960"/>
            <a:ext cx="1659255" cy="273050"/>
          </a:xfrm>
          <a:custGeom>
            <a:avLst/>
            <a:gdLst>
              <a:gd name="T0" fmla="*/ 501 w 2055"/>
              <a:gd name="T1" fmla="*/ 0 h 338"/>
              <a:gd name="T2" fmla="*/ 1554 w 2055"/>
              <a:gd name="T3" fmla="*/ 0 h 338"/>
              <a:gd name="T4" fmla="*/ 2055 w 2055"/>
              <a:gd name="T5" fmla="*/ 338 h 338"/>
              <a:gd name="T6" fmla="*/ 0 w 2055"/>
              <a:gd name="T7" fmla="*/ 338 h 338"/>
              <a:gd name="T8" fmla="*/ 501 w 2055"/>
              <a:gd name="T9" fmla="*/ 0 h 3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55" h="338">
                <a:moveTo>
                  <a:pt x="501" y="0"/>
                </a:moveTo>
                <a:lnTo>
                  <a:pt x="1554" y="0"/>
                </a:lnTo>
                <a:lnTo>
                  <a:pt x="2055" y="338"/>
                </a:lnTo>
                <a:lnTo>
                  <a:pt x="0" y="338"/>
                </a:lnTo>
                <a:lnTo>
                  <a:pt x="501" y="0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3" name="îşḷîḓe"/>
          <p:cNvSpPr/>
          <p:nvPr/>
        </p:nvSpPr>
        <p:spPr bwMode="auto">
          <a:xfrm>
            <a:off x="1101090" y="2696845"/>
            <a:ext cx="2839085" cy="1836420"/>
          </a:xfrm>
          <a:custGeom>
            <a:avLst/>
            <a:gdLst>
              <a:gd name="T0" fmla="*/ 6116 w 6141"/>
              <a:gd name="T1" fmla="*/ 0 h 3978"/>
              <a:gd name="T2" fmla="*/ 6141 w 6141"/>
              <a:gd name="T3" fmla="*/ 25 h 3978"/>
              <a:gd name="T4" fmla="*/ 6141 w 6141"/>
              <a:gd name="T5" fmla="*/ 3953 h 3978"/>
              <a:gd name="T6" fmla="*/ 6116 w 6141"/>
              <a:gd name="T7" fmla="*/ 3978 h 3978"/>
              <a:gd name="T8" fmla="*/ 0 w 6141"/>
              <a:gd name="T9" fmla="*/ 0 h 3978"/>
              <a:gd name="T10" fmla="*/ 6116 w 6141"/>
              <a:gd name="T11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141" h="3978">
                <a:moveTo>
                  <a:pt x="6116" y="0"/>
                </a:moveTo>
                <a:cubicBezTo>
                  <a:pt x="6130" y="0"/>
                  <a:pt x="6141" y="11"/>
                  <a:pt x="6141" y="25"/>
                </a:cubicBezTo>
                <a:cubicBezTo>
                  <a:pt x="6141" y="3953"/>
                  <a:pt x="6141" y="3953"/>
                  <a:pt x="6141" y="3953"/>
                </a:cubicBezTo>
                <a:cubicBezTo>
                  <a:pt x="6141" y="3967"/>
                  <a:pt x="6130" y="3978"/>
                  <a:pt x="6116" y="3978"/>
                </a:cubicBezTo>
                <a:cubicBezTo>
                  <a:pt x="0" y="0"/>
                  <a:pt x="0" y="0"/>
                  <a:pt x="0" y="0"/>
                </a:cubicBezTo>
                <a:cubicBezTo>
                  <a:pt x="6116" y="0"/>
                  <a:pt x="6116" y="0"/>
                  <a:pt x="6116" y="0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" name="íşļïḍê"/>
          <p:cNvSpPr/>
          <p:nvPr>
            <p:custDataLst>
              <p:tags r:id="rId4"/>
            </p:custDataLst>
          </p:nvPr>
        </p:nvSpPr>
        <p:spPr bwMode="auto">
          <a:xfrm>
            <a:off x="1078230" y="2696845"/>
            <a:ext cx="2849880" cy="1836420"/>
          </a:xfrm>
          <a:custGeom>
            <a:avLst/>
            <a:gdLst>
              <a:gd name="T0" fmla="*/ 25 w 6164"/>
              <a:gd name="T1" fmla="*/ 0 h 3978"/>
              <a:gd name="T2" fmla="*/ 48 w 6164"/>
              <a:gd name="T3" fmla="*/ 0 h 3978"/>
              <a:gd name="T4" fmla="*/ 6164 w 6164"/>
              <a:gd name="T5" fmla="*/ 3978 h 3978"/>
              <a:gd name="T6" fmla="*/ 25 w 6164"/>
              <a:gd name="T7" fmla="*/ 3978 h 3978"/>
              <a:gd name="T8" fmla="*/ 0 w 6164"/>
              <a:gd name="T9" fmla="*/ 3953 h 3978"/>
              <a:gd name="T10" fmla="*/ 0 w 6164"/>
              <a:gd name="T11" fmla="*/ 25 h 3978"/>
              <a:gd name="T12" fmla="*/ 25 w 6164"/>
              <a:gd name="T13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164" h="3978">
                <a:moveTo>
                  <a:pt x="25" y="0"/>
                </a:moveTo>
                <a:cubicBezTo>
                  <a:pt x="48" y="0"/>
                  <a:pt x="48" y="0"/>
                  <a:pt x="48" y="0"/>
                </a:cubicBezTo>
                <a:cubicBezTo>
                  <a:pt x="6164" y="3978"/>
                  <a:pt x="6164" y="3978"/>
                  <a:pt x="6164" y="3978"/>
                </a:cubicBezTo>
                <a:cubicBezTo>
                  <a:pt x="25" y="3978"/>
                  <a:pt x="25" y="3978"/>
                  <a:pt x="25" y="3978"/>
                </a:cubicBezTo>
                <a:cubicBezTo>
                  <a:pt x="11" y="3978"/>
                  <a:pt x="0" y="3967"/>
                  <a:pt x="0" y="3953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11"/>
                  <a:pt x="11" y="0"/>
                  <a:pt x="25" y="0"/>
                </a:cubicBezTo>
              </a:path>
            </a:pathLst>
          </a:custGeom>
          <a:solidFill>
            <a:schemeClr val="accent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5" name="ïṡḷîḓê"/>
          <p:cNvSpPr/>
          <p:nvPr>
            <p:custDataLst>
              <p:tags r:id="rId5"/>
            </p:custDataLst>
          </p:nvPr>
        </p:nvSpPr>
        <p:spPr bwMode="auto">
          <a:xfrm>
            <a:off x="2904490" y="2073910"/>
            <a:ext cx="847725" cy="1416685"/>
          </a:xfrm>
          <a:custGeom>
            <a:avLst/>
            <a:gdLst>
              <a:gd name="T0" fmla="*/ 1040 w 1834"/>
              <a:gd name="T1" fmla="*/ 366 h 3069"/>
              <a:gd name="T2" fmla="*/ 1281 w 1834"/>
              <a:gd name="T3" fmla="*/ 1 h 3069"/>
              <a:gd name="T4" fmla="*/ 1283 w 1834"/>
              <a:gd name="T5" fmla="*/ 0 h 3069"/>
              <a:gd name="T6" fmla="*/ 1431 w 1834"/>
              <a:gd name="T7" fmla="*/ 0 h 3069"/>
              <a:gd name="T8" fmla="*/ 1834 w 1834"/>
              <a:gd name="T9" fmla="*/ 482 h 3069"/>
              <a:gd name="T10" fmla="*/ 1834 w 1834"/>
              <a:gd name="T11" fmla="*/ 482 h 3069"/>
              <a:gd name="T12" fmla="*/ 1834 w 1834"/>
              <a:gd name="T13" fmla="*/ 482 h 3069"/>
              <a:gd name="T14" fmla="*/ 1834 w 1834"/>
              <a:gd name="T15" fmla="*/ 3069 h 3069"/>
              <a:gd name="T16" fmla="*/ 40 w 1834"/>
              <a:gd name="T17" fmla="*/ 3069 h 3069"/>
              <a:gd name="T18" fmla="*/ 0 w 1834"/>
              <a:gd name="T19" fmla="*/ 213 h 3069"/>
              <a:gd name="T20" fmla="*/ 1040 w 1834"/>
              <a:gd name="T21" fmla="*/ 366 h 30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34" h="3069">
                <a:moveTo>
                  <a:pt x="1040" y="366"/>
                </a:moveTo>
                <a:cubicBezTo>
                  <a:pt x="1083" y="69"/>
                  <a:pt x="1281" y="1"/>
                  <a:pt x="1281" y="1"/>
                </a:cubicBezTo>
                <a:cubicBezTo>
                  <a:pt x="1283" y="0"/>
                  <a:pt x="1283" y="0"/>
                  <a:pt x="1283" y="0"/>
                </a:cubicBezTo>
                <a:cubicBezTo>
                  <a:pt x="1352" y="0"/>
                  <a:pt x="1403" y="0"/>
                  <a:pt x="1431" y="0"/>
                </a:cubicBezTo>
                <a:cubicBezTo>
                  <a:pt x="1767" y="0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3069"/>
                  <a:pt x="1834" y="3069"/>
                  <a:pt x="1834" y="3069"/>
                </a:cubicBezTo>
                <a:cubicBezTo>
                  <a:pt x="40" y="3069"/>
                  <a:pt x="40" y="3069"/>
                  <a:pt x="40" y="3069"/>
                </a:cubicBezTo>
                <a:cubicBezTo>
                  <a:pt x="0" y="213"/>
                  <a:pt x="0" y="213"/>
                  <a:pt x="0" y="213"/>
                </a:cubicBezTo>
                <a:lnTo>
                  <a:pt x="1040" y="36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6" name="iŝļîḋe"/>
          <p:cNvSpPr/>
          <p:nvPr/>
        </p:nvSpPr>
        <p:spPr bwMode="auto">
          <a:xfrm>
            <a:off x="1471295" y="2073910"/>
            <a:ext cx="2026285" cy="2410460"/>
          </a:xfrm>
          <a:custGeom>
            <a:avLst/>
            <a:gdLst>
              <a:gd name="T0" fmla="*/ 3185 w 4383"/>
              <a:gd name="T1" fmla="*/ 4743 h 5221"/>
              <a:gd name="T2" fmla="*/ 0 w 4383"/>
              <a:gd name="T3" fmla="*/ 4743 h 5221"/>
              <a:gd name="T4" fmla="*/ 0 w 4383"/>
              <a:gd name="T5" fmla="*/ 396 h 5221"/>
              <a:gd name="T6" fmla="*/ 401 w 4383"/>
              <a:gd name="T7" fmla="*/ 0 h 5221"/>
              <a:gd name="T8" fmla="*/ 524 w 4383"/>
              <a:gd name="T9" fmla="*/ 0 h 5221"/>
              <a:gd name="T10" fmla="*/ 4128 w 4383"/>
              <a:gd name="T11" fmla="*/ 0 h 5221"/>
              <a:gd name="T12" fmla="*/ 4128 w 4383"/>
              <a:gd name="T13" fmla="*/ 0 h 5221"/>
              <a:gd name="T14" fmla="*/ 4383 w 4383"/>
              <a:gd name="T15" fmla="*/ 0 h 5221"/>
              <a:gd name="T16" fmla="*/ 4381 w 4383"/>
              <a:gd name="T17" fmla="*/ 1 h 5221"/>
              <a:gd name="T18" fmla="*/ 4132 w 4383"/>
              <a:gd name="T19" fmla="*/ 482 h 5221"/>
              <a:gd name="T20" fmla="*/ 4126 w 4383"/>
              <a:gd name="T21" fmla="*/ 482 h 5221"/>
              <a:gd name="T22" fmla="*/ 4126 w 4383"/>
              <a:gd name="T23" fmla="*/ 577 h 5221"/>
              <a:gd name="T24" fmla="*/ 4126 w 4383"/>
              <a:gd name="T25" fmla="*/ 4822 h 5221"/>
              <a:gd name="T26" fmla="*/ 4126 w 4383"/>
              <a:gd name="T27" fmla="*/ 4825 h 5221"/>
              <a:gd name="T28" fmla="*/ 3725 w 4383"/>
              <a:gd name="T29" fmla="*/ 5221 h 5221"/>
              <a:gd name="T30" fmla="*/ 3602 w 4383"/>
              <a:gd name="T31" fmla="*/ 5221 h 5221"/>
              <a:gd name="T32" fmla="*/ 3185 w 4383"/>
              <a:gd name="T33" fmla="*/ 4743 h 52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383" h="5221">
                <a:moveTo>
                  <a:pt x="3185" y="4743"/>
                </a:moveTo>
                <a:cubicBezTo>
                  <a:pt x="0" y="4743"/>
                  <a:pt x="0" y="4743"/>
                  <a:pt x="0" y="4743"/>
                </a:cubicBezTo>
                <a:cubicBezTo>
                  <a:pt x="0" y="396"/>
                  <a:pt x="0" y="396"/>
                  <a:pt x="0" y="396"/>
                </a:cubicBezTo>
                <a:cubicBezTo>
                  <a:pt x="5" y="361"/>
                  <a:pt x="60" y="34"/>
                  <a:pt x="401" y="0"/>
                </a:cubicBezTo>
                <a:cubicBezTo>
                  <a:pt x="524" y="0"/>
                  <a:pt x="524" y="0"/>
                  <a:pt x="524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228" y="0"/>
                  <a:pt x="4315" y="0"/>
                  <a:pt x="4383" y="0"/>
                </a:cubicBezTo>
                <a:cubicBezTo>
                  <a:pt x="4381" y="1"/>
                  <a:pt x="4381" y="1"/>
                  <a:pt x="4381" y="1"/>
                </a:cubicBezTo>
                <a:cubicBezTo>
                  <a:pt x="4381" y="1"/>
                  <a:pt x="4132" y="86"/>
                  <a:pt x="4132" y="482"/>
                </a:cubicBezTo>
                <a:cubicBezTo>
                  <a:pt x="4126" y="482"/>
                  <a:pt x="4126" y="482"/>
                  <a:pt x="4126" y="482"/>
                </a:cubicBezTo>
                <a:cubicBezTo>
                  <a:pt x="4126" y="577"/>
                  <a:pt x="4126" y="577"/>
                  <a:pt x="4126" y="577"/>
                </a:cubicBezTo>
                <a:cubicBezTo>
                  <a:pt x="4126" y="4822"/>
                  <a:pt x="4126" y="4822"/>
                  <a:pt x="4126" y="4822"/>
                </a:cubicBezTo>
                <a:cubicBezTo>
                  <a:pt x="4126" y="4822"/>
                  <a:pt x="4126" y="4823"/>
                  <a:pt x="4126" y="4825"/>
                </a:cubicBezTo>
                <a:cubicBezTo>
                  <a:pt x="4121" y="4860"/>
                  <a:pt x="4066" y="5187"/>
                  <a:pt x="3725" y="5221"/>
                </a:cubicBezTo>
                <a:cubicBezTo>
                  <a:pt x="3602" y="5221"/>
                  <a:pt x="3602" y="5221"/>
                  <a:pt x="3602" y="5221"/>
                </a:cubicBezTo>
                <a:cubicBezTo>
                  <a:pt x="3162" y="5182"/>
                  <a:pt x="3185" y="4743"/>
                  <a:pt x="3185" y="4743"/>
                </a:cubicBezTo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7" name="íśḻîḑe"/>
          <p:cNvSpPr/>
          <p:nvPr>
            <p:custDataLst>
              <p:tags r:id="rId6"/>
            </p:custDataLst>
          </p:nvPr>
        </p:nvSpPr>
        <p:spPr bwMode="auto">
          <a:xfrm>
            <a:off x="1101090" y="4264025"/>
            <a:ext cx="2077085" cy="231775"/>
          </a:xfrm>
          <a:custGeom>
            <a:avLst/>
            <a:gdLst>
              <a:gd name="T0" fmla="*/ 3989 w 4494"/>
              <a:gd name="T1" fmla="*/ 0 h 503"/>
              <a:gd name="T2" fmla="*/ 0 w 4494"/>
              <a:gd name="T3" fmla="*/ 0 h 503"/>
              <a:gd name="T4" fmla="*/ 403 w 4494"/>
              <a:gd name="T5" fmla="*/ 482 h 503"/>
              <a:gd name="T6" fmla="*/ 4494 w 4494"/>
              <a:gd name="T7" fmla="*/ 482 h 503"/>
              <a:gd name="T8" fmla="*/ 3989 w 4494"/>
              <a:gd name="T9" fmla="*/ 0 h 5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94" h="503">
                <a:moveTo>
                  <a:pt x="3989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67" y="482"/>
                  <a:pt x="403" y="482"/>
                </a:cubicBezTo>
                <a:cubicBezTo>
                  <a:pt x="739" y="482"/>
                  <a:pt x="4494" y="482"/>
                  <a:pt x="4494" y="482"/>
                </a:cubicBezTo>
                <a:cubicBezTo>
                  <a:pt x="4494" y="482"/>
                  <a:pt x="3987" y="503"/>
                  <a:pt x="3989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8" name="îSḷiḑé"/>
          <p:cNvSpPr/>
          <p:nvPr>
            <p:custDataLst>
              <p:tags r:id="rId7"/>
            </p:custDataLst>
          </p:nvPr>
        </p:nvSpPr>
        <p:spPr bwMode="auto">
          <a:xfrm>
            <a:off x="2286000" y="2312035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9" name="îšľïḑé"/>
          <p:cNvSpPr/>
          <p:nvPr>
            <p:custDataLst>
              <p:tags r:id="rId8"/>
            </p:custDataLst>
          </p:nvPr>
        </p:nvSpPr>
        <p:spPr bwMode="auto">
          <a:xfrm>
            <a:off x="2119630" y="2463800"/>
            <a:ext cx="92900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0" name="ïṧḻïḍè"/>
          <p:cNvSpPr/>
          <p:nvPr>
            <p:custDataLst>
              <p:tags r:id="rId9"/>
            </p:custDataLst>
          </p:nvPr>
        </p:nvSpPr>
        <p:spPr bwMode="auto">
          <a:xfrm>
            <a:off x="1801495" y="2463800"/>
            <a:ext cx="20637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1" name="îSļîḍè"/>
          <p:cNvSpPr/>
          <p:nvPr>
            <p:custDataLst>
              <p:tags r:id="rId10"/>
            </p:custDataLst>
          </p:nvPr>
        </p:nvSpPr>
        <p:spPr bwMode="auto">
          <a:xfrm>
            <a:off x="1973580" y="2615565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2" name="îsḷîḋè"/>
          <p:cNvSpPr/>
          <p:nvPr>
            <p:custDataLst>
              <p:tags r:id="rId11"/>
            </p:custDataLst>
          </p:nvPr>
        </p:nvSpPr>
        <p:spPr bwMode="auto">
          <a:xfrm>
            <a:off x="2286000" y="2767330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3" name="išľíḍè"/>
          <p:cNvSpPr/>
          <p:nvPr>
            <p:custDataLst>
              <p:tags r:id="rId12"/>
            </p:custDataLst>
          </p:nvPr>
        </p:nvSpPr>
        <p:spPr bwMode="auto">
          <a:xfrm>
            <a:off x="1897380" y="2767330"/>
            <a:ext cx="31432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" name="iŝḷiḓê"/>
          <p:cNvSpPr/>
          <p:nvPr>
            <p:custDataLst>
              <p:tags r:id="rId13"/>
            </p:custDataLst>
          </p:nvPr>
        </p:nvSpPr>
        <p:spPr bwMode="auto">
          <a:xfrm>
            <a:off x="1650365" y="3516630"/>
            <a:ext cx="401955" cy="66040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5" name="íśliḓè"/>
          <p:cNvSpPr/>
          <p:nvPr/>
        </p:nvSpPr>
        <p:spPr bwMode="auto">
          <a:xfrm>
            <a:off x="1650365" y="3516630"/>
            <a:ext cx="401955" cy="66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6" name="iṡḷíďé"/>
          <p:cNvSpPr/>
          <p:nvPr>
            <p:custDataLst>
              <p:tags r:id="rId14"/>
            </p:custDataLst>
          </p:nvPr>
        </p:nvSpPr>
        <p:spPr bwMode="auto">
          <a:xfrm>
            <a:off x="1660525" y="3982085"/>
            <a:ext cx="92900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7" name="îşļíḑè"/>
          <p:cNvSpPr/>
          <p:nvPr>
            <p:custDataLst>
              <p:tags r:id="rId15"/>
            </p:custDataLst>
          </p:nvPr>
        </p:nvSpPr>
        <p:spPr bwMode="auto">
          <a:xfrm>
            <a:off x="2663190" y="3982085"/>
            <a:ext cx="31432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8" name="ïşļiḑé"/>
          <p:cNvSpPr/>
          <p:nvPr>
            <p:custDataLst>
              <p:tags r:id="rId16"/>
            </p:custDataLst>
          </p:nvPr>
        </p:nvSpPr>
        <p:spPr bwMode="auto">
          <a:xfrm>
            <a:off x="2286000" y="4133850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9" name="iṡľîďé"/>
          <p:cNvSpPr/>
          <p:nvPr/>
        </p:nvSpPr>
        <p:spPr bwMode="auto">
          <a:xfrm>
            <a:off x="2459355" y="4587240"/>
            <a:ext cx="113030" cy="113665"/>
          </a:xfrm>
          <a:prstGeom prst="ellipse">
            <a:avLst/>
          </a:prstGeom>
          <a:solidFill>
            <a:srgbClr val="B7B7B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0" name="îśļiḓè"/>
          <p:cNvSpPr/>
          <p:nvPr>
            <p:custDataLst>
              <p:tags r:id="rId17"/>
            </p:custDataLst>
          </p:nvPr>
        </p:nvSpPr>
        <p:spPr bwMode="auto">
          <a:xfrm>
            <a:off x="2310765" y="2919095"/>
            <a:ext cx="685165" cy="51435"/>
          </a:xfrm>
          <a:custGeom>
            <a:avLst/>
            <a:gdLst>
              <a:gd name="T0" fmla="*/ 849 w 849"/>
              <a:gd name="T1" fmla="*/ 0 h 64"/>
              <a:gd name="T2" fmla="*/ 0 w 849"/>
              <a:gd name="T3" fmla="*/ 0 h 64"/>
              <a:gd name="T4" fmla="*/ 80 w 849"/>
              <a:gd name="T5" fmla="*/ 64 h 64"/>
              <a:gd name="T6" fmla="*/ 849 w 849"/>
              <a:gd name="T7" fmla="*/ 64 h 64"/>
              <a:gd name="T8" fmla="*/ 849 w 849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49" h="64">
                <a:moveTo>
                  <a:pt x="849" y="0"/>
                </a:moveTo>
                <a:lnTo>
                  <a:pt x="0" y="0"/>
                </a:lnTo>
                <a:lnTo>
                  <a:pt x="80" y="64"/>
                </a:lnTo>
                <a:lnTo>
                  <a:pt x="849" y="64"/>
                </a:lnTo>
                <a:lnTo>
                  <a:pt x="849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1" name="îṡlíḍê"/>
          <p:cNvSpPr/>
          <p:nvPr>
            <p:custDataLst>
              <p:tags r:id="rId18"/>
            </p:custDataLst>
          </p:nvPr>
        </p:nvSpPr>
        <p:spPr bwMode="auto">
          <a:xfrm>
            <a:off x="2042160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2" name="íṥľiḍe"/>
          <p:cNvSpPr/>
          <p:nvPr/>
        </p:nvSpPr>
        <p:spPr bwMode="auto">
          <a:xfrm>
            <a:off x="2042160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3" name="íṥ1ïḍe"/>
          <p:cNvSpPr/>
          <p:nvPr>
            <p:custDataLst>
              <p:tags r:id="rId19"/>
            </p:custDataLst>
          </p:nvPr>
        </p:nvSpPr>
        <p:spPr bwMode="auto">
          <a:xfrm>
            <a:off x="2466975" y="3070860"/>
            <a:ext cx="347980" cy="51435"/>
          </a:xfrm>
          <a:custGeom>
            <a:avLst/>
            <a:gdLst>
              <a:gd name="T0" fmla="*/ 431 w 431"/>
              <a:gd name="T1" fmla="*/ 0 h 64"/>
              <a:gd name="T2" fmla="*/ 0 w 431"/>
              <a:gd name="T3" fmla="*/ 0 h 64"/>
              <a:gd name="T4" fmla="*/ 12 w 431"/>
              <a:gd name="T5" fmla="*/ 31 h 64"/>
              <a:gd name="T6" fmla="*/ 33 w 431"/>
              <a:gd name="T7" fmla="*/ 64 h 64"/>
              <a:gd name="T8" fmla="*/ 431 w 431"/>
              <a:gd name="T9" fmla="*/ 64 h 64"/>
              <a:gd name="T10" fmla="*/ 431 w 431"/>
              <a:gd name="T11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31" h="64">
                <a:moveTo>
                  <a:pt x="431" y="0"/>
                </a:moveTo>
                <a:lnTo>
                  <a:pt x="0" y="0"/>
                </a:lnTo>
                <a:lnTo>
                  <a:pt x="12" y="31"/>
                </a:lnTo>
                <a:lnTo>
                  <a:pt x="33" y="64"/>
                </a:lnTo>
                <a:lnTo>
                  <a:pt x="431" y="64"/>
                </a:lnTo>
                <a:lnTo>
                  <a:pt x="43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4" name="îślïḋe"/>
          <p:cNvSpPr/>
          <p:nvPr>
            <p:custDataLst>
              <p:tags r:id="rId20"/>
            </p:custDataLst>
          </p:nvPr>
        </p:nvSpPr>
        <p:spPr bwMode="auto">
          <a:xfrm>
            <a:off x="2312035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5" name="îṥḻidé"/>
          <p:cNvSpPr/>
          <p:nvPr/>
        </p:nvSpPr>
        <p:spPr bwMode="auto">
          <a:xfrm>
            <a:off x="2312035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6" name="ïşḷiḍè"/>
          <p:cNvSpPr/>
          <p:nvPr>
            <p:custDataLst>
              <p:tags r:id="rId21"/>
            </p:custDataLst>
          </p:nvPr>
        </p:nvSpPr>
        <p:spPr bwMode="auto">
          <a:xfrm>
            <a:off x="2009775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7" name="islîdê"/>
          <p:cNvSpPr/>
          <p:nvPr/>
        </p:nvSpPr>
        <p:spPr bwMode="auto">
          <a:xfrm>
            <a:off x="2009775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8" name="îŝḻiḍê"/>
          <p:cNvSpPr/>
          <p:nvPr>
            <p:custDataLst>
              <p:tags r:id="rId22"/>
            </p:custDataLst>
          </p:nvPr>
        </p:nvSpPr>
        <p:spPr bwMode="auto">
          <a:xfrm>
            <a:off x="2547620" y="3223260"/>
            <a:ext cx="452120" cy="51435"/>
          </a:xfrm>
          <a:custGeom>
            <a:avLst/>
            <a:gdLst>
              <a:gd name="T0" fmla="*/ 560 w 560"/>
              <a:gd name="T1" fmla="*/ 0 h 64"/>
              <a:gd name="T2" fmla="*/ 0 w 560"/>
              <a:gd name="T3" fmla="*/ 0 h 64"/>
              <a:gd name="T4" fmla="*/ 9 w 560"/>
              <a:gd name="T5" fmla="*/ 64 h 64"/>
              <a:gd name="T6" fmla="*/ 560 w 560"/>
              <a:gd name="T7" fmla="*/ 64 h 64"/>
              <a:gd name="T8" fmla="*/ 560 w 560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60" h="64">
                <a:moveTo>
                  <a:pt x="560" y="0"/>
                </a:moveTo>
                <a:lnTo>
                  <a:pt x="0" y="0"/>
                </a:lnTo>
                <a:lnTo>
                  <a:pt x="9" y="64"/>
                </a:lnTo>
                <a:lnTo>
                  <a:pt x="560" y="64"/>
                </a:lnTo>
                <a:lnTo>
                  <a:pt x="56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9" name="îṧḻíḋè"/>
          <p:cNvSpPr/>
          <p:nvPr>
            <p:custDataLst>
              <p:tags r:id="rId23"/>
            </p:custDataLst>
          </p:nvPr>
        </p:nvSpPr>
        <p:spPr bwMode="auto">
          <a:xfrm>
            <a:off x="2284095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0" name="iŝ1iḓê"/>
          <p:cNvSpPr/>
          <p:nvPr/>
        </p:nvSpPr>
        <p:spPr bwMode="auto">
          <a:xfrm>
            <a:off x="2284095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1" name="iṡļïḍé"/>
          <p:cNvSpPr/>
          <p:nvPr>
            <p:custDataLst>
              <p:tags r:id="rId24"/>
            </p:custDataLst>
          </p:nvPr>
        </p:nvSpPr>
        <p:spPr bwMode="auto">
          <a:xfrm>
            <a:off x="2563495" y="3375025"/>
            <a:ext cx="650875" cy="51435"/>
          </a:xfrm>
          <a:custGeom>
            <a:avLst/>
            <a:gdLst>
              <a:gd name="T0" fmla="*/ 806 w 806"/>
              <a:gd name="T1" fmla="*/ 0 h 64"/>
              <a:gd name="T2" fmla="*/ 0 w 806"/>
              <a:gd name="T3" fmla="*/ 0 h 64"/>
              <a:gd name="T4" fmla="*/ 1 w 806"/>
              <a:gd name="T5" fmla="*/ 64 h 64"/>
              <a:gd name="T6" fmla="*/ 806 w 806"/>
              <a:gd name="T7" fmla="*/ 64 h 64"/>
              <a:gd name="T8" fmla="*/ 806 w 806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06" h="64">
                <a:moveTo>
                  <a:pt x="806" y="0"/>
                </a:moveTo>
                <a:lnTo>
                  <a:pt x="0" y="0"/>
                </a:lnTo>
                <a:lnTo>
                  <a:pt x="1" y="64"/>
                </a:lnTo>
                <a:lnTo>
                  <a:pt x="806" y="64"/>
                </a:lnTo>
                <a:lnTo>
                  <a:pt x="80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2" name="î$1ïḓè"/>
          <p:cNvSpPr/>
          <p:nvPr>
            <p:custDataLst>
              <p:tags r:id="rId25"/>
            </p:custDataLst>
          </p:nvPr>
        </p:nvSpPr>
        <p:spPr bwMode="auto">
          <a:xfrm>
            <a:off x="2146935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3" name="ïşlíḋé"/>
          <p:cNvSpPr/>
          <p:nvPr/>
        </p:nvSpPr>
        <p:spPr bwMode="auto">
          <a:xfrm>
            <a:off x="2146935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4" name="iṩ1iḍe"/>
          <p:cNvSpPr/>
          <p:nvPr>
            <p:custDataLst>
              <p:tags r:id="rId26"/>
            </p:custDataLst>
          </p:nvPr>
        </p:nvSpPr>
        <p:spPr bwMode="auto">
          <a:xfrm>
            <a:off x="2543175" y="3526790"/>
            <a:ext cx="554355" cy="51435"/>
          </a:xfrm>
          <a:custGeom>
            <a:avLst/>
            <a:gdLst>
              <a:gd name="T0" fmla="*/ 0 w 687"/>
              <a:gd name="T1" fmla="*/ 64 h 64"/>
              <a:gd name="T2" fmla="*/ 687 w 687"/>
              <a:gd name="T3" fmla="*/ 64 h 64"/>
              <a:gd name="T4" fmla="*/ 687 w 687"/>
              <a:gd name="T5" fmla="*/ 0 h 64"/>
              <a:gd name="T6" fmla="*/ 14 w 687"/>
              <a:gd name="T7" fmla="*/ 0 h 64"/>
              <a:gd name="T8" fmla="*/ 9 w 687"/>
              <a:gd name="T9" fmla="*/ 39 h 64"/>
              <a:gd name="T10" fmla="*/ 0 w 68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87" h="64">
                <a:moveTo>
                  <a:pt x="0" y="64"/>
                </a:moveTo>
                <a:lnTo>
                  <a:pt x="687" y="64"/>
                </a:lnTo>
                <a:lnTo>
                  <a:pt x="687" y="0"/>
                </a:lnTo>
                <a:lnTo>
                  <a:pt x="14" y="0"/>
                </a:lnTo>
                <a:lnTo>
                  <a:pt x="9" y="3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5" name="ïṡļidê"/>
          <p:cNvSpPr/>
          <p:nvPr>
            <p:custDataLst>
              <p:tags r:id="rId27"/>
            </p:custDataLst>
          </p:nvPr>
        </p:nvSpPr>
        <p:spPr bwMode="auto">
          <a:xfrm>
            <a:off x="2486025" y="3678555"/>
            <a:ext cx="300355" cy="51435"/>
          </a:xfrm>
          <a:custGeom>
            <a:avLst/>
            <a:gdLst>
              <a:gd name="T0" fmla="*/ 0 w 372"/>
              <a:gd name="T1" fmla="*/ 64 h 64"/>
              <a:gd name="T2" fmla="*/ 372 w 372"/>
              <a:gd name="T3" fmla="*/ 64 h 64"/>
              <a:gd name="T4" fmla="*/ 372 w 372"/>
              <a:gd name="T5" fmla="*/ 0 h 64"/>
              <a:gd name="T6" fmla="*/ 24 w 372"/>
              <a:gd name="T7" fmla="*/ 0 h 64"/>
              <a:gd name="T8" fmla="*/ 21 w 372"/>
              <a:gd name="T9" fmla="*/ 9 h 64"/>
              <a:gd name="T10" fmla="*/ 0 w 372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72" h="64">
                <a:moveTo>
                  <a:pt x="0" y="64"/>
                </a:moveTo>
                <a:lnTo>
                  <a:pt x="372" y="64"/>
                </a:lnTo>
                <a:lnTo>
                  <a:pt x="372" y="0"/>
                </a:lnTo>
                <a:lnTo>
                  <a:pt x="24" y="0"/>
                </a:lnTo>
                <a:lnTo>
                  <a:pt x="21" y="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6" name="íšľíḑé"/>
          <p:cNvSpPr/>
          <p:nvPr>
            <p:custDataLst>
              <p:tags r:id="rId28"/>
            </p:custDataLst>
          </p:nvPr>
        </p:nvSpPr>
        <p:spPr bwMode="auto">
          <a:xfrm>
            <a:off x="2327910" y="3830320"/>
            <a:ext cx="643255" cy="51435"/>
          </a:xfrm>
          <a:custGeom>
            <a:avLst/>
            <a:gdLst>
              <a:gd name="T0" fmla="*/ 0 w 797"/>
              <a:gd name="T1" fmla="*/ 64 h 64"/>
              <a:gd name="T2" fmla="*/ 797 w 797"/>
              <a:gd name="T3" fmla="*/ 64 h 64"/>
              <a:gd name="T4" fmla="*/ 797 w 797"/>
              <a:gd name="T5" fmla="*/ 0 h 64"/>
              <a:gd name="T6" fmla="*/ 59 w 797"/>
              <a:gd name="T7" fmla="*/ 0 h 64"/>
              <a:gd name="T8" fmla="*/ 48 w 797"/>
              <a:gd name="T9" fmla="*/ 8 h 64"/>
              <a:gd name="T10" fmla="*/ 0 w 79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97" h="64">
                <a:moveTo>
                  <a:pt x="0" y="64"/>
                </a:moveTo>
                <a:lnTo>
                  <a:pt x="797" y="64"/>
                </a:lnTo>
                <a:lnTo>
                  <a:pt x="797" y="0"/>
                </a:lnTo>
                <a:lnTo>
                  <a:pt x="59" y="0"/>
                </a:lnTo>
                <a:lnTo>
                  <a:pt x="48" y="8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7" name="išlíḑe"/>
          <p:cNvSpPr/>
          <p:nvPr>
            <p:custDataLst>
              <p:tags r:id="rId29"/>
            </p:custDataLst>
          </p:nvPr>
        </p:nvSpPr>
        <p:spPr bwMode="auto">
          <a:xfrm>
            <a:off x="2202815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8" name="îṧ1îḑè"/>
          <p:cNvSpPr/>
          <p:nvPr/>
        </p:nvSpPr>
        <p:spPr bwMode="auto">
          <a:xfrm>
            <a:off x="2202815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9" name="iṣļîdè"/>
          <p:cNvSpPr/>
          <p:nvPr/>
        </p:nvSpPr>
        <p:spPr bwMode="auto">
          <a:xfrm>
            <a:off x="1130935" y="3638550"/>
            <a:ext cx="370840" cy="289560"/>
          </a:xfrm>
          <a:custGeom>
            <a:avLst/>
            <a:gdLst>
              <a:gd name="T0" fmla="*/ 76 w 459"/>
              <a:gd name="T1" fmla="*/ 359 h 359"/>
              <a:gd name="T2" fmla="*/ 0 w 459"/>
              <a:gd name="T3" fmla="*/ 235 h 359"/>
              <a:gd name="T4" fmla="*/ 383 w 459"/>
              <a:gd name="T5" fmla="*/ 0 h 359"/>
              <a:gd name="T6" fmla="*/ 459 w 459"/>
              <a:gd name="T7" fmla="*/ 124 h 359"/>
              <a:gd name="T8" fmla="*/ 76 w 459"/>
              <a:gd name="T9" fmla="*/ 359 h 3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9" h="359">
                <a:moveTo>
                  <a:pt x="76" y="359"/>
                </a:moveTo>
                <a:lnTo>
                  <a:pt x="0" y="235"/>
                </a:lnTo>
                <a:lnTo>
                  <a:pt x="383" y="0"/>
                </a:lnTo>
                <a:lnTo>
                  <a:pt x="459" y="124"/>
                </a:lnTo>
                <a:lnTo>
                  <a:pt x="76" y="359"/>
                </a:lnTo>
                <a:close/>
              </a:path>
            </a:pathLst>
          </a:custGeom>
          <a:solidFill>
            <a:srgbClr val="B45C38">
              <a:lumMod val="7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0" name="ïşḻíde"/>
          <p:cNvSpPr/>
          <p:nvPr/>
        </p:nvSpPr>
        <p:spPr bwMode="auto">
          <a:xfrm>
            <a:off x="1215390" y="2656205"/>
            <a:ext cx="1503680" cy="1502410"/>
          </a:xfrm>
          <a:custGeom>
            <a:avLst/>
            <a:gdLst>
              <a:gd name="T0" fmla="*/ 2838 w 3254"/>
              <a:gd name="T1" fmla="*/ 875 h 3254"/>
              <a:gd name="T2" fmla="*/ 875 w 3254"/>
              <a:gd name="T3" fmla="*/ 416 h 3254"/>
              <a:gd name="T4" fmla="*/ 415 w 3254"/>
              <a:gd name="T5" fmla="*/ 2379 h 3254"/>
              <a:gd name="T6" fmla="*/ 2379 w 3254"/>
              <a:gd name="T7" fmla="*/ 2839 h 3254"/>
              <a:gd name="T8" fmla="*/ 2838 w 3254"/>
              <a:gd name="T9" fmla="*/ 875 h 3254"/>
              <a:gd name="T10" fmla="*/ 2250 w 3254"/>
              <a:gd name="T11" fmla="*/ 2631 h 3254"/>
              <a:gd name="T12" fmla="*/ 623 w 3254"/>
              <a:gd name="T13" fmla="*/ 2250 h 3254"/>
              <a:gd name="T14" fmla="*/ 1004 w 3254"/>
              <a:gd name="T15" fmla="*/ 623 h 3254"/>
              <a:gd name="T16" fmla="*/ 2630 w 3254"/>
              <a:gd name="T17" fmla="*/ 1004 h 3254"/>
              <a:gd name="T18" fmla="*/ 2250 w 3254"/>
              <a:gd name="T19" fmla="*/ 2631 h 3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254" h="3254">
                <a:moveTo>
                  <a:pt x="2838" y="875"/>
                </a:moveTo>
                <a:cubicBezTo>
                  <a:pt x="2423" y="206"/>
                  <a:pt x="1544" y="0"/>
                  <a:pt x="875" y="416"/>
                </a:cubicBezTo>
                <a:cubicBezTo>
                  <a:pt x="206" y="831"/>
                  <a:pt x="0" y="1710"/>
                  <a:pt x="415" y="2379"/>
                </a:cubicBezTo>
                <a:cubicBezTo>
                  <a:pt x="830" y="3048"/>
                  <a:pt x="1710" y="3254"/>
                  <a:pt x="2379" y="2839"/>
                </a:cubicBezTo>
                <a:cubicBezTo>
                  <a:pt x="3048" y="2423"/>
                  <a:pt x="3254" y="1544"/>
                  <a:pt x="2838" y="875"/>
                </a:cubicBezTo>
                <a:moveTo>
                  <a:pt x="2250" y="2631"/>
                </a:moveTo>
                <a:cubicBezTo>
                  <a:pt x="1695" y="2975"/>
                  <a:pt x="967" y="2804"/>
                  <a:pt x="623" y="2250"/>
                </a:cubicBezTo>
                <a:cubicBezTo>
                  <a:pt x="279" y="1696"/>
                  <a:pt x="450" y="967"/>
                  <a:pt x="1004" y="623"/>
                </a:cubicBezTo>
                <a:cubicBezTo>
                  <a:pt x="1558" y="280"/>
                  <a:pt x="2286" y="450"/>
                  <a:pt x="2630" y="1004"/>
                </a:cubicBezTo>
                <a:cubicBezTo>
                  <a:pt x="2974" y="1559"/>
                  <a:pt x="2804" y="2287"/>
                  <a:pt x="2250" y="2631"/>
                </a:cubicBezTo>
              </a:path>
            </a:pathLst>
          </a:custGeom>
          <a:solidFill>
            <a:srgbClr val="D79A8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1" name="ïślíḑê"/>
          <p:cNvSpPr/>
          <p:nvPr/>
        </p:nvSpPr>
        <p:spPr bwMode="auto">
          <a:xfrm>
            <a:off x="1421130" y="3180080"/>
            <a:ext cx="50165" cy="455295"/>
          </a:xfrm>
          <a:custGeom>
            <a:avLst/>
            <a:gdLst>
              <a:gd name="T0" fmla="*/ 108 w 108"/>
              <a:gd name="T1" fmla="*/ 0 h 986"/>
              <a:gd name="T2" fmla="*/ 1 w 108"/>
              <a:gd name="T3" fmla="*/ 495 h 986"/>
              <a:gd name="T4" fmla="*/ 108 w 108"/>
              <a:gd name="T5" fmla="*/ 986 h 986"/>
              <a:gd name="T6" fmla="*/ 108 w 108"/>
              <a:gd name="T7" fmla="*/ 0 h 9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8" h="986">
                <a:moveTo>
                  <a:pt x="108" y="0"/>
                </a:moveTo>
                <a:cubicBezTo>
                  <a:pt x="37" y="155"/>
                  <a:pt x="0" y="324"/>
                  <a:pt x="1" y="495"/>
                </a:cubicBezTo>
                <a:cubicBezTo>
                  <a:pt x="1" y="661"/>
                  <a:pt x="36" y="828"/>
                  <a:pt x="108" y="986"/>
                </a:cubicBezTo>
                <a:cubicBezTo>
                  <a:pt x="108" y="0"/>
                  <a:pt x="108" y="0"/>
                  <a:pt x="108" y="0"/>
                </a:cubicBezTo>
              </a:path>
            </a:pathLst>
          </a:custGeom>
          <a:solidFill>
            <a:srgbClr val="EAEAE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2" name="ïṥlîḋè"/>
          <p:cNvSpPr/>
          <p:nvPr>
            <p:custDataLst>
              <p:tags r:id="rId30"/>
            </p:custDataLst>
          </p:nvPr>
        </p:nvSpPr>
        <p:spPr bwMode="auto">
          <a:xfrm>
            <a:off x="1471295" y="2861945"/>
            <a:ext cx="930910" cy="833120"/>
          </a:xfrm>
          <a:custGeom>
            <a:avLst/>
            <a:gdLst>
              <a:gd name="T0" fmla="*/ 1073 w 2014"/>
              <a:gd name="T1" fmla="*/ 0 h 1804"/>
              <a:gd name="T2" fmla="*/ 1073 w 2014"/>
              <a:gd name="T3" fmla="*/ 0 h 1804"/>
              <a:gd name="T4" fmla="*/ 455 w 2014"/>
              <a:gd name="T5" fmla="*/ 175 h 1804"/>
              <a:gd name="T6" fmla="*/ 451 w 2014"/>
              <a:gd name="T7" fmla="*/ 177 h 1804"/>
              <a:gd name="T8" fmla="*/ 451 w 2014"/>
              <a:gd name="T9" fmla="*/ 177 h 1804"/>
              <a:gd name="T10" fmla="*/ 0 w 2014"/>
              <a:gd name="T11" fmla="*/ 688 h 1804"/>
              <a:gd name="T12" fmla="*/ 0 w 2014"/>
              <a:gd name="T13" fmla="*/ 1674 h 1804"/>
              <a:gd name="T14" fmla="*/ 70 w 2014"/>
              <a:gd name="T15" fmla="*/ 1804 h 1804"/>
              <a:gd name="T16" fmla="*/ 70 w 2014"/>
              <a:gd name="T17" fmla="*/ 1804 h 1804"/>
              <a:gd name="T18" fmla="*/ 70 w 2014"/>
              <a:gd name="T19" fmla="*/ 1804 h 1804"/>
              <a:gd name="T20" fmla="*/ 461 w 2014"/>
              <a:gd name="T21" fmla="*/ 1561 h 1804"/>
              <a:gd name="T22" fmla="*/ 389 w 2014"/>
              <a:gd name="T23" fmla="*/ 1561 h 1804"/>
              <a:gd name="T24" fmla="*/ 389 w 2014"/>
              <a:gd name="T25" fmla="*/ 1418 h 1804"/>
              <a:gd name="T26" fmla="*/ 691 w 2014"/>
              <a:gd name="T27" fmla="*/ 1418 h 1804"/>
              <a:gd name="T28" fmla="*/ 1515 w 2014"/>
              <a:gd name="T29" fmla="*/ 907 h 1804"/>
              <a:gd name="T30" fmla="*/ 1166 w 2014"/>
              <a:gd name="T31" fmla="*/ 907 h 1804"/>
              <a:gd name="T32" fmla="*/ 1166 w 2014"/>
              <a:gd name="T33" fmla="*/ 765 h 1804"/>
              <a:gd name="T34" fmla="*/ 1745 w 2014"/>
              <a:gd name="T35" fmla="*/ 765 h 1804"/>
              <a:gd name="T36" fmla="*/ 1995 w 2014"/>
              <a:gd name="T37" fmla="*/ 609 h 1804"/>
              <a:gd name="T38" fmla="*/ 1819 w 2014"/>
              <a:gd name="T39" fmla="*/ 609 h 1804"/>
              <a:gd name="T40" fmla="*/ 1819 w 2014"/>
              <a:gd name="T41" fmla="*/ 466 h 1804"/>
              <a:gd name="T42" fmla="*/ 2014 w 2014"/>
              <a:gd name="T43" fmla="*/ 466 h 1804"/>
              <a:gd name="T44" fmla="*/ 1826 w 2014"/>
              <a:gd name="T45" fmla="*/ 270 h 1804"/>
              <a:gd name="T46" fmla="*/ 1236 w 2014"/>
              <a:gd name="T47" fmla="*/ 270 h 1804"/>
              <a:gd name="T48" fmla="*/ 1236 w 2014"/>
              <a:gd name="T49" fmla="*/ 127 h 1804"/>
              <a:gd name="T50" fmla="*/ 1607 w 2014"/>
              <a:gd name="T51" fmla="*/ 127 h 1804"/>
              <a:gd name="T52" fmla="*/ 1073 w 2014"/>
              <a:gd name="T53" fmla="*/ 0 h 1804"/>
              <a:gd name="T54" fmla="*/ 1073 w 2014"/>
              <a:gd name="T55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014" h="1804">
                <a:moveTo>
                  <a:pt x="1073" y="0"/>
                </a:moveTo>
                <a:cubicBezTo>
                  <a:pt x="1073" y="0"/>
                  <a:pt x="1073" y="0"/>
                  <a:pt x="1073" y="0"/>
                </a:cubicBezTo>
                <a:cubicBezTo>
                  <a:pt x="862" y="0"/>
                  <a:pt x="648" y="56"/>
                  <a:pt x="455" y="175"/>
                </a:cubicBezTo>
                <a:cubicBezTo>
                  <a:pt x="454" y="176"/>
                  <a:pt x="452" y="177"/>
                  <a:pt x="451" y="177"/>
                </a:cubicBezTo>
                <a:cubicBezTo>
                  <a:pt x="451" y="177"/>
                  <a:pt x="451" y="177"/>
                  <a:pt x="451" y="177"/>
                </a:cubicBezTo>
                <a:cubicBezTo>
                  <a:pt x="246" y="305"/>
                  <a:pt x="94" y="484"/>
                  <a:pt x="0" y="688"/>
                </a:cubicBezTo>
                <a:cubicBezTo>
                  <a:pt x="0" y="1674"/>
                  <a:pt x="0" y="1674"/>
                  <a:pt x="0" y="1674"/>
                </a:cubicBezTo>
                <a:cubicBezTo>
                  <a:pt x="21" y="1718"/>
                  <a:pt x="44" y="1762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461" y="1561"/>
                  <a:pt x="461" y="1561"/>
                  <a:pt x="461" y="1561"/>
                </a:cubicBezTo>
                <a:cubicBezTo>
                  <a:pt x="389" y="1561"/>
                  <a:pt x="389" y="1561"/>
                  <a:pt x="389" y="1561"/>
                </a:cubicBezTo>
                <a:cubicBezTo>
                  <a:pt x="389" y="1418"/>
                  <a:pt x="389" y="1418"/>
                  <a:pt x="389" y="1418"/>
                </a:cubicBezTo>
                <a:cubicBezTo>
                  <a:pt x="691" y="1418"/>
                  <a:pt x="691" y="1418"/>
                  <a:pt x="691" y="1418"/>
                </a:cubicBezTo>
                <a:cubicBezTo>
                  <a:pt x="1515" y="907"/>
                  <a:pt x="1515" y="907"/>
                  <a:pt x="1515" y="907"/>
                </a:cubicBezTo>
                <a:cubicBezTo>
                  <a:pt x="1166" y="907"/>
                  <a:pt x="1166" y="907"/>
                  <a:pt x="1166" y="907"/>
                </a:cubicBezTo>
                <a:cubicBezTo>
                  <a:pt x="1166" y="765"/>
                  <a:pt x="1166" y="765"/>
                  <a:pt x="1166" y="765"/>
                </a:cubicBezTo>
                <a:cubicBezTo>
                  <a:pt x="1745" y="765"/>
                  <a:pt x="1745" y="765"/>
                  <a:pt x="1745" y="765"/>
                </a:cubicBezTo>
                <a:cubicBezTo>
                  <a:pt x="1995" y="609"/>
                  <a:pt x="1995" y="609"/>
                  <a:pt x="1995" y="609"/>
                </a:cubicBezTo>
                <a:cubicBezTo>
                  <a:pt x="1819" y="609"/>
                  <a:pt x="1819" y="609"/>
                  <a:pt x="1819" y="609"/>
                </a:cubicBezTo>
                <a:cubicBezTo>
                  <a:pt x="1819" y="466"/>
                  <a:pt x="1819" y="466"/>
                  <a:pt x="1819" y="466"/>
                </a:cubicBezTo>
                <a:cubicBezTo>
                  <a:pt x="2014" y="466"/>
                  <a:pt x="2014" y="466"/>
                  <a:pt x="2014" y="466"/>
                </a:cubicBezTo>
                <a:cubicBezTo>
                  <a:pt x="1958" y="392"/>
                  <a:pt x="1895" y="327"/>
                  <a:pt x="1826" y="270"/>
                </a:cubicBezTo>
                <a:cubicBezTo>
                  <a:pt x="1236" y="270"/>
                  <a:pt x="1236" y="270"/>
                  <a:pt x="1236" y="270"/>
                </a:cubicBezTo>
                <a:cubicBezTo>
                  <a:pt x="1236" y="127"/>
                  <a:pt x="1236" y="127"/>
                  <a:pt x="1236" y="127"/>
                </a:cubicBezTo>
                <a:cubicBezTo>
                  <a:pt x="1607" y="127"/>
                  <a:pt x="1607" y="127"/>
                  <a:pt x="1607" y="127"/>
                </a:cubicBezTo>
                <a:cubicBezTo>
                  <a:pt x="1442" y="43"/>
                  <a:pt x="1258" y="0"/>
                  <a:pt x="1073" y="0"/>
                </a:cubicBezTo>
                <a:cubicBezTo>
                  <a:pt x="1073" y="0"/>
                  <a:pt x="1073" y="0"/>
                  <a:pt x="1073" y="0"/>
                </a:cubicBez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3" name="íŝḻïḍé"/>
          <p:cNvSpPr/>
          <p:nvPr>
            <p:custDataLst>
              <p:tags r:id="rId31"/>
            </p:custDataLst>
          </p:nvPr>
        </p:nvSpPr>
        <p:spPr bwMode="auto">
          <a:xfrm>
            <a:off x="1650365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4" name="isḻídè"/>
          <p:cNvSpPr/>
          <p:nvPr/>
        </p:nvSpPr>
        <p:spPr bwMode="auto">
          <a:xfrm>
            <a:off x="1650365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5" name="íṧḻiḑé"/>
          <p:cNvSpPr/>
          <p:nvPr>
            <p:custDataLst>
              <p:tags r:id="rId32"/>
            </p:custDataLst>
          </p:nvPr>
        </p:nvSpPr>
        <p:spPr bwMode="auto">
          <a:xfrm>
            <a:off x="2042160" y="2921000"/>
            <a:ext cx="273050" cy="66040"/>
          </a:xfrm>
          <a:custGeom>
            <a:avLst/>
            <a:gdLst>
              <a:gd name="T0" fmla="*/ 371 w 590"/>
              <a:gd name="T1" fmla="*/ 0 h 143"/>
              <a:gd name="T2" fmla="*/ 0 w 590"/>
              <a:gd name="T3" fmla="*/ 0 h 143"/>
              <a:gd name="T4" fmla="*/ 0 w 590"/>
              <a:gd name="T5" fmla="*/ 143 h 143"/>
              <a:gd name="T6" fmla="*/ 590 w 590"/>
              <a:gd name="T7" fmla="*/ 143 h 143"/>
              <a:gd name="T8" fmla="*/ 371 w 590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90" h="143">
                <a:moveTo>
                  <a:pt x="37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590" y="143"/>
                  <a:pt x="590" y="143"/>
                  <a:pt x="590" y="143"/>
                </a:cubicBezTo>
                <a:cubicBezTo>
                  <a:pt x="522" y="87"/>
                  <a:pt x="448" y="39"/>
                  <a:pt x="371" y="0"/>
                </a:cubicBezTo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6" name="ïšḻiḑè"/>
          <p:cNvSpPr/>
          <p:nvPr>
            <p:custDataLst>
              <p:tags r:id="rId33"/>
            </p:custDataLst>
          </p:nvPr>
        </p:nvSpPr>
        <p:spPr bwMode="auto">
          <a:xfrm>
            <a:off x="2312035" y="3077210"/>
            <a:ext cx="119380" cy="66040"/>
          </a:xfrm>
          <a:custGeom>
            <a:avLst/>
            <a:gdLst>
              <a:gd name="T0" fmla="*/ 195 w 258"/>
              <a:gd name="T1" fmla="*/ 0 h 143"/>
              <a:gd name="T2" fmla="*/ 0 w 258"/>
              <a:gd name="T3" fmla="*/ 0 h 143"/>
              <a:gd name="T4" fmla="*/ 0 w 258"/>
              <a:gd name="T5" fmla="*/ 143 h 143"/>
              <a:gd name="T6" fmla="*/ 176 w 258"/>
              <a:gd name="T7" fmla="*/ 143 h 143"/>
              <a:gd name="T8" fmla="*/ 258 w 258"/>
              <a:gd name="T9" fmla="*/ 92 h 143"/>
              <a:gd name="T10" fmla="*/ 195 w 258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8" h="143">
                <a:moveTo>
                  <a:pt x="195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176" y="143"/>
                  <a:pt x="176" y="143"/>
                  <a:pt x="176" y="143"/>
                </a:cubicBezTo>
                <a:cubicBezTo>
                  <a:pt x="258" y="92"/>
                  <a:pt x="258" y="92"/>
                  <a:pt x="258" y="92"/>
                </a:cubicBezTo>
                <a:cubicBezTo>
                  <a:pt x="239" y="60"/>
                  <a:pt x="218" y="30"/>
                  <a:pt x="195" y="0"/>
                </a:cubicBezTo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7" name="ïṡlíḑe"/>
          <p:cNvSpPr/>
          <p:nvPr>
            <p:custDataLst>
              <p:tags r:id="rId34"/>
            </p:custDataLst>
          </p:nvPr>
        </p:nvSpPr>
        <p:spPr bwMode="auto">
          <a:xfrm>
            <a:off x="2009775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8" name="ïṥľiḋè"/>
          <p:cNvSpPr/>
          <p:nvPr/>
        </p:nvSpPr>
        <p:spPr bwMode="auto">
          <a:xfrm>
            <a:off x="2009775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9" name="íšļiḋê"/>
          <p:cNvSpPr/>
          <p:nvPr/>
        </p:nvSpPr>
        <p:spPr bwMode="auto">
          <a:xfrm>
            <a:off x="1421130" y="2861945"/>
            <a:ext cx="545465" cy="546735"/>
          </a:xfrm>
          <a:custGeom>
            <a:avLst/>
            <a:gdLst>
              <a:gd name="T0" fmla="*/ 559 w 1181"/>
              <a:gd name="T1" fmla="*/ 177 h 1183"/>
              <a:gd name="T2" fmla="*/ 559 w 1181"/>
              <a:gd name="T3" fmla="*/ 177 h 1183"/>
              <a:gd name="T4" fmla="*/ 1 w 1181"/>
              <a:gd name="T5" fmla="*/ 1183 h 1183"/>
              <a:gd name="T6" fmla="*/ 108 w 1181"/>
              <a:gd name="T7" fmla="*/ 688 h 1183"/>
              <a:gd name="T8" fmla="*/ 559 w 1181"/>
              <a:gd name="T9" fmla="*/ 177 h 1183"/>
              <a:gd name="T10" fmla="*/ 559 w 1181"/>
              <a:gd name="T11" fmla="*/ 177 h 1183"/>
              <a:gd name="T12" fmla="*/ 1181 w 1181"/>
              <a:gd name="T13" fmla="*/ 0 h 1183"/>
              <a:gd name="T14" fmla="*/ 563 w 1181"/>
              <a:gd name="T15" fmla="*/ 175 h 1183"/>
              <a:gd name="T16" fmla="*/ 1181 w 1181"/>
              <a:gd name="T17" fmla="*/ 0 h 1183"/>
              <a:gd name="T18" fmla="*/ 1181 w 1181"/>
              <a:gd name="T19" fmla="*/ 0 h 1183"/>
              <a:gd name="T20" fmla="*/ 1181 w 1181"/>
              <a:gd name="T21" fmla="*/ 0 h 1183"/>
              <a:gd name="T22" fmla="*/ 1181 w 1181"/>
              <a:gd name="T23" fmla="*/ 0 h 1183"/>
              <a:gd name="T24" fmla="*/ 1181 w 1181"/>
              <a:gd name="T25" fmla="*/ 0 h 11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181" h="1183">
                <a:moveTo>
                  <a:pt x="559" y="177"/>
                </a:moveTo>
                <a:cubicBezTo>
                  <a:pt x="559" y="177"/>
                  <a:pt x="559" y="177"/>
                  <a:pt x="559" y="177"/>
                </a:cubicBezTo>
                <a:cubicBezTo>
                  <a:pt x="199" y="401"/>
                  <a:pt x="0" y="787"/>
                  <a:pt x="1" y="1183"/>
                </a:cubicBezTo>
                <a:cubicBezTo>
                  <a:pt x="0" y="1012"/>
                  <a:pt x="37" y="843"/>
                  <a:pt x="108" y="688"/>
                </a:cubicBezTo>
                <a:cubicBezTo>
                  <a:pt x="202" y="484"/>
                  <a:pt x="354" y="305"/>
                  <a:pt x="559" y="177"/>
                </a:cubicBezTo>
                <a:cubicBezTo>
                  <a:pt x="559" y="177"/>
                  <a:pt x="559" y="177"/>
                  <a:pt x="559" y="177"/>
                </a:cubicBezTo>
                <a:moveTo>
                  <a:pt x="1181" y="0"/>
                </a:moveTo>
                <a:cubicBezTo>
                  <a:pt x="970" y="0"/>
                  <a:pt x="756" y="56"/>
                  <a:pt x="563" y="175"/>
                </a:cubicBezTo>
                <a:cubicBezTo>
                  <a:pt x="756" y="56"/>
                  <a:pt x="970" y="0"/>
                  <a:pt x="1181" y="0"/>
                </a:cubicBezTo>
                <a:moveTo>
                  <a:pt x="1181" y="0"/>
                </a:move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</a:path>
            </a:pathLst>
          </a:custGeom>
          <a:solidFill>
            <a:srgbClr val="355F5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0" name="iṥlïdê"/>
          <p:cNvSpPr/>
          <p:nvPr>
            <p:custDataLst>
              <p:tags r:id="rId35"/>
            </p:custDataLst>
          </p:nvPr>
        </p:nvSpPr>
        <p:spPr bwMode="auto">
          <a:xfrm>
            <a:off x="1503680" y="3143250"/>
            <a:ext cx="1009015" cy="808990"/>
          </a:xfrm>
          <a:custGeom>
            <a:avLst/>
            <a:gdLst>
              <a:gd name="T0" fmla="*/ 2153 w 2183"/>
              <a:gd name="T1" fmla="*/ 298 h 1753"/>
              <a:gd name="T2" fmla="*/ 1445 w 2183"/>
              <a:gd name="T3" fmla="*/ 298 h 1753"/>
              <a:gd name="T4" fmla="*/ 621 w 2183"/>
              <a:gd name="T5" fmla="*/ 809 h 1753"/>
              <a:gd name="T6" fmla="*/ 1188 w 2183"/>
              <a:gd name="T7" fmla="*/ 809 h 1753"/>
              <a:gd name="T8" fmla="*/ 1188 w 2183"/>
              <a:gd name="T9" fmla="*/ 952 h 1753"/>
              <a:gd name="T10" fmla="*/ 391 w 2183"/>
              <a:gd name="T11" fmla="*/ 952 h 1753"/>
              <a:gd name="T12" fmla="*/ 0 w 2183"/>
              <a:gd name="T13" fmla="*/ 1195 h 1753"/>
              <a:gd name="T14" fmla="*/ 0 w 2183"/>
              <a:gd name="T15" fmla="*/ 1195 h 1753"/>
              <a:gd name="T16" fmla="*/ 2 w 2183"/>
              <a:gd name="T17" fmla="*/ 1198 h 1753"/>
              <a:gd name="T18" fmla="*/ 5 w 2183"/>
              <a:gd name="T19" fmla="*/ 1203 h 1753"/>
              <a:gd name="T20" fmla="*/ 6 w 2183"/>
              <a:gd name="T21" fmla="*/ 1203 h 1753"/>
              <a:gd name="T22" fmla="*/ 1005 w 2183"/>
              <a:gd name="T23" fmla="*/ 1753 h 1753"/>
              <a:gd name="T24" fmla="*/ 1005 w 2183"/>
              <a:gd name="T25" fmla="*/ 1753 h 1753"/>
              <a:gd name="T26" fmla="*/ 1005 w 2183"/>
              <a:gd name="T27" fmla="*/ 1753 h 1753"/>
              <a:gd name="T28" fmla="*/ 1627 w 2183"/>
              <a:gd name="T29" fmla="*/ 1576 h 1753"/>
              <a:gd name="T30" fmla="*/ 1627 w 2183"/>
              <a:gd name="T31" fmla="*/ 1576 h 1753"/>
              <a:gd name="T32" fmla="*/ 1939 w 2183"/>
              <a:gd name="T33" fmla="*/ 1295 h 1753"/>
              <a:gd name="T34" fmla="*/ 1512 w 2183"/>
              <a:gd name="T35" fmla="*/ 1295 h 1753"/>
              <a:gd name="T36" fmla="*/ 1512 w 2183"/>
              <a:gd name="T37" fmla="*/ 1152 h 1753"/>
              <a:gd name="T38" fmla="*/ 2033 w 2183"/>
              <a:gd name="T39" fmla="*/ 1152 h 1753"/>
              <a:gd name="T40" fmla="*/ 2122 w 2183"/>
              <a:gd name="T41" fmla="*/ 952 h 1753"/>
              <a:gd name="T42" fmla="*/ 1393 w 2183"/>
              <a:gd name="T43" fmla="*/ 952 h 1753"/>
              <a:gd name="T44" fmla="*/ 1393 w 2183"/>
              <a:gd name="T45" fmla="*/ 809 h 1753"/>
              <a:gd name="T46" fmla="*/ 2161 w 2183"/>
              <a:gd name="T47" fmla="*/ 809 h 1753"/>
              <a:gd name="T48" fmla="*/ 2183 w 2183"/>
              <a:gd name="T49" fmla="*/ 638 h 1753"/>
              <a:gd name="T50" fmla="*/ 1690 w 2183"/>
              <a:gd name="T51" fmla="*/ 638 h 1753"/>
              <a:gd name="T52" fmla="*/ 1690 w 2183"/>
              <a:gd name="T53" fmla="*/ 495 h 1753"/>
              <a:gd name="T54" fmla="*/ 2183 w 2183"/>
              <a:gd name="T55" fmla="*/ 495 h 1753"/>
              <a:gd name="T56" fmla="*/ 2153 w 2183"/>
              <a:gd name="T57" fmla="*/ 298 h 1753"/>
              <a:gd name="T58" fmla="*/ 2037 w 2183"/>
              <a:gd name="T59" fmla="*/ 0 h 1753"/>
              <a:gd name="T60" fmla="*/ 1925 w 2183"/>
              <a:gd name="T61" fmla="*/ 0 h 1753"/>
              <a:gd name="T62" fmla="*/ 1675 w 2183"/>
              <a:gd name="T63" fmla="*/ 156 h 1753"/>
              <a:gd name="T64" fmla="*/ 2109 w 2183"/>
              <a:gd name="T65" fmla="*/ 156 h 1753"/>
              <a:gd name="T66" fmla="*/ 2037 w 2183"/>
              <a:gd name="T67" fmla="*/ 0 h 17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183" h="1753">
                <a:moveTo>
                  <a:pt x="2153" y="298"/>
                </a:moveTo>
                <a:cubicBezTo>
                  <a:pt x="1445" y="298"/>
                  <a:pt x="1445" y="298"/>
                  <a:pt x="1445" y="298"/>
                </a:cubicBezTo>
                <a:cubicBezTo>
                  <a:pt x="621" y="809"/>
                  <a:pt x="621" y="809"/>
                  <a:pt x="621" y="809"/>
                </a:cubicBezTo>
                <a:cubicBezTo>
                  <a:pt x="1188" y="809"/>
                  <a:pt x="1188" y="809"/>
                  <a:pt x="1188" y="809"/>
                </a:cubicBezTo>
                <a:cubicBezTo>
                  <a:pt x="1188" y="952"/>
                  <a:pt x="1188" y="952"/>
                  <a:pt x="1188" y="952"/>
                </a:cubicBezTo>
                <a:cubicBezTo>
                  <a:pt x="391" y="952"/>
                  <a:pt x="391" y="952"/>
                  <a:pt x="391" y="952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1" y="1196"/>
                  <a:pt x="2" y="1197"/>
                  <a:pt x="2" y="1198"/>
                </a:cubicBezTo>
                <a:cubicBezTo>
                  <a:pt x="3" y="1200"/>
                  <a:pt x="4" y="1201"/>
                  <a:pt x="5" y="1203"/>
                </a:cubicBezTo>
                <a:cubicBezTo>
                  <a:pt x="5" y="1203"/>
                  <a:pt x="5" y="1203"/>
                  <a:pt x="6" y="1203"/>
                </a:cubicBezTo>
                <a:cubicBezTo>
                  <a:pt x="230" y="1558"/>
                  <a:pt x="613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218" y="1753"/>
                  <a:pt x="1433" y="1696"/>
                  <a:pt x="1627" y="1576"/>
                </a:cubicBezTo>
                <a:cubicBezTo>
                  <a:pt x="1627" y="1576"/>
                  <a:pt x="1627" y="1576"/>
                  <a:pt x="1627" y="1576"/>
                </a:cubicBezTo>
                <a:cubicBezTo>
                  <a:pt x="1750" y="1499"/>
                  <a:pt x="1855" y="1403"/>
                  <a:pt x="1939" y="1295"/>
                </a:cubicBezTo>
                <a:cubicBezTo>
                  <a:pt x="1512" y="1295"/>
                  <a:pt x="1512" y="1295"/>
                  <a:pt x="1512" y="1295"/>
                </a:cubicBezTo>
                <a:cubicBezTo>
                  <a:pt x="1512" y="1152"/>
                  <a:pt x="1512" y="1152"/>
                  <a:pt x="1512" y="1152"/>
                </a:cubicBezTo>
                <a:cubicBezTo>
                  <a:pt x="2033" y="1152"/>
                  <a:pt x="2033" y="1152"/>
                  <a:pt x="2033" y="1152"/>
                </a:cubicBezTo>
                <a:cubicBezTo>
                  <a:pt x="2069" y="1088"/>
                  <a:pt x="2099" y="1021"/>
                  <a:pt x="2122" y="952"/>
                </a:cubicBezTo>
                <a:cubicBezTo>
                  <a:pt x="1393" y="952"/>
                  <a:pt x="1393" y="952"/>
                  <a:pt x="1393" y="952"/>
                </a:cubicBezTo>
                <a:cubicBezTo>
                  <a:pt x="1393" y="809"/>
                  <a:pt x="1393" y="809"/>
                  <a:pt x="1393" y="809"/>
                </a:cubicBezTo>
                <a:cubicBezTo>
                  <a:pt x="2161" y="809"/>
                  <a:pt x="2161" y="809"/>
                  <a:pt x="2161" y="809"/>
                </a:cubicBezTo>
                <a:cubicBezTo>
                  <a:pt x="2173" y="753"/>
                  <a:pt x="2180" y="696"/>
                  <a:pt x="2183" y="638"/>
                </a:cubicBezTo>
                <a:cubicBezTo>
                  <a:pt x="1690" y="638"/>
                  <a:pt x="1690" y="638"/>
                  <a:pt x="1690" y="638"/>
                </a:cubicBezTo>
                <a:cubicBezTo>
                  <a:pt x="1690" y="495"/>
                  <a:pt x="1690" y="495"/>
                  <a:pt x="1690" y="495"/>
                </a:cubicBezTo>
                <a:cubicBezTo>
                  <a:pt x="2183" y="495"/>
                  <a:pt x="2183" y="495"/>
                  <a:pt x="2183" y="495"/>
                </a:cubicBezTo>
                <a:cubicBezTo>
                  <a:pt x="2178" y="429"/>
                  <a:pt x="2169" y="363"/>
                  <a:pt x="2153" y="298"/>
                </a:cubicBezTo>
                <a:moveTo>
                  <a:pt x="2037" y="0"/>
                </a:moveTo>
                <a:cubicBezTo>
                  <a:pt x="1925" y="0"/>
                  <a:pt x="1925" y="0"/>
                  <a:pt x="1925" y="0"/>
                </a:cubicBezTo>
                <a:cubicBezTo>
                  <a:pt x="1675" y="156"/>
                  <a:pt x="1675" y="156"/>
                  <a:pt x="1675" y="156"/>
                </a:cubicBezTo>
                <a:cubicBezTo>
                  <a:pt x="2109" y="156"/>
                  <a:pt x="2109" y="156"/>
                  <a:pt x="2109" y="156"/>
                </a:cubicBezTo>
                <a:cubicBezTo>
                  <a:pt x="2089" y="103"/>
                  <a:pt x="2065" y="51"/>
                  <a:pt x="2037" y="0"/>
                </a:cubicBezTo>
              </a:path>
            </a:pathLst>
          </a:custGeom>
          <a:solidFill>
            <a:schemeClr val="accent1">
              <a:lumMod val="40000"/>
              <a:lumOff val="60000"/>
              <a:alpha val="53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1" name="ïşḻîďè"/>
          <p:cNvSpPr/>
          <p:nvPr/>
        </p:nvSpPr>
        <p:spPr bwMode="auto">
          <a:xfrm>
            <a:off x="1684655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  <a:close/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2" name="íslîdê"/>
          <p:cNvSpPr/>
          <p:nvPr/>
        </p:nvSpPr>
        <p:spPr bwMode="auto">
          <a:xfrm>
            <a:off x="1684655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3" name="íṧļïḍè"/>
          <p:cNvSpPr/>
          <p:nvPr/>
        </p:nvSpPr>
        <p:spPr bwMode="auto">
          <a:xfrm>
            <a:off x="2393315" y="3119120"/>
            <a:ext cx="51435" cy="24130"/>
          </a:xfrm>
          <a:custGeom>
            <a:avLst/>
            <a:gdLst>
              <a:gd name="T0" fmla="*/ 82 w 112"/>
              <a:gd name="T1" fmla="*/ 0 h 51"/>
              <a:gd name="T2" fmla="*/ 0 w 112"/>
              <a:gd name="T3" fmla="*/ 51 h 51"/>
              <a:gd name="T4" fmla="*/ 112 w 112"/>
              <a:gd name="T5" fmla="*/ 51 h 51"/>
              <a:gd name="T6" fmla="*/ 82 w 112"/>
              <a:gd name="T7" fmla="*/ 0 h 51"/>
              <a:gd name="T8" fmla="*/ 82 w 112"/>
              <a:gd name="T9" fmla="*/ 0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2" h="51">
                <a:moveTo>
                  <a:pt x="82" y="0"/>
                </a:moveTo>
                <a:cubicBezTo>
                  <a:pt x="0" y="51"/>
                  <a:pt x="0" y="51"/>
                  <a:pt x="0" y="51"/>
                </a:cubicBezTo>
                <a:cubicBezTo>
                  <a:pt x="112" y="51"/>
                  <a:pt x="112" y="51"/>
                  <a:pt x="112" y="51"/>
                </a:cubicBezTo>
                <a:cubicBezTo>
                  <a:pt x="103" y="34"/>
                  <a:pt x="93" y="17"/>
                  <a:pt x="82" y="0"/>
                </a:cubicBezTo>
                <a:cubicBezTo>
                  <a:pt x="82" y="0"/>
                  <a:pt x="82" y="0"/>
                  <a:pt x="82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4" name="iSļîḑé"/>
          <p:cNvSpPr/>
          <p:nvPr/>
        </p:nvSpPr>
        <p:spPr bwMode="auto">
          <a:xfrm>
            <a:off x="2171065" y="3215640"/>
            <a:ext cx="327660" cy="65405"/>
          </a:xfrm>
          <a:custGeom>
            <a:avLst/>
            <a:gdLst>
              <a:gd name="T0" fmla="*/ 664 w 708"/>
              <a:gd name="T1" fmla="*/ 0 h 142"/>
              <a:gd name="T2" fmla="*/ 230 w 708"/>
              <a:gd name="T3" fmla="*/ 0 h 142"/>
              <a:gd name="T4" fmla="*/ 0 w 708"/>
              <a:gd name="T5" fmla="*/ 142 h 142"/>
              <a:gd name="T6" fmla="*/ 708 w 708"/>
              <a:gd name="T7" fmla="*/ 142 h 142"/>
              <a:gd name="T8" fmla="*/ 664 w 708"/>
              <a:gd name="T9" fmla="*/ 0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08" h="142">
                <a:moveTo>
                  <a:pt x="664" y="0"/>
                </a:moveTo>
                <a:cubicBezTo>
                  <a:pt x="230" y="0"/>
                  <a:pt x="230" y="0"/>
                  <a:pt x="230" y="0"/>
                </a:cubicBezTo>
                <a:cubicBezTo>
                  <a:pt x="0" y="142"/>
                  <a:pt x="0" y="142"/>
                  <a:pt x="0" y="142"/>
                </a:cubicBezTo>
                <a:cubicBezTo>
                  <a:pt x="708" y="142"/>
                  <a:pt x="708" y="142"/>
                  <a:pt x="708" y="142"/>
                </a:cubicBezTo>
                <a:cubicBezTo>
                  <a:pt x="697" y="94"/>
                  <a:pt x="682" y="47"/>
                  <a:pt x="664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5" name="iṣḷïďê"/>
          <p:cNvSpPr/>
          <p:nvPr/>
        </p:nvSpPr>
        <p:spPr bwMode="auto">
          <a:xfrm>
            <a:off x="2284095" y="3371850"/>
            <a:ext cx="229235" cy="65405"/>
          </a:xfrm>
          <a:custGeom>
            <a:avLst/>
            <a:gdLst>
              <a:gd name="T0" fmla="*/ 493 w 495"/>
              <a:gd name="T1" fmla="*/ 0 h 143"/>
              <a:gd name="T2" fmla="*/ 0 w 495"/>
              <a:gd name="T3" fmla="*/ 0 h 143"/>
              <a:gd name="T4" fmla="*/ 0 w 495"/>
              <a:gd name="T5" fmla="*/ 143 h 143"/>
              <a:gd name="T6" fmla="*/ 493 w 495"/>
              <a:gd name="T7" fmla="*/ 143 h 143"/>
              <a:gd name="T8" fmla="*/ 495 w 495"/>
              <a:gd name="T9" fmla="*/ 76 h 143"/>
              <a:gd name="T10" fmla="*/ 493 w 495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95" h="143">
                <a:moveTo>
                  <a:pt x="493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93" y="143"/>
                  <a:pt x="493" y="143"/>
                  <a:pt x="493" y="143"/>
                </a:cubicBezTo>
                <a:cubicBezTo>
                  <a:pt x="495" y="120"/>
                  <a:pt x="495" y="98"/>
                  <a:pt x="495" y="76"/>
                </a:cubicBezTo>
                <a:cubicBezTo>
                  <a:pt x="495" y="50"/>
                  <a:pt x="494" y="25"/>
                  <a:pt x="493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6" name="ïsľíḍé"/>
          <p:cNvSpPr/>
          <p:nvPr/>
        </p:nvSpPr>
        <p:spPr bwMode="auto">
          <a:xfrm>
            <a:off x="2146935" y="3516630"/>
            <a:ext cx="354965" cy="66040"/>
          </a:xfrm>
          <a:custGeom>
            <a:avLst/>
            <a:gdLst>
              <a:gd name="T0" fmla="*/ 768 w 768"/>
              <a:gd name="T1" fmla="*/ 0 h 143"/>
              <a:gd name="T2" fmla="*/ 0 w 768"/>
              <a:gd name="T3" fmla="*/ 0 h 143"/>
              <a:gd name="T4" fmla="*/ 0 w 768"/>
              <a:gd name="T5" fmla="*/ 143 h 143"/>
              <a:gd name="T6" fmla="*/ 729 w 768"/>
              <a:gd name="T7" fmla="*/ 143 h 143"/>
              <a:gd name="T8" fmla="*/ 768 w 768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143">
                <a:moveTo>
                  <a:pt x="76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729" y="143"/>
                  <a:pt x="729" y="143"/>
                  <a:pt x="729" y="143"/>
                </a:cubicBezTo>
                <a:cubicBezTo>
                  <a:pt x="745" y="97"/>
                  <a:pt x="758" y="49"/>
                  <a:pt x="768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7" name="iṡḷiḓe"/>
          <p:cNvSpPr/>
          <p:nvPr/>
        </p:nvSpPr>
        <p:spPr bwMode="auto">
          <a:xfrm>
            <a:off x="2202815" y="3674745"/>
            <a:ext cx="240665" cy="66040"/>
          </a:xfrm>
          <a:custGeom>
            <a:avLst/>
            <a:gdLst>
              <a:gd name="T0" fmla="*/ 521 w 521"/>
              <a:gd name="T1" fmla="*/ 0 h 143"/>
              <a:gd name="T2" fmla="*/ 0 w 521"/>
              <a:gd name="T3" fmla="*/ 0 h 143"/>
              <a:gd name="T4" fmla="*/ 0 w 521"/>
              <a:gd name="T5" fmla="*/ 143 h 143"/>
              <a:gd name="T6" fmla="*/ 427 w 521"/>
              <a:gd name="T7" fmla="*/ 143 h 143"/>
              <a:gd name="T8" fmla="*/ 521 w 521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21" h="143">
                <a:moveTo>
                  <a:pt x="52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27" y="143"/>
                  <a:pt x="427" y="143"/>
                  <a:pt x="427" y="143"/>
                </a:cubicBezTo>
                <a:cubicBezTo>
                  <a:pt x="462" y="97"/>
                  <a:pt x="494" y="49"/>
                  <a:pt x="521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8" name="išḷîḓè"/>
          <p:cNvSpPr/>
          <p:nvPr/>
        </p:nvSpPr>
        <p:spPr bwMode="auto">
          <a:xfrm>
            <a:off x="1503680" y="3119120"/>
            <a:ext cx="1009650" cy="833120"/>
          </a:xfrm>
          <a:custGeom>
            <a:avLst/>
            <a:gdLst>
              <a:gd name="T0" fmla="*/ 1005 w 2185"/>
              <a:gd name="T1" fmla="*/ 1804 h 1804"/>
              <a:gd name="T2" fmla="*/ 1005 w 2185"/>
              <a:gd name="T3" fmla="*/ 1804 h 1804"/>
              <a:gd name="T4" fmla="*/ 1005 w 2185"/>
              <a:gd name="T5" fmla="*/ 1804 h 1804"/>
              <a:gd name="T6" fmla="*/ 1005 w 2185"/>
              <a:gd name="T7" fmla="*/ 1804 h 1804"/>
              <a:gd name="T8" fmla="*/ 1627 w 2185"/>
              <a:gd name="T9" fmla="*/ 1627 h 1804"/>
              <a:gd name="T10" fmla="*/ 1005 w 2185"/>
              <a:gd name="T11" fmla="*/ 1804 h 1804"/>
              <a:gd name="T12" fmla="*/ 1627 w 2185"/>
              <a:gd name="T13" fmla="*/ 1627 h 1804"/>
              <a:gd name="T14" fmla="*/ 5 w 2185"/>
              <a:gd name="T15" fmla="*/ 1254 h 1804"/>
              <a:gd name="T16" fmla="*/ 6 w 2185"/>
              <a:gd name="T17" fmla="*/ 1254 h 1804"/>
              <a:gd name="T18" fmla="*/ 5 w 2185"/>
              <a:gd name="T19" fmla="*/ 1254 h 1804"/>
              <a:gd name="T20" fmla="*/ 0 w 2185"/>
              <a:gd name="T21" fmla="*/ 1246 h 1804"/>
              <a:gd name="T22" fmla="*/ 2 w 2185"/>
              <a:gd name="T23" fmla="*/ 1249 h 1804"/>
              <a:gd name="T24" fmla="*/ 0 w 2185"/>
              <a:gd name="T25" fmla="*/ 1246 h 1804"/>
              <a:gd name="T26" fmla="*/ 2007 w 2185"/>
              <a:gd name="T27" fmla="*/ 0 h 1804"/>
              <a:gd name="T28" fmla="*/ 2007 w 2185"/>
              <a:gd name="T29" fmla="*/ 0 h 1804"/>
              <a:gd name="T30" fmla="*/ 2007 w 2185"/>
              <a:gd name="T31" fmla="*/ 0 h 1804"/>
              <a:gd name="T32" fmla="*/ 2007 w 2185"/>
              <a:gd name="T33" fmla="*/ 0 h 1804"/>
              <a:gd name="T34" fmla="*/ 2007 w 2185"/>
              <a:gd name="T35" fmla="*/ 0 h 1804"/>
              <a:gd name="T36" fmla="*/ 2037 w 2185"/>
              <a:gd name="T37" fmla="*/ 51 h 1804"/>
              <a:gd name="T38" fmla="*/ 2109 w 2185"/>
              <a:gd name="T39" fmla="*/ 207 h 1804"/>
              <a:gd name="T40" fmla="*/ 2153 w 2185"/>
              <a:gd name="T41" fmla="*/ 349 h 1804"/>
              <a:gd name="T42" fmla="*/ 2183 w 2185"/>
              <a:gd name="T43" fmla="*/ 546 h 1804"/>
              <a:gd name="T44" fmla="*/ 2185 w 2185"/>
              <a:gd name="T45" fmla="*/ 622 h 1804"/>
              <a:gd name="T46" fmla="*/ 2007 w 2185"/>
              <a:gd name="T47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185" h="1804">
                <a:moveTo>
                  <a:pt x="1005" y="1804"/>
                </a:move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moveTo>
                  <a:pt x="1627" y="1627"/>
                </a:moveTo>
                <a:cubicBezTo>
                  <a:pt x="1433" y="1747"/>
                  <a:pt x="1218" y="1804"/>
                  <a:pt x="1005" y="1804"/>
                </a:cubicBezTo>
                <a:cubicBezTo>
                  <a:pt x="1218" y="1804"/>
                  <a:pt x="1433" y="1747"/>
                  <a:pt x="1627" y="1627"/>
                </a:cubicBezTo>
                <a:moveTo>
                  <a:pt x="5" y="1254"/>
                </a:moveTo>
                <a:cubicBezTo>
                  <a:pt x="5" y="1254"/>
                  <a:pt x="5" y="1254"/>
                  <a:pt x="6" y="1254"/>
                </a:cubicBezTo>
                <a:cubicBezTo>
                  <a:pt x="5" y="1254"/>
                  <a:pt x="5" y="1254"/>
                  <a:pt x="5" y="1254"/>
                </a:cubicBezTo>
                <a:moveTo>
                  <a:pt x="0" y="1246"/>
                </a:moveTo>
                <a:cubicBezTo>
                  <a:pt x="1" y="1247"/>
                  <a:pt x="2" y="1248"/>
                  <a:pt x="2" y="1249"/>
                </a:cubicBezTo>
                <a:cubicBezTo>
                  <a:pt x="2" y="1248"/>
                  <a:pt x="1" y="1247"/>
                  <a:pt x="0" y="1246"/>
                </a:cubicBezTo>
                <a:moveTo>
                  <a:pt x="2007" y="0"/>
                </a:move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18" y="17"/>
                  <a:pt x="2028" y="34"/>
                  <a:pt x="2037" y="51"/>
                </a:cubicBezTo>
                <a:cubicBezTo>
                  <a:pt x="2065" y="102"/>
                  <a:pt x="2089" y="154"/>
                  <a:pt x="2109" y="207"/>
                </a:cubicBezTo>
                <a:cubicBezTo>
                  <a:pt x="2127" y="254"/>
                  <a:pt x="2142" y="301"/>
                  <a:pt x="2153" y="349"/>
                </a:cubicBezTo>
                <a:cubicBezTo>
                  <a:pt x="2169" y="414"/>
                  <a:pt x="2178" y="480"/>
                  <a:pt x="2183" y="546"/>
                </a:cubicBezTo>
                <a:cubicBezTo>
                  <a:pt x="2184" y="571"/>
                  <a:pt x="2185" y="596"/>
                  <a:pt x="2185" y="622"/>
                </a:cubicBezTo>
                <a:cubicBezTo>
                  <a:pt x="2185" y="409"/>
                  <a:pt x="2128" y="194"/>
                  <a:pt x="2007" y="0"/>
                </a:cubicBezTo>
              </a:path>
            </a:pathLst>
          </a:custGeom>
          <a:solidFill>
            <a:srgbClr val="2F575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9" name="íṡlïḓe"/>
          <p:cNvSpPr/>
          <p:nvPr/>
        </p:nvSpPr>
        <p:spPr bwMode="auto">
          <a:xfrm>
            <a:off x="1531620" y="2887345"/>
            <a:ext cx="588645" cy="422275"/>
          </a:xfrm>
          <a:custGeom>
            <a:avLst/>
            <a:gdLst>
              <a:gd name="T0" fmla="*/ 69 w 1272"/>
              <a:gd name="T1" fmla="*/ 909 h 914"/>
              <a:gd name="T2" fmla="*/ 4 w 1272"/>
              <a:gd name="T3" fmla="*/ 823 h 914"/>
              <a:gd name="T4" fmla="*/ 356 w 1272"/>
              <a:gd name="T5" fmla="*/ 268 h 914"/>
              <a:gd name="T6" fmla="*/ 1214 w 1272"/>
              <a:gd name="T7" fmla="*/ 183 h 914"/>
              <a:gd name="T8" fmla="*/ 1254 w 1272"/>
              <a:gd name="T9" fmla="*/ 287 h 914"/>
              <a:gd name="T10" fmla="*/ 1151 w 1272"/>
              <a:gd name="T11" fmla="*/ 327 h 914"/>
              <a:gd name="T12" fmla="*/ 439 w 1272"/>
              <a:gd name="T13" fmla="*/ 402 h 914"/>
              <a:gd name="T14" fmla="*/ 160 w 1272"/>
              <a:gd name="T15" fmla="*/ 840 h 914"/>
              <a:gd name="T16" fmla="*/ 74 w 1272"/>
              <a:gd name="T17" fmla="*/ 910 h 914"/>
              <a:gd name="T18" fmla="*/ 69 w 1272"/>
              <a:gd name="T19" fmla="*/ 909 h 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272" h="914">
                <a:moveTo>
                  <a:pt x="69" y="909"/>
                </a:moveTo>
                <a:cubicBezTo>
                  <a:pt x="28" y="902"/>
                  <a:pt x="0" y="865"/>
                  <a:pt x="4" y="823"/>
                </a:cubicBezTo>
                <a:cubicBezTo>
                  <a:pt x="6" y="809"/>
                  <a:pt x="46" y="462"/>
                  <a:pt x="356" y="268"/>
                </a:cubicBezTo>
                <a:cubicBezTo>
                  <a:pt x="788" y="0"/>
                  <a:pt x="1197" y="176"/>
                  <a:pt x="1214" y="183"/>
                </a:cubicBezTo>
                <a:cubicBezTo>
                  <a:pt x="1254" y="201"/>
                  <a:pt x="1272" y="247"/>
                  <a:pt x="1254" y="287"/>
                </a:cubicBezTo>
                <a:cubicBezTo>
                  <a:pt x="1237" y="327"/>
                  <a:pt x="1191" y="345"/>
                  <a:pt x="1151" y="327"/>
                </a:cubicBezTo>
                <a:cubicBezTo>
                  <a:pt x="1137" y="321"/>
                  <a:pt x="798" y="178"/>
                  <a:pt x="439" y="402"/>
                </a:cubicBezTo>
                <a:cubicBezTo>
                  <a:pt x="193" y="555"/>
                  <a:pt x="161" y="837"/>
                  <a:pt x="160" y="840"/>
                </a:cubicBezTo>
                <a:cubicBezTo>
                  <a:pt x="156" y="883"/>
                  <a:pt x="117" y="914"/>
                  <a:pt x="74" y="910"/>
                </a:cubicBezTo>
                <a:cubicBezTo>
                  <a:pt x="72" y="910"/>
                  <a:pt x="71" y="909"/>
                  <a:pt x="69" y="90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0" name="iṡlíḍe"/>
          <p:cNvSpPr/>
          <p:nvPr/>
        </p:nvSpPr>
        <p:spPr bwMode="auto">
          <a:xfrm>
            <a:off x="1355725" y="2797175"/>
            <a:ext cx="1216660" cy="1214120"/>
          </a:xfrm>
          <a:custGeom>
            <a:avLst/>
            <a:gdLst>
              <a:gd name="T0" fmla="*/ 1114 w 2631"/>
              <a:gd name="T1" fmla="*/ 2520 h 2631"/>
              <a:gd name="T2" fmla="*/ 112 w 2631"/>
              <a:gd name="T3" fmla="*/ 1114 h 2631"/>
              <a:gd name="T4" fmla="*/ 1517 w 2631"/>
              <a:gd name="T5" fmla="*/ 111 h 2631"/>
              <a:gd name="T6" fmla="*/ 2520 w 2631"/>
              <a:gd name="T7" fmla="*/ 1517 h 2631"/>
              <a:gd name="T8" fmla="*/ 1114 w 2631"/>
              <a:gd name="T9" fmla="*/ 2520 h 2631"/>
              <a:gd name="T10" fmla="*/ 1508 w 2631"/>
              <a:gd name="T11" fmla="*/ 168 h 2631"/>
              <a:gd name="T12" fmla="*/ 168 w 2631"/>
              <a:gd name="T13" fmla="*/ 1123 h 2631"/>
              <a:gd name="T14" fmla="*/ 1124 w 2631"/>
              <a:gd name="T15" fmla="*/ 2464 h 2631"/>
              <a:gd name="T16" fmla="*/ 2464 w 2631"/>
              <a:gd name="T17" fmla="*/ 1508 h 2631"/>
              <a:gd name="T18" fmla="*/ 1508 w 2631"/>
              <a:gd name="T19" fmla="*/ 168 h 26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631" h="2631">
                <a:moveTo>
                  <a:pt x="1114" y="2520"/>
                </a:moveTo>
                <a:cubicBezTo>
                  <a:pt x="450" y="2409"/>
                  <a:pt x="0" y="1778"/>
                  <a:pt x="112" y="1114"/>
                </a:cubicBezTo>
                <a:cubicBezTo>
                  <a:pt x="223" y="450"/>
                  <a:pt x="853" y="0"/>
                  <a:pt x="1517" y="111"/>
                </a:cubicBezTo>
                <a:cubicBezTo>
                  <a:pt x="2181" y="222"/>
                  <a:pt x="2631" y="853"/>
                  <a:pt x="2520" y="1517"/>
                </a:cubicBezTo>
                <a:cubicBezTo>
                  <a:pt x="2409" y="2181"/>
                  <a:pt x="1778" y="2631"/>
                  <a:pt x="1114" y="2520"/>
                </a:cubicBezTo>
                <a:close/>
                <a:moveTo>
                  <a:pt x="1508" y="168"/>
                </a:moveTo>
                <a:cubicBezTo>
                  <a:pt x="875" y="62"/>
                  <a:pt x="274" y="491"/>
                  <a:pt x="168" y="1123"/>
                </a:cubicBezTo>
                <a:cubicBezTo>
                  <a:pt x="62" y="1756"/>
                  <a:pt x="491" y="2358"/>
                  <a:pt x="1124" y="2464"/>
                </a:cubicBezTo>
                <a:cubicBezTo>
                  <a:pt x="1757" y="2570"/>
                  <a:pt x="2358" y="2141"/>
                  <a:pt x="2464" y="1508"/>
                </a:cubicBezTo>
                <a:cubicBezTo>
                  <a:pt x="2569" y="875"/>
                  <a:pt x="2141" y="274"/>
                  <a:pt x="1508" y="168"/>
                </a:cubicBezTo>
                <a:close/>
              </a:path>
            </a:pathLst>
          </a:custGeom>
          <a:solidFill>
            <a:srgbClr val="B45C3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36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693212" y="2052491"/>
            <a:ext cx="6805576" cy="2016125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9600" b="1" kern="12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9600" strike="noStrike" baseline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微软雅黑" panose="020B0503020204020204" pitchFamily="34" charset="-122"/>
              </a:rPr>
              <a:t>谢谢观看</a:t>
            </a:r>
            <a:endParaRPr lang="zh-CN" altLang="en-US" sz="9600" strike="noStrike" baseline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微软雅黑" panose="020B0503020204020204" pitchFamily="34" charset="-122"/>
            </a:endParaRPr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18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4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</p:tagLst>
</file>

<file path=ppt/tags/tag4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6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6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50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2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2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3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4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85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9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0191730"/>
  <p:tag name="KSO_WM_TEMPLATE_THUMBS_INDEX" val="1、4、7、11、16、19、21、23、24"/>
  <p:tag name="KSO_WM_TEMPLATE_SUBCATEGORY" val="0"/>
  <p:tag name="KSO_WM_TEMPLATE_MASTER_TYPE" val="1"/>
  <p:tag name="KSO_WM_TEMPLATE_COLOR_TYPE" val="0"/>
</p:tagLst>
</file>

<file path=ppt/tags/tag590.xml><?xml version="1.0" encoding="utf-8"?>
<p:tagLst xmlns:p="http://schemas.openxmlformats.org/presentationml/2006/main">
  <p:tag name="KSO_WM_UNIT_ISCONTENTSTITLE" val="0"/>
  <p:tag name="KSO_WM_UNIT_PRESET_TEXT" val="月末工作汇报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1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591.xml><?xml version="1.0" encoding="utf-8"?>
<p:tagLst xmlns:p="http://schemas.openxmlformats.org/presentationml/2006/main">
  <p:tag name="KSO_WM_SLIDE_ID" val="custom20191730_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91730"/>
  <p:tag name="KSO_WM_SLIDE_LAYOUT" val="a_b"/>
  <p:tag name="KSO_WM_SLIDE_LAYOUT_CNT" val="1_1"/>
  <p:tag name="KSO_WM_SLIDE_COVER_HASPICTURE" val="2"/>
  <p:tag name="KSO_WM_TEMPLATE_SUBCATEGORY" val="0"/>
  <p:tag name="KSO_WM_TEMPLATE_MASTER_TYPE" val="1"/>
  <p:tag name="KSO_WM_TEMPLATE_COLOR_TYPE" val="0"/>
  <p:tag name="KSO_WM_TEMPLATE_THUMBS_INDEX" val="1、4、7、11、16、19、21、23、24"/>
</p:tagLst>
</file>

<file path=ppt/tags/tag59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593.xml><?xml version="1.0" encoding="utf-8"?>
<p:tagLst xmlns:p="http://schemas.openxmlformats.org/presentationml/2006/main">
  <p:tag name="KSO_WM_UNIT_ISCONTENTSTITLE" val="1"/>
  <p:tag name="KSO_WM_UNIT_ISNUMDGMTITLE" val="0"/>
  <p:tag name="KSO_WM_UNIT_PRESET_TEXT" val="CONTENTS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5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DEFAULT_FONT" val="36;44;2"/>
  <p:tag name="KSO_WM_UNIT_BLOCK" val="0"/>
  <p:tag name="KSO_WM_UNIT_SM_LIMIT_TYPE" val="2"/>
  <p:tag name="KSO_WM_UNIT_DEC_AREA_ID" val="428d2d1593ce4b2e9a9c9ed29c72c35e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TEXT_SHADOW_SCHEMECOLOR_INDEX_BRIGHTNESS" val="0"/>
  <p:tag name="KSO_WM_UNIT_TEXT_SHADOW_SCHEMECOLOR_INDEX" val="5"/>
  <p:tag name="KSO_WM_UNIT_USESOURCEFORMAT_APPLY" val="1"/>
</p:tagLst>
</file>

<file path=ppt/tags/tag594.xml><?xml version="1.0" encoding="utf-8"?>
<p:tagLst xmlns:p="http://schemas.openxmlformats.org/presentationml/2006/main">
  <p:tag name="KSO_WM_SLIDE_ID" val="custom20191730_5"/>
  <p:tag name="KSO_WM_TEMPLATE_SUBCATEGORY" val="0"/>
  <p:tag name="KSO_WM_TEMPLATE_MASTER_TYPE" val="1"/>
  <p:tag name="KSO_WM_TEMPLATE_COLOR_TYPE" val="0"/>
  <p:tag name="KSO_WM_SLIDE_TYPE" val="contents"/>
  <p:tag name="KSO_WM_SLIDE_SUBTYPE" val="diag"/>
  <p:tag name="KSO_WM_SLIDE_ITEM_CNT" val="5"/>
  <p:tag name="KSO_WM_SLIDE_INDEX" val="5"/>
  <p:tag name="KSO_WM_DIAGRAM_GROUP_CODE" val="l1-1"/>
  <p:tag name="KSO_WM_SLIDE_DIAGTYPE" val="l"/>
  <p:tag name="KSO_WM_TAG_VERSION" val="1.0"/>
  <p:tag name="KSO_WM_BEAUTIFY_FLAG" val="#wm#"/>
  <p:tag name="KSO_WM_TEMPLATE_CATEGORY" val="custom"/>
  <p:tag name="KSO_WM_TEMPLATE_INDEX" val="20191730"/>
  <p:tag name="KSO_WM_SLIDE_LAYOUT" val="a_l"/>
  <p:tag name="KSO_WM_SLIDE_LAYOUT_CNT" val="1_1"/>
</p:tagLst>
</file>

<file path=ppt/tags/tag595.xml><?xml version="1.0" encoding="utf-8"?>
<p:tagLst xmlns:p="http://schemas.openxmlformats.org/presentationml/2006/main">
  <p:tag name="KSO_WM_UNIT_ISCONTENTSTITLE" val="1"/>
  <p:tag name="KSO_WM_UNIT_ISNUMDGMTITLE" val="0"/>
  <p:tag name="KSO_WM_UNIT_PRESET_TEXT" val="CONTENTS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4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DEFAULT_FONT" val="36;44;2"/>
  <p:tag name="KSO_WM_UNIT_BLOCK" val="0"/>
  <p:tag name="KSO_WM_UNIT_SM_LIMIT_TYPE" val="2"/>
  <p:tag name="KSO_WM_UNIT_DEC_AREA_ID" val="428d2d1593ce4b2e9a9c9ed29c72c35e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TEXT_SHADOW_SCHEMECOLOR_INDEX_BRIGHTNESS" val="0"/>
  <p:tag name="KSO_WM_UNIT_TEXT_SHADOW_SCHEMECOLOR_INDEX" val="5"/>
  <p:tag name="KSO_WM_UNIT_USESOURCEFORMAT_APPLY" val="1"/>
</p:tagLst>
</file>

<file path=ppt/tags/tag5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1"/>
  <p:tag name="KSO_WM_UNIT_ID" val="custom20191730_4*l_h_i*1_3_1"/>
  <p:tag name="KSO_WM_TEMPLATE_CATEGORY" val="custom"/>
  <p:tag name="KSO_WM_TEMPLATE_INDEX" val="20191730"/>
  <p:tag name="KSO_WM_UNIT_LAYERLEVEL" val="1_1_1"/>
  <p:tag name="KSO_WM_TAG_VERSION" val="1.0"/>
  <p:tag name="KSO_WM_BEAUTIFY_FLAG" val="#wm#"/>
  <p:tag name="KSO_WM_UNIT_DEFAULT_FONT" val="28;36;2"/>
  <p:tag name="KSO_WM_UNIT_BLOCK" val="0"/>
  <p:tag name="KSO_WM_UNIT_SM_LIMIT_TYPE" val="2"/>
  <p:tag name="KSO_WM_UNIT_DEC_AREA_ID" val="f1227ba5c3894d89910f75f900cfb7dd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194.2832283464567,&quot;left&quot;:140.48527559055117,&quot;top&quot;:167.7024409448819,&quot;width&quot;:697.3823622047244}"/>
</p:tagLst>
</file>

<file path=ppt/tags/tag597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custom20191730_4*l_h_a*1_3_1"/>
  <p:tag name="KSO_WM_TEMPLATE_CATEGORY" val="custom"/>
  <p:tag name="KSO_WM_TEMPLATE_INDEX" val="20191730"/>
  <p:tag name="KSO_WM_UNIT_LAYERLEVEL" val="1_1_1"/>
  <p:tag name="KSO_WM_TAG_VERSION" val="1.0"/>
  <p:tag name="KSO_WM_BEAUTIFY_FLAG" val="#wm#"/>
  <p:tag name="KSO_WM_UNIT_BLOCK" val="0"/>
  <p:tag name="KSO_WM_UNIT_SM_LIMIT_TYPE" val="2"/>
  <p:tag name="KSO_WM_UNIT_DEC_AREA_ID" val="23abacf4a9b64692a0242f7be55afedc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194.2832283464567,&quot;left&quot;:140.48527559055117,&quot;top&quot;:167.7024409448819,&quot;width&quot;:697.3823622047244}"/>
</p:tagLst>
</file>

<file path=ppt/tags/tag5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1"/>
  <p:tag name="KSO_WM_UNIT_ID" val="custom20191730_4*l_h_i*1_4_1"/>
  <p:tag name="KSO_WM_TEMPLATE_CATEGORY" val="custom"/>
  <p:tag name="KSO_WM_TEMPLATE_INDEX" val="20191730"/>
  <p:tag name="KSO_WM_UNIT_LAYERLEVEL" val="1_1_1"/>
  <p:tag name="KSO_WM_TAG_VERSION" val="1.0"/>
  <p:tag name="KSO_WM_BEAUTIFY_FLAG" val="#wm#"/>
  <p:tag name="KSO_WM_UNIT_DEFAULT_FONT" val="28;36;2"/>
  <p:tag name="KSO_WM_UNIT_BLOCK" val="0"/>
  <p:tag name="KSO_WM_UNIT_SM_LIMIT_TYPE" val="2"/>
  <p:tag name="KSO_WM_UNIT_DEC_AREA_ID" val="ed245d2cf5b04bc6837f9a1c606cf709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194.2832283464567,&quot;left&quot;:140.48527559055117,&quot;top&quot;:167.7024409448819,&quot;width&quot;:697.3823622047244}"/>
</p:tagLst>
</file>

<file path=ppt/tags/tag599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4_1"/>
  <p:tag name="KSO_WM_UNIT_ID" val="custom20191730_4*l_h_a*1_4_1"/>
  <p:tag name="KSO_WM_TEMPLATE_CATEGORY" val="custom"/>
  <p:tag name="KSO_WM_TEMPLATE_INDEX" val="20191730"/>
  <p:tag name="KSO_WM_UNIT_LAYERLEVEL" val="1_1_1"/>
  <p:tag name="KSO_WM_TAG_VERSION" val="1.0"/>
  <p:tag name="KSO_WM_BEAUTIFY_FLAG" val="#wm#"/>
  <p:tag name="KSO_WM_UNIT_BLOCK" val="0"/>
  <p:tag name="KSO_WM_UNIT_SM_LIMIT_TYPE" val="2"/>
  <p:tag name="KSO_WM_UNIT_DEC_AREA_ID" val="dfbc1e989df64d6c87633c3e95fe59f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194.2832283464567,&quot;left&quot;:140.48527559055117,&quot;top&quot;:167.7024409448819,&quot;width&quot;:697.3823622047244}"/>
</p:tagLst>
</file>

<file path=ppt/tags/tag600.xml><?xml version="1.0" encoding="utf-8"?>
<p:tagLst xmlns:p="http://schemas.openxmlformats.org/presentationml/2006/main">
  <p:tag name="KSO_WM_SLIDE_ID" val="custom20191730_4"/>
  <p:tag name="KSO_WM_TEMPLATE_SUBCATEGORY" val="0"/>
  <p:tag name="KSO_WM_TEMPLATE_MASTER_TYPE" val="1"/>
  <p:tag name="KSO_WM_TEMPLATE_COLOR_TYPE" val="0"/>
  <p:tag name="KSO_WM_SLIDE_TYPE" val="contents"/>
  <p:tag name="KSO_WM_SLIDE_SUBTYPE" val="diag"/>
  <p:tag name="KSO_WM_SLIDE_ITEM_CNT" val="4"/>
  <p:tag name="KSO_WM_SLIDE_INDEX" val="4"/>
  <p:tag name="KSO_WM_DIAGRAM_GROUP_CODE" val="l1-1"/>
  <p:tag name="KSO_WM_SLIDE_DIAGTYPE" val="l"/>
  <p:tag name="KSO_WM_TAG_VERSION" val="1.0"/>
  <p:tag name="KSO_WM_BEAUTIFY_FLAG" val="#wm#"/>
  <p:tag name="KSO_WM_TEMPLATE_CATEGORY" val="custom"/>
  <p:tag name="KSO_WM_TEMPLATE_INDEX" val="20191730"/>
  <p:tag name="KSO_WM_SLIDE_LAYOUT" val="a_l"/>
  <p:tag name="KSO_WM_SLIDE_LAYOUT_CNT" val="1_1"/>
</p:tagLst>
</file>

<file path=ppt/tags/tag6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3.xml><?xml version="1.0" encoding="utf-8"?>
<p:tagLst xmlns:p="http://schemas.openxmlformats.org/presentationml/2006/main">
  <p:tag name="KSO_WM_UNIT_FILL_FORE_SCHEMECOLOR_INDEX_BRIGHTNESS" val="0"/>
  <p:tag name="KSO_WM_UNIT_FILL_FORE_SCHEMECOLOR_INDEX" val="1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5.xml><?xml version="1.0" encoding="utf-8"?>
<p:tagLst xmlns:p="http://schemas.openxmlformats.org/presentationml/2006/main">
  <p:tag name="KSO_WM_UNIT_FILL_FORE_SCHEMECOLOR_INDEX_BRIGHTNESS" val="-0.5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7.xml><?xml version="1.0" encoding="utf-8"?>
<p:tagLst xmlns:p="http://schemas.openxmlformats.org/presentationml/2006/main">
  <p:tag name="KSO_WM_UNIT_LINE_FORE_SCHEMECOLOR_INDEX_BRIGHTNESS" val="-0.25"/>
  <p:tag name="KSO_WM_UNIT_LINE_FORE_SCHEMECOLOR_INDEX" val="14"/>
  <p:tag name="KSO_WM_UNIT_LINE_FILL_TYPE" val="2"/>
  <p:tag name="KSO_WM_UNIT_TEXT_FILL_FORE_SCHEMECOLOR_INDEX_BRIGHTNESS" val="0.15"/>
  <p:tag name="KSO_WM_UNIT_TEXT_FILL_FORE_SCHEMECOLOR_INDEX" val="13"/>
  <p:tag name="KSO_WM_UNIT_TEXT_FILL_TYPE" val="1"/>
</p:tagLst>
</file>

<file path=ppt/tags/tag608.xml><?xml version="1.0" encoding="utf-8"?>
<p:tagLst xmlns:p="http://schemas.openxmlformats.org/presentationml/2006/main">
  <p:tag name="KSO_WM_SLIDE_BACKGROUND_TYPE" val="general"/>
</p:tagLst>
</file>

<file path=ppt/tags/tag6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2.xml><?xml version="1.0" encoding="utf-8"?>
<p:tagLst xmlns:p="http://schemas.openxmlformats.org/presentationml/2006/main">
  <p:tag name="KSO_WM_UNIT_LINE_FORE_SCHEMECOLOR_INDEX_BRIGHTNESS" val="-0.75"/>
  <p:tag name="KSO_WM_UNIT_LINE_FORE_SCHEMECOLOR_INDEX" val="9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1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61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1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1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1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1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2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21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2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2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4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625.xml><?xml version="1.0" encoding="utf-8"?>
<p:tagLst xmlns:p="http://schemas.openxmlformats.org/presentationml/2006/main">
  <p:tag name="KSO_WM_UNIT_FILL_FORE_SCHEMECOLOR_INDEX_BRIGHTNESS" val="-0.15"/>
  <p:tag name="KSO_WM_UNIT_FILL_FORE_SCHEMECOLOR_INDEX" val="14"/>
  <p:tag name="KSO_WM_UNIT_FILL_TYPE" val="1"/>
</p:tagLst>
</file>

<file path=ppt/tags/tag626.xml><?xml version="1.0" encoding="utf-8"?>
<p:tagLst xmlns:p="http://schemas.openxmlformats.org/presentationml/2006/main">
  <p:tag name="KSO_WM_SLIDE_BACKGROUND_TYPE" val="general"/>
</p:tagLst>
</file>

<file path=ppt/tags/tag6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9.xml><?xml version="1.0" encoding="utf-8"?>
<p:tagLst xmlns:p="http://schemas.openxmlformats.org/presentationml/2006/main">
  <p:tag name="KSO_WM_UNIT_FILL_FORE_SCHEMECOLOR_INDEX_BRIGHTNESS" val="0"/>
  <p:tag name="KSO_WM_UNIT_FILL_FORE_SCHEMECOLOR_INDEX" val="1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3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31.xml><?xml version="1.0" encoding="utf-8"?>
<p:tagLst xmlns:p="http://schemas.openxmlformats.org/presentationml/2006/main">
  <p:tag name="KSO_WM_UNIT_FILL_FORE_SCHEMECOLOR_INDEX_BRIGHTNESS" val="-0.5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3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3.xml><?xml version="1.0" encoding="utf-8"?>
<p:tagLst xmlns:p="http://schemas.openxmlformats.org/presentationml/2006/main">
  <p:tag name="KSO_WM_SLIDE_BACKGROUND_TYPE" val="general"/>
</p:tagLst>
</file>

<file path=ppt/tags/tag6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3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7.xml><?xml version="1.0" encoding="utf-8"?>
<p:tagLst xmlns:p="http://schemas.openxmlformats.org/presentationml/2006/main">
  <p:tag name="KSO_WM_UNIT_LINE_FORE_SCHEMECOLOR_INDEX_BRIGHTNESS" val="-0.75"/>
  <p:tag name="KSO_WM_UNIT_LINE_FORE_SCHEMECOLOR_INDEX" val="9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3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63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4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41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4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4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64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4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4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4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4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9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9"/>
  <p:tag name="KSO_WM_UNIT_LINE_FILL_TYPE" val="2"/>
</p:tagLst>
</file>

<file path=ppt/tags/tag650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651.xml><?xml version="1.0" encoding="utf-8"?>
<p:tagLst xmlns:p="http://schemas.openxmlformats.org/presentationml/2006/main">
  <p:tag name="KSO_WM_SLIDE_BACKGROUND_TYPE" val="general"/>
</p:tagLst>
</file>

<file path=ppt/tags/tag6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5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5.xml><?xml version="1.0" encoding="utf-8"?>
<p:tagLst xmlns:p="http://schemas.openxmlformats.org/presentationml/2006/main">
  <p:tag name="KSO_WM_UNIT_LINE_FORE_SCHEMECOLOR_INDEX_BRIGHTNESS" val="-0.75"/>
  <p:tag name="KSO_WM_UNIT_LINE_FORE_SCHEMECOLOR_INDEX" val="9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5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7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9"/>
  <p:tag name="KSO_WM_UNIT_LINE_FILL_TYPE" val="2"/>
</p:tagLst>
</file>

<file path=ppt/tags/tag658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65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66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61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6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6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6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65.xml><?xml version="1.0" encoding="utf-8"?>
<p:tagLst xmlns:p="http://schemas.openxmlformats.org/presentationml/2006/main">
  <p:tag name="KSO_WM_SLIDE_BACKGROUND_TYPE" val="general"/>
</p:tagLst>
</file>

<file path=ppt/tags/tag666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66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66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669.xml><?xml version="1.0" encoding="utf-8"?>
<p:tagLst xmlns:p="http://schemas.openxmlformats.org/presentationml/2006/main">
  <p:tag name="KSO_WM_UNIT_FILL_FORE_SCHEMECOLOR_INDEX_BRIGHTNESS" val="-0.05"/>
  <p:tag name="KSO_WM_UNIT_FILL_FORE_SCHEMECOLOR_INDEX" val="10"/>
  <p:tag name="KSO_WM_UNIT_FILL_TYPE" val="1"/>
</p:tagLst>
</file>

<file path=ppt/tags/tag670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671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67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67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674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675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676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677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678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679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680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681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68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68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684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685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686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687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688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689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690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691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69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69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694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695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696.xml><?xml version="1.0" encoding="utf-8"?>
<p:tagLst xmlns:p="http://schemas.openxmlformats.org/presentationml/2006/main">
  <p:tag name="KSO_WM_UNIT_FILL_FORE_SCHEMECOLOR_INDEX_BRIGHTNESS" val="-0.05"/>
  <p:tag name="KSO_WM_UNIT_FILL_FORE_SCHEMECOLOR_INDEX" val="10"/>
  <p:tag name="KSO_WM_UNIT_FILL_TYPE" val="1"/>
</p:tagLst>
</file>

<file path=ppt/tags/tag697.xml><?xml version="1.0" encoding="utf-8"?>
<p:tagLst xmlns:p="http://schemas.openxmlformats.org/presentationml/2006/main">
  <p:tag name="KSO_WM_UNIT_FILL_FORE_SCHEMECOLOR_INDEX_BRIGHTNESS" val="-0.05"/>
  <p:tag name="KSO_WM_UNIT_FILL_FORE_SCHEMECOLOR_INDEX" val="10"/>
  <p:tag name="KSO_WM_UNIT_FILL_TYPE" val="1"/>
</p:tagLst>
</file>

<file path=ppt/tags/tag698.xml><?xml version="1.0" encoding="utf-8"?>
<p:tagLst xmlns:p="http://schemas.openxmlformats.org/presentationml/2006/main">
  <p:tag name="KSO_WM_UNIT_FILL_FORE_SCHEMECOLOR_INDEX_BRIGHTNESS" val="-0.05"/>
  <p:tag name="KSO_WM_UNIT_FILL_FORE_SCHEMECOLOR_INDEX" val="10"/>
  <p:tag name="KSO_WM_UNIT_FILL_TYPE" val="1"/>
</p:tagLst>
</file>

<file path=ppt/tags/tag699.xml><?xml version="1.0" encoding="utf-8"?>
<p:tagLst xmlns:p="http://schemas.openxmlformats.org/presentationml/2006/main">
  <p:tag name="KSO_WM_UNIT_FILL_FORE_SCHEMECOLOR_INDEX_BRIGHTNESS" val="-0.05"/>
  <p:tag name="KSO_WM_UNIT_FILL_FORE_SCHEMECOLOR_INDEX" val="10"/>
  <p:tag name="KSO_WM_UNIT_FILL_TYPE" val="1"/>
</p:tagLst>
</file>

<file path=ppt/tags/tag700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701.xml><?xml version="1.0" encoding="utf-8"?>
<p:tagLst xmlns:p="http://schemas.openxmlformats.org/presentationml/2006/main">
  <p:tag name="KSO_WM_SLIDE_ID" val="custom20191730_6"/>
  <p:tag name="KSO_WM_TEMPLATE_SUBCATEGORY" val="0"/>
  <p:tag name="KSO_WM_TEMPLATE_MASTER_TYPE" val="1"/>
  <p:tag name="KSO_WM_TEMPLATE_COLOR_TYPE" val="0"/>
  <p:tag name="KSO_WM_SLIDE_TYPE" val="contents"/>
  <p:tag name="KSO_WM_SLIDE_SUBTYPE" val="diag"/>
  <p:tag name="KSO_WM_SLIDE_ITEM_CNT" val="6"/>
  <p:tag name="KSO_WM_SLIDE_INDEX" val="6"/>
  <p:tag name="KSO_WM_DIAGRAM_GROUP_CODE" val="l1-1"/>
  <p:tag name="KSO_WM_SLIDE_DIAGTYPE" val="l"/>
  <p:tag name="KSO_WM_TAG_VERSION" val="1.0"/>
  <p:tag name="KSO_WM_BEAUTIFY_FLAG" val="#wm#"/>
  <p:tag name="KSO_WM_TEMPLATE_CATEGORY" val="custom"/>
  <p:tag name="KSO_WM_TEMPLATE_INDEX" val="20191730"/>
  <p:tag name="KSO_WM_SLIDE_LAYOUT" val="a_l"/>
  <p:tag name="KSO_WM_SLIDE_LAYOUT_CNT" val="1_1"/>
</p:tagLst>
</file>

<file path=ppt/tags/tag702.xml><?xml version="1.0" encoding="utf-8"?>
<p:tagLst xmlns:p="http://schemas.openxmlformats.org/presentationml/2006/main">
  <p:tag name="KSO_WM_UNIT_ISCONTENTSTITLE" val="0"/>
  <p:tag name="KSO_WM_UNIT_PRESET_TEXT" val="THANKS"/>
  <p:tag name="KSO_WM_UNIT_VALUE" val="5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24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703.xml><?xml version="1.0" encoding="utf-8"?>
<p:tagLst xmlns:p="http://schemas.openxmlformats.org/presentationml/2006/main">
  <p:tag name="KSO_WM_SLIDE_ID" val="custom20191730_24"/>
  <p:tag name="KSO_WM_SLIDE_ITEM_CNT" val="0"/>
  <p:tag name="KSO_WM_SLIDE_INDEX" val="24"/>
  <p:tag name="KSO_WM_TAG_VERSION" val="1.0"/>
  <p:tag name="KSO_WM_BEAUTIFY_FLAG" val="#wm#"/>
  <p:tag name="KSO_WM_TEMPLATE_CATEGORY" val="custom"/>
  <p:tag name="KSO_WM_TEMPLATE_INDEX" val="20191730"/>
  <p:tag name="KSO_WM_SLIDE_TYPE" val="endPage"/>
  <p:tag name="KSO_WM_SLIDE_SUBTYPE" val="pureTxt"/>
  <p:tag name="KSO_WM_SLIDE_LAYOUT" val="a"/>
  <p:tag name="KSO_WM_SLIDE_LAYOUT_CNT" val="1"/>
  <p:tag name="KSO_WM_TEMPLATE_SUBCATEGORY" val="0"/>
  <p:tag name="KSO_WM_TEMPLATE_MASTER_TYPE" val="1"/>
  <p:tag name="KSO_WM_TEMPLATE_COLOR_TYPE" val="0"/>
</p:tagLst>
</file>

<file path=ppt/tags/tag704.xml><?xml version="1.0" encoding="utf-8"?>
<p:tagLst xmlns:p="http://schemas.openxmlformats.org/presentationml/2006/main">
  <p:tag name="ISPRING_PRESENTATION_TITLE" val="绿黑工作总结汇报PPT模板"/>
  <p:tag name="ISPRING_FIRST_PUBLISH" val="1"/>
  <p:tag name="commondata" val="eyJoZGlkIjoiNjU0YmZmZGQ0MTcwNTc4ZWE1ZDViYWJhNTMzYzVhMDgifQ=="/>
</p:tagLst>
</file>

<file path=ppt/theme/theme1.xml><?xml version="1.0" encoding="utf-8"?>
<a:theme xmlns:a="http://schemas.openxmlformats.org/drawingml/2006/main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C853C"/>
      </a:accent1>
      <a:accent2>
        <a:srgbClr val="333333"/>
      </a:accent2>
      <a:accent3>
        <a:srgbClr val="A5A5A5"/>
      </a:accent3>
      <a:accent4>
        <a:srgbClr val="667F6E"/>
      </a:accent4>
      <a:accent5>
        <a:srgbClr val="F2F2F2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F4F7DD"/>
      </a:dk2>
      <a:lt2>
        <a:srgbClr val="FFFFFF"/>
      </a:lt2>
      <a:accent1>
        <a:srgbClr val="C6D65B"/>
      </a:accent1>
      <a:accent2>
        <a:srgbClr val="15C2FF"/>
      </a:accent2>
      <a:accent3>
        <a:srgbClr val="4CC5F0"/>
      </a:accent3>
      <a:accent4>
        <a:srgbClr val="7DCF87"/>
      </a:accent4>
      <a:accent5>
        <a:srgbClr val="43B651"/>
      </a:accent5>
      <a:accent6>
        <a:srgbClr val="DBF3FC"/>
      </a:accent6>
      <a:hlink>
        <a:srgbClr val="BFBFBF"/>
      </a:hlink>
      <a:folHlink>
        <a:srgbClr val="BFBFBF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1302</Words>
  <Application>WPS 演示</Application>
  <PresentationFormat>宽屏</PresentationFormat>
  <Paragraphs>125</Paragraphs>
  <Slides>10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25" baseType="lpstr">
      <vt:lpstr>Arial</vt:lpstr>
      <vt:lpstr>宋体</vt:lpstr>
      <vt:lpstr>Wingdings</vt:lpstr>
      <vt:lpstr>微软雅黑</vt:lpstr>
      <vt:lpstr>Lato Light</vt:lpstr>
      <vt:lpstr>Lato</vt:lpstr>
      <vt:lpstr>MS PGothic</vt:lpstr>
      <vt:lpstr>Lato Black</vt:lpstr>
      <vt:lpstr>Calibri</vt:lpstr>
      <vt:lpstr>等线</vt:lpstr>
      <vt:lpstr>Courier New</vt:lpstr>
      <vt:lpstr>Arial Unicode MS</vt:lpstr>
      <vt:lpstr>黑体</vt:lpstr>
      <vt:lpstr>Office 主题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Huaiy虞</cp:lastModifiedBy>
  <cp:revision>598</cp:revision>
  <dcterms:created xsi:type="dcterms:W3CDTF">2020-10-23T09:50:00Z</dcterms:created>
  <dcterms:modified xsi:type="dcterms:W3CDTF">2024-05-26T01:20:07Z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29EF6A5E05784936B262A4813327BFA8_12</vt:lpwstr>
  </property>
  <property fmtid="{D5CDD505-2E9C-101B-9397-08002B2CF9AE}" pid="3" name="KSOProductBuildVer">
    <vt:lpwstr>2052-12.1.0.16929</vt:lpwstr>
  </property>
</Properties>
</file>