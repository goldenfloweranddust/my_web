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92" r:id="rId4"/>
    <p:sldId id="479" r:id="rId6"/>
    <p:sldId id="493" r:id="rId7"/>
    <p:sldId id="512" r:id="rId8"/>
    <p:sldId id="481" r:id="rId9"/>
    <p:sldId id="495" r:id="rId10"/>
    <p:sldId id="482" r:id="rId11"/>
    <p:sldId id="483" r:id="rId12"/>
    <p:sldId id="484" r:id="rId13"/>
    <p:sldId id="485" r:id="rId14"/>
    <p:sldId id="486" r:id="rId15"/>
    <p:sldId id="508" r:id="rId16"/>
    <p:sldId id="509" r:id="rId17"/>
    <p:sldId id="487" r:id="rId18"/>
    <p:sldId id="488" r:id="rId19"/>
    <p:sldId id="496" r:id="rId20"/>
    <p:sldId id="489" r:id="rId21"/>
    <p:sldId id="510" r:id="rId22"/>
    <p:sldId id="490" r:id="rId23"/>
    <p:sldId id="491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C853C"/>
    <a:srgbClr val="F7F6F6"/>
    <a:srgbClr val="CA121C"/>
    <a:srgbClr val="4C944C"/>
    <a:srgbClr val="AFABAB"/>
    <a:srgbClr val="333333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44" autoAdjust="0"/>
  </p:normalViewPr>
  <p:slideViewPr>
    <p:cSldViewPr snapToGrid="0" showGuides="1">
      <p:cViewPr varScale="1">
        <p:scale>
          <a:sx n="68" d="100"/>
          <a:sy n="68" d="100"/>
        </p:scale>
        <p:origin x="156" y="72"/>
      </p:cViewPr>
      <p:guideLst>
        <p:guide orient="horz" pos="2195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870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594.xml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00.xml"/><Relationship Id="rId5" Type="http://schemas.openxmlformats.org/officeDocument/2006/relationships/tags" Target="../tags/tag599.xml"/><Relationship Id="rId4" Type="http://schemas.openxmlformats.org/officeDocument/2006/relationships/tags" Target="../tags/tag598.xml"/><Relationship Id="rId3" Type="http://schemas.openxmlformats.org/officeDocument/2006/relationships/tags" Target="../tags/tag597.xml"/><Relationship Id="rId2" Type="http://schemas.openxmlformats.org/officeDocument/2006/relationships/tags" Target="../tags/tag596.xml"/><Relationship Id="rId1" Type="http://schemas.openxmlformats.org/officeDocument/2006/relationships/tags" Target="../tags/tag59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06.xml"/><Relationship Id="rId8" Type="http://schemas.openxmlformats.org/officeDocument/2006/relationships/image" Target="../media/image4.png"/><Relationship Id="rId7" Type="http://schemas.openxmlformats.org/officeDocument/2006/relationships/image" Target="../media/image3.svg"/><Relationship Id="rId6" Type="http://schemas.openxmlformats.org/officeDocument/2006/relationships/image" Target="../media/image2.png"/><Relationship Id="rId5" Type="http://schemas.openxmlformats.org/officeDocument/2006/relationships/tags" Target="../tags/tag605.xml"/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07.xml"/><Relationship Id="rId1" Type="http://schemas.openxmlformats.org/officeDocument/2006/relationships/tags" Target="../tags/tag60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614.xml"/><Relationship Id="rId7" Type="http://schemas.openxmlformats.org/officeDocument/2006/relationships/tags" Target="../tags/tag613.xml"/><Relationship Id="rId6" Type="http://schemas.openxmlformats.org/officeDocument/2006/relationships/tags" Target="../tags/tag612.xml"/><Relationship Id="rId5" Type="http://schemas.openxmlformats.org/officeDocument/2006/relationships/image" Target="../media/image5.png"/><Relationship Id="rId4" Type="http://schemas.openxmlformats.org/officeDocument/2006/relationships/tags" Target="../tags/tag611.xml"/><Relationship Id="rId3" Type="http://schemas.openxmlformats.org/officeDocument/2006/relationships/tags" Target="../tags/tag610.xml"/><Relationship Id="rId2" Type="http://schemas.openxmlformats.org/officeDocument/2006/relationships/tags" Target="../tags/tag609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60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tags" Target="../tags/tag622.xml"/><Relationship Id="rId7" Type="http://schemas.openxmlformats.org/officeDocument/2006/relationships/tags" Target="../tags/tag621.xml"/><Relationship Id="rId6" Type="http://schemas.openxmlformats.org/officeDocument/2006/relationships/tags" Target="../tags/tag620.xml"/><Relationship Id="rId5" Type="http://schemas.openxmlformats.org/officeDocument/2006/relationships/tags" Target="../tags/tag619.xml"/><Relationship Id="rId4" Type="http://schemas.openxmlformats.org/officeDocument/2006/relationships/tags" Target="../tags/tag618.xml"/><Relationship Id="rId3" Type="http://schemas.openxmlformats.org/officeDocument/2006/relationships/tags" Target="../tags/tag617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638.xml"/><Relationship Id="rId23" Type="http://schemas.openxmlformats.org/officeDocument/2006/relationships/tags" Target="../tags/tag637.xml"/><Relationship Id="rId22" Type="http://schemas.openxmlformats.org/officeDocument/2006/relationships/tags" Target="../tags/tag636.xml"/><Relationship Id="rId21" Type="http://schemas.openxmlformats.org/officeDocument/2006/relationships/tags" Target="../tags/tag635.xml"/><Relationship Id="rId20" Type="http://schemas.openxmlformats.org/officeDocument/2006/relationships/tags" Target="../tags/tag634.xml"/><Relationship Id="rId2" Type="http://schemas.openxmlformats.org/officeDocument/2006/relationships/tags" Target="../tags/tag616.xml"/><Relationship Id="rId19" Type="http://schemas.openxmlformats.org/officeDocument/2006/relationships/tags" Target="../tags/tag633.xml"/><Relationship Id="rId18" Type="http://schemas.openxmlformats.org/officeDocument/2006/relationships/tags" Target="../tags/tag632.xml"/><Relationship Id="rId17" Type="http://schemas.openxmlformats.org/officeDocument/2006/relationships/tags" Target="../tags/tag631.xml"/><Relationship Id="rId16" Type="http://schemas.openxmlformats.org/officeDocument/2006/relationships/tags" Target="../tags/tag630.xml"/><Relationship Id="rId15" Type="http://schemas.openxmlformats.org/officeDocument/2006/relationships/tags" Target="../tags/tag629.xml"/><Relationship Id="rId14" Type="http://schemas.openxmlformats.org/officeDocument/2006/relationships/tags" Target="../tags/tag628.xml"/><Relationship Id="rId13" Type="http://schemas.openxmlformats.org/officeDocument/2006/relationships/tags" Target="../tags/tag627.xml"/><Relationship Id="rId12" Type="http://schemas.openxmlformats.org/officeDocument/2006/relationships/tags" Target="../tags/tag626.xml"/><Relationship Id="rId11" Type="http://schemas.openxmlformats.org/officeDocument/2006/relationships/tags" Target="../tags/tag625.xml"/><Relationship Id="rId10" Type="http://schemas.openxmlformats.org/officeDocument/2006/relationships/tags" Target="../tags/tag624.xml"/><Relationship Id="rId1" Type="http://schemas.openxmlformats.org/officeDocument/2006/relationships/tags" Target="../tags/tag61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47.xml"/><Relationship Id="rId8" Type="http://schemas.openxmlformats.org/officeDocument/2006/relationships/tags" Target="../tags/tag646.xml"/><Relationship Id="rId7" Type="http://schemas.openxmlformats.org/officeDocument/2006/relationships/tags" Target="../tags/tag645.xml"/><Relationship Id="rId6" Type="http://schemas.openxmlformats.org/officeDocument/2006/relationships/tags" Target="../tags/tag644.xml"/><Relationship Id="rId5" Type="http://schemas.openxmlformats.org/officeDocument/2006/relationships/tags" Target="../tags/tag643.xml"/><Relationship Id="rId4" Type="http://schemas.openxmlformats.org/officeDocument/2006/relationships/tags" Target="../tags/tag642.xml"/><Relationship Id="rId3" Type="http://schemas.openxmlformats.org/officeDocument/2006/relationships/tags" Target="../tags/tag641.xml"/><Relationship Id="rId2" Type="http://schemas.openxmlformats.org/officeDocument/2006/relationships/tags" Target="../tags/tag640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651.xml"/><Relationship Id="rId12" Type="http://schemas.openxmlformats.org/officeDocument/2006/relationships/tags" Target="../tags/tag650.xml"/><Relationship Id="rId11" Type="http://schemas.openxmlformats.org/officeDocument/2006/relationships/tags" Target="../tags/tag649.xml"/><Relationship Id="rId10" Type="http://schemas.openxmlformats.org/officeDocument/2006/relationships/tags" Target="../tags/tag648.xml"/><Relationship Id="rId1" Type="http://schemas.openxmlformats.org/officeDocument/2006/relationships/tags" Target="../tags/tag63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60.xml"/><Relationship Id="rId8" Type="http://schemas.openxmlformats.org/officeDocument/2006/relationships/tags" Target="../tags/tag659.xml"/><Relationship Id="rId7" Type="http://schemas.openxmlformats.org/officeDocument/2006/relationships/tags" Target="../tags/tag658.xml"/><Relationship Id="rId6" Type="http://schemas.openxmlformats.org/officeDocument/2006/relationships/tags" Target="../tags/tag657.xml"/><Relationship Id="rId5" Type="http://schemas.openxmlformats.org/officeDocument/2006/relationships/tags" Target="../tags/tag656.xml"/><Relationship Id="rId4" Type="http://schemas.openxmlformats.org/officeDocument/2006/relationships/tags" Target="../tags/tag655.xml"/><Relationship Id="rId3" Type="http://schemas.openxmlformats.org/officeDocument/2006/relationships/tags" Target="../tags/tag654.xml"/><Relationship Id="rId2" Type="http://schemas.openxmlformats.org/officeDocument/2006/relationships/tags" Target="../tags/tag653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667.xml"/><Relationship Id="rId16" Type="http://schemas.openxmlformats.org/officeDocument/2006/relationships/tags" Target="../tags/tag666.xml"/><Relationship Id="rId15" Type="http://schemas.openxmlformats.org/officeDocument/2006/relationships/tags" Target="../tags/tag665.xml"/><Relationship Id="rId14" Type="http://schemas.openxmlformats.org/officeDocument/2006/relationships/tags" Target="../tags/tag664.xml"/><Relationship Id="rId13" Type="http://schemas.openxmlformats.org/officeDocument/2006/relationships/image" Target="../media/image5.png"/><Relationship Id="rId12" Type="http://schemas.openxmlformats.org/officeDocument/2006/relationships/tags" Target="../tags/tag663.xml"/><Relationship Id="rId11" Type="http://schemas.openxmlformats.org/officeDocument/2006/relationships/tags" Target="../tags/tag662.xml"/><Relationship Id="rId10" Type="http://schemas.openxmlformats.org/officeDocument/2006/relationships/tags" Target="../tags/tag661.xml"/><Relationship Id="rId1" Type="http://schemas.openxmlformats.org/officeDocument/2006/relationships/tags" Target="../tags/tag65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76.xml"/><Relationship Id="rId8" Type="http://schemas.openxmlformats.org/officeDocument/2006/relationships/tags" Target="../tags/tag675.xml"/><Relationship Id="rId7" Type="http://schemas.openxmlformats.org/officeDocument/2006/relationships/tags" Target="../tags/tag674.xml"/><Relationship Id="rId6" Type="http://schemas.openxmlformats.org/officeDocument/2006/relationships/tags" Target="../tags/tag673.xml"/><Relationship Id="rId5" Type="http://schemas.openxmlformats.org/officeDocument/2006/relationships/tags" Target="../tags/tag672.xml"/><Relationship Id="rId4" Type="http://schemas.openxmlformats.org/officeDocument/2006/relationships/tags" Target="../tags/tag671.xml"/><Relationship Id="rId3" Type="http://schemas.openxmlformats.org/officeDocument/2006/relationships/tags" Target="../tags/tag670.xml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689.xml"/><Relationship Id="rId21" Type="http://schemas.openxmlformats.org/officeDocument/2006/relationships/tags" Target="../tags/tag688.xml"/><Relationship Id="rId20" Type="http://schemas.openxmlformats.org/officeDocument/2006/relationships/tags" Target="../tags/tag687.xml"/><Relationship Id="rId2" Type="http://schemas.openxmlformats.org/officeDocument/2006/relationships/tags" Target="../tags/tag669.xml"/><Relationship Id="rId19" Type="http://schemas.openxmlformats.org/officeDocument/2006/relationships/tags" Target="../tags/tag686.xml"/><Relationship Id="rId18" Type="http://schemas.openxmlformats.org/officeDocument/2006/relationships/tags" Target="../tags/tag685.xml"/><Relationship Id="rId17" Type="http://schemas.openxmlformats.org/officeDocument/2006/relationships/tags" Target="../tags/tag684.xml"/><Relationship Id="rId16" Type="http://schemas.openxmlformats.org/officeDocument/2006/relationships/tags" Target="../tags/tag683.xml"/><Relationship Id="rId15" Type="http://schemas.openxmlformats.org/officeDocument/2006/relationships/tags" Target="../tags/tag682.xml"/><Relationship Id="rId14" Type="http://schemas.openxmlformats.org/officeDocument/2006/relationships/tags" Target="../tags/tag681.xml"/><Relationship Id="rId13" Type="http://schemas.openxmlformats.org/officeDocument/2006/relationships/tags" Target="../tags/tag680.xml"/><Relationship Id="rId12" Type="http://schemas.openxmlformats.org/officeDocument/2006/relationships/tags" Target="../tags/tag679.xml"/><Relationship Id="rId11" Type="http://schemas.openxmlformats.org/officeDocument/2006/relationships/tags" Target="../tags/tag678.xml"/><Relationship Id="rId10" Type="http://schemas.openxmlformats.org/officeDocument/2006/relationships/tags" Target="../tags/tag677.xml"/><Relationship Id="rId1" Type="http://schemas.openxmlformats.org/officeDocument/2006/relationships/tags" Target="../tags/tag66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tags" Target="../tags/tag695.xml"/><Relationship Id="rId6" Type="http://schemas.openxmlformats.org/officeDocument/2006/relationships/image" Target="../media/image6.png"/><Relationship Id="rId5" Type="http://schemas.openxmlformats.org/officeDocument/2006/relationships/tags" Target="../tags/tag694.xml"/><Relationship Id="rId4" Type="http://schemas.openxmlformats.org/officeDocument/2006/relationships/tags" Target="../tags/tag693.xml"/><Relationship Id="rId3" Type="http://schemas.openxmlformats.org/officeDocument/2006/relationships/tags" Target="../tags/tag692.xml"/><Relationship Id="rId2" Type="http://schemas.openxmlformats.org/officeDocument/2006/relationships/tags" Target="../tags/tag691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96.xml"/><Relationship Id="rId1" Type="http://schemas.openxmlformats.org/officeDocument/2006/relationships/tags" Target="../tags/tag69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05.xml"/><Relationship Id="rId8" Type="http://schemas.openxmlformats.org/officeDocument/2006/relationships/tags" Target="../tags/tag704.xml"/><Relationship Id="rId7" Type="http://schemas.openxmlformats.org/officeDocument/2006/relationships/tags" Target="../tags/tag703.xml"/><Relationship Id="rId6" Type="http://schemas.openxmlformats.org/officeDocument/2006/relationships/tags" Target="../tags/tag702.xml"/><Relationship Id="rId5" Type="http://schemas.openxmlformats.org/officeDocument/2006/relationships/tags" Target="../tags/tag701.xml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1" Type="http://schemas.openxmlformats.org/officeDocument/2006/relationships/notesSlide" Target="../notesSlides/notesSlide11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98.xml"/><Relationship Id="rId19" Type="http://schemas.openxmlformats.org/officeDocument/2006/relationships/tags" Target="../tags/tag714.xml"/><Relationship Id="rId18" Type="http://schemas.openxmlformats.org/officeDocument/2006/relationships/tags" Target="../tags/tag713.xml"/><Relationship Id="rId17" Type="http://schemas.openxmlformats.org/officeDocument/2006/relationships/image" Target="../media/image9.png"/><Relationship Id="rId16" Type="http://schemas.openxmlformats.org/officeDocument/2006/relationships/tags" Target="../tags/tag712.xml"/><Relationship Id="rId15" Type="http://schemas.openxmlformats.org/officeDocument/2006/relationships/tags" Target="../tags/tag711.xml"/><Relationship Id="rId14" Type="http://schemas.openxmlformats.org/officeDocument/2006/relationships/tags" Target="../tags/tag710.xml"/><Relationship Id="rId13" Type="http://schemas.openxmlformats.org/officeDocument/2006/relationships/tags" Target="../tags/tag709.xml"/><Relationship Id="rId12" Type="http://schemas.openxmlformats.org/officeDocument/2006/relationships/tags" Target="../tags/tag708.xml"/><Relationship Id="rId11" Type="http://schemas.openxmlformats.org/officeDocument/2006/relationships/tags" Target="../tags/tag707.xml"/><Relationship Id="rId10" Type="http://schemas.openxmlformats.org/officeDocument/2006/relationships/tags" Target="../tags/tag706.xml"/><Relationship Id="rId1" Type="http://schemas.openxmlformats.org/officeDocument/2006/relationships/tags" Target="../tags/tag69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21.xml"/><Relationship Id="rId8" Type="http://schemas.openxmlformats.org/officeDocument/2006/relationships/tags" Target="../tags/tag720.xml"/><Relationship Id="rId7" Type="http://schemas.openxmlformats.org/officeDocument/2006/relationships/tags" Target="../tags/tag719.xml"/><Relationship Id="rId6" Type="http://schemas.openxmlformats.org/officeDocument/2006/relationships/tags" Target="../tags/tag718.xml"/><Relationship Id="rId5" Type="http://schemas.openxmlformats.org/officeDocument/2006/relationships/tags" Target="../tags/tag717.xml"/><Relationship Id="rId4" Type="http://schemas.openxmlformats.org/officeDocument/2006/relationships/image" Target="../media/image10.jpeg"/><Relationship Id="rId3" Type="http://schemas.openxmlformats.org/officeDocument/2006/relationships/image" Target="../media/image2.png"/><Relationship Id="rId20" Type="http://schemas.openxmlformats.org/officeDocument/2006/relationships/notesSlide" Target="../notesSlides/notesSlide12.xml"/><Relationship Id="rId2" Type="http://schemas.openxmlformats.org/officeDocument/2006/relationships/tags" Target="../tags/tag716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30.xml"/><Relationship Id="rId17" Type="http://schemas.openxmlformats.org/officeDocument/2006/relationships/tags" Target="../tags/tag729.xml"/><Relationship Id="rId16" Type="http://schemas.openxmlformats.org/officeDocument/2006/relationships/tags" Target="../tags/tag728.xml"/><Relationship Id="rId15" Type="http://schemas.openxmlformats.org/officeDocument/2006/relationships/tags" Target="../tags/tag727.xml"/><Relationship Id="rId14" Type="http://schemas.openxmlformats.org/officeDocument/2006/relationships/tags" Target="../tags/tag726.xml"/><Relationship Id="rId13" Type="http://schemas.openxmlformats.org/officeDocument/2006/relationships/tags" Target="../tags/tag725.xml"/><Relationship Id="rId12" Type="http://schemas.openxmlformats.org/officeDocument/2006/relationships/tags" Target="../tags/tag724.xml"/><Relationship Id="rId11" Type="http://schemas.openxmlformats.org/officeDocument/2006/relationships/tags" Target="../tags/tag723.xml"/><Relationship Id="rId10" Type="http://schemas.openxmlformats.org/officeDocument/2006/relationships/tags" Target="../tags/tag722.xml"/><Relationship Id="rId1" Type="http://schemas.openxmlformats.org/officeDocument/2006/relationships/tags" Target="../tags/tag7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37.xml"/><Relationship Id="rId8" Type="http://schemas.openxmlformats.org/officeDocument/2006/relationships/tags" Target="../tags/tag736.xml"/><Relationship Id="rId7" Type="http://schemas.openxmlformats.org/officeDocument/2006/relationships/image" Target="../media/image11.png"/><Relationship Id="rId6" Type="http://schemas.openxmlformats.org/officeDocument/2006/relationships/image" Target="../media/image9.png"/><Relationship Id="rId5" Type="http://schemas.openxmlformats.org/officeDocument/2006/relationships/tags" Target="../tags/tag735.xml"/><Relationship Id="rId4" Type="http://schemas.openxmlformats.org/officeDocument/2006/relationships/tags" Target="../tags/tag734.xml"/><Relationship Id="rId3" Type="http://schemas.openxmlformats.org/officeDocument/2006/relationships/tags" Target="../tags/tag733.xml"/><Relationship Id="rId2" Type="http://schemas.openxmlformats.org/officeDocument/2006/relationships/tags" Target="../tags/tag732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73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46.xml"/><Relationship Id="rId8" Type="http://schemas.openxmlformats.org/officeDocument/2006/relationships/tags" Target="../tags/tag745.xml"/><Relationship Id="rId7" Type="http://schemas.openxmlformats.org/officeDocument/2006/relationships/tags" Target="../tags/tag744.xml"/><Relationship Id="rId6" Type="http://schemas.openxmlformats.org/officeDocument/2006/relationships/tags" Target="../tags/tag743.xml"/><Relationship Id="rId5" Type="http://schemas.openxmlformats.org/officeDocument/2006/relationships/tags" Target="../tags/tag742.xml"/><Relationship Id="rId4" Type="http://schemas.openxmlformats.org/officeDocument/2006/relationships/tags" Target="../tags/tag741.xml"/><Relationship Id="rId3" Type="http://schemas.openxmlformats.org/officeDocument/2006/relationships/tags" Target="../tags/tag740.xml"/><Relationship Id="rId23" Type="http://schemas.openxmlformats.org/officeDocument/2006/relationships/notesSlide" Target="../notesSlides/notesSlide14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757.xml"/><Relationship Id="rId20" Type="http://schemas.openxmlformats.org/officeDocument/2006/relationships/image" Target="../media/image7.png"/><Relationship Id="rId2" Type="http://schemas.openxmlformats.org/officeDocument/2006/relationships/tags" Target="../tags/tag739.xml"/><Relationship Id="rId19" Type="http://schemas.openxmlformats.org/officeDocument/2006/relationships/tags" Target="../tags/tag756.xml"/><Relationship Id="rId18" Type="http://schemas.openxmlformats.org/officeDocument/2006/relationships/tags" Target="../tags/tag755.xml"/><Relationship Id="rId17" Type="http://schemas.openxmlformats.org/officeDocument/2006/relationships/tags" Target="../tags/tag754.xml"/><Relationship Id="rId16" Type="http://schemas.openxmlformats.org/officeDocument/2006/relationships/tags" Target="../tags/tag753.xml"/><Relationship Id="rId15" Type="http://schemas.openxmlformats.org/officeDocument/2006/relationships/tags" Target="../tags/tag752.xml"/><Relationship Id="rId14" Type="http://schemas.openxmlformats.org/officeDocument/2006/relationships/tags" Target="../tags/tag751.xml"/><Relationship Id="rId13" Type="http://schemas.openxmlformats.org/officeDocument/2006/relationships/tags" Target="../tags/tag750.xml"/><Relationship Id="rId12" Type="http://schemas.openxmlformats.org/officeDocument/2006/relationships/tags" Target="../tags/tag749.xml"/><Relationship Id="rId11" Type="http://schemas.openxmlformats.org/officeDocument/2006/relationships/tags" Target="../tags/tag748.xml"/><Relationship Id="rId10" Type="http://schemas.openxmlformats.org/officeDocument/2006/relationships/tags" Target="../tags/tag747.xml"/><Relationship Id="rId1" Type="http://schemas.openxmlformats.org/officeDocument/2006/relationships/tags" Target="../tags/tag73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66.xml"/><Relationship Id="rId8" Type="http://schemas.openxmlformats.org/officeDocument/2006/relationships/tags" Target="../tags/tag765.xml"/><Relationship Id="rId7" Type="http://schemas.openxmlformats.org/officeDocument/2006/relationships/tags" Target="../tags/tag764.xml"/><Relationship Id="rId6" Type="http://schemas.openxmlformats.org/officeDocument/2006/relationships/tags" Target="../tags/tag763.xml"/><Relationship Id="rId5" Type="http://schemas.openxmlformats.org/officeDocument/2006/relationships/tags" Target="../tags/tag762.xml"/><Relationship Id="rId4" Type="http://schemas.openxmlformats.org/officeDocument/2006/relationships/tags" Target="../tags/tag761.xml"/><Relationship Id="rId3" Type="http://schemas.openxmlformats.org/officeDocument/2006/relationships/tags" Target="../tags/tag760.xml"/><Relationship Id="rId2" Type="http://schemas.openxmlformats.org/officeDocument/2006/relationships/tags" Target="../tags/tag759.xml"/><Relationship Id="rId17" Type="http://schemas.openxmlformats.org/officeDocument/2006/relationships/notesSlide" Target="../notesSlides/notesSlide15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772.xml"/><Relationship Id="rId14" Type="http://schemas.openxmlformats.org/officeDocument/2006/relationships/tags" Target="../tags/tag771.xml"/><Relationship Id="rId13" Type="http://schemas.openxmlformats.org/officeDocument/2006/relationships/tags" Target="../tags/tag770.xml"/><Relationship Id="rId12" Type="http://schemas.openxmlformats.org/officeDocument/2006/relationships/tags" Target="../tags/tag769.xml"/><Relationship Id="rId11" Type="http://schemas.openxmlformats.org/officeDocument/2006/relationships/tags" Target="../tags/tag768.xml"/><Relationship Id="rId10" Type="http://schemas.openxmlformats.org/officeDocument/2006/relationships/tags" Target="../tags/tag767.xml"/><Relationship Id="rId1" Type="http://schemas.openxmlformats.org/officeDocument/2006/relationships/tags" Target="../tags/tag75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81.xml"/><Relationship Id="rId8" Type="http://schemas.openxmlformats.org/officeDocument/2006/relationships/tags" Target="../tags/tag780.xml"/><Relationship Id="rId7" Type="http://schemas.openxmlformats.org/officeDocument/2006/relationships/tags" Target="../tags/tag779.xml"/><Relationship Id="rId6" Type="http://schemas.openxmlformats.org/officeDocument/2006/relationships/tags" Target="../tags/tag778.xml"/><Relationship Id="rId5" Type="http://schemas.openxmlformats.org/officeDocument/2006/relationships/tags" Target="../tags/tag777.xml"/><Relationship Id="rId4" Type="http://schemas.openxmlformats.org/officeDocument/2006/relationships/tags" Target="../tags/tag776.xml"/><Relationship Id="rId3" Type="http://schemas.openxmlformats.org/officeDocument/2006/relationships/tags" Target="../tags/tag775.xml"/><Relationship Id="rId22" Type="http://schemas.openxmlformats.org/officeDocument/2006/relationships/notesSlide" Target="../notesSlides/notesSlide16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792.xml"/><Relationship Id="rId2" Type="http://schemas.openxmlformats.org/officeDocument/2006/relationships/tags" Target="../tags/tag774.xml"/><Relationship Id="rId19" Type="http://schemas.openxmlformats.org/officeDocument/2006/relationships/tags" Target="../tags/tag791.xml"/><Relationship Id="rId18" Type="http://schemas.openxmlformats.org/officeDocument/2006/relationships/tags" Target="../tags/tag790.xml"/><Relationship Id="rId17" Type="http://schemas.openxmlformats.org/officeDocument/2006/relationships/tags" Target="../tags/tag789.xml"/><Relationship Id="rId16" Type="http://schemas.openxmlformats.org/officeDocument/2006/relationships/tags" Target="../tags/tag788.xml"/><Relationship Id="rId15" Type="http://schemas.openxmlformats.org/officeDocument/2006/relationships/tags" Target="../tags/tag787.xml"/><Relationship Id="rId14" Type="http://schemas.openxmlformats.org/officeDocument/2006/relationships/tags" Target="../tags/tag786.xml"/><Relationship Id="rId13" Type="http://schemas.openxmlformats.org/officeDocument/2006/relationships/tags" Target="../tags/tag785.xml"/><Relationship Id="rId12" Type="http://schemas.openxmlformats.org/officeDocument/2006/relationships/tags" Target="../tags/tag784.xml"/><Relationship Id="rId11" Type="http://schemas.openxmlformats.org/officeDocument/2006/relationships/tags" Target="../tags/tag783.xml"/><Relationship Id="rId10" Type="http://schemas.openxmlformats.org/officeDocument/2006/relationships/tags" Target="../tags/tag782.xml"/><Relationship Id="rId1" Type="http://schemas.openxmlformats.org/officeDocument/2006/relationships/tags" Target="../tags/tag77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01.xml"/><Relationship Id="rId8" Type="http://schemas.openxmlformats.org/officeDocument/2006/relationships/tags" Target="../tags/tag800.xml"/><Relationship Id="rId7" Type="http://schemas.openxmlformats.org/officeDocument/2006/relationships/tags" Target="../tags/tag799.xml"/><Relationship Id="rId6" Type="http://schemas.openxmlformats.org/officeDocument/2006/relationships/tags" Target="../tags/tag798.xml"/><Relationship Id="rId5" Type="http://schemas.openxmlformats.org/officeDocument/2006/relationships/tags" Target="../tags/tag797.xml"/><Relationship Id="rId4" Type="http://schemas.openxmlformats.org/officeDocument/2006/relationships/tags" Target="../tags/tag796.xml"/><Relationship Id="rId3" Type="http://schemas.openxmlformats.org/officeDocument/2006/relationships/tags" Target="../tags/tag795.xml"/><Relationship Id="rId23" Type="http://schemas.openxmlformats.org/officeDocument/2006/relationships/notesSlide" Target="../notesSlides/notesSlide17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812.xml"/><Relationship Id="rId20" Type="http://schemas.openxmlformats.org/officeDocument/2006/relationships/image" Target="../media/image8.png"/><Relationship Id="rId2" Type="http://schemas.openxmlformats.org/officeDocument/2006/relationships/tags" Target="../tags/tag794.xml"/><Relationship Id="rId19" Type="http://schemas.openxmlformats.org/officeDocument/2006/relationships/tags" Target="../tags/tag811.xml"/><Relationship Id="rId18" Type="http://schemas.openxmlformats.org/officeDocument/2006/relationships/tags" Target="../tags/tag810.xml"/><Relationship Id="rId17" Type="http://schemas.openxmlformats.org/officeDocument/2006/relationships/tags" Target="../tags/tag809.xml"/><Relationship Id="rId16" Type="http://schemas.openxmlformats.org/officeDocument/2006/relationships/tags" Target="../tags/tag808.xml"/><Relationship Id="rId15" Type="http://schemas.openxmlformats.org/officeDocument/2006/relationships/tags" Target="../tags/tag807.xml"/><Relationship Id="rId14" Type="http://schemas.openxmlformats.org/officeDocument/2006/relationships/tags" Target="../tags/tag806.xml"/><Relationship Id="rId13" Type="http://schemas.openxmlformats.org/officeDocument/2006/relationships/tags" Target="../tags/tag805.xml"/><Relationship Id="rId12" Type="http://schemas.openxmlformats.org/officeDocument/2006/relationships/tags" Target="../tags/tag804.xml"/><Relationship Id="rId11" Type="http://schemas.openxmlformats.org/officeDocument/2006/relationships/tags" Target="../tags/tag803.xml"/><Relationship Id="rId10" Type="http://schemas.openxmlformats.org/officeDocument/2006/relationships/tags" Target="../tags/tag802.xml"/><Relationship Id="rId1" Type="http://schemas.openxmlformats.org/officeDocument/2006/relationships/tags" Target="../tags/tag79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20.xml"/><Relationship Id="rId8" Type="http://schemas.openxmlformats.org/officeDocument/2006/relationships/image" Target="../media/image12.png"/><Relationship Id="rId7" Type="http://schemas.openxmlformats.org/officeDocument/2006/relationships/tags" Target="../tags/tag819.xml"/><Relationship Id="rId6" Type="http://schemas.openxmlformats.org/officeDocument/2006/relationships/tags" Target="../tags/tag818.xml"/><Relationship Id="rId5" Type="http://schemas.openxmlformats.org/officeDocument/2006/relationships/tags" Target="../tags/tag817.xml"/><Relationship Id="rId4" Type="http://schemas.openxmlformats.org/officeDocument/2006/relationships/tags" Target="../tags/tag816.xml"/><Relationship Id="rId3" Type="http://schemas.openxmlformats.org/officeDocument/2006/relationships/tags" Target="../tags/tag815.xml"/><Relationship Id="rId2" Type="http://schemas.openxmlformats.org/officeDocument/2006/relationships/tags" Target="../tags/tag814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823.xml"/><Relationship Id="rId12" Type="http://schemas.openxmlformats.org/officeDocument/2006/relationships/tags" Target="../tags/tag822.xml"/><Relationship Id="rId11" Type="http://schemas.openxmlformats.org/officeDocument/2006/relationships/image" Target="../media/image13.png"/><Relationship Id="rId10" Type="http://schemas.openxmlformats.org/officeDocument/2006/relationships/tags" Target="../tags/tag821.xml"/><Relationship Id="rId1" Type="http://schemas.openxmlformats.org/officeDocument/2006/relationships/tags" Target="../tags/tag81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832.xml"/><Relationship Id="rId8" Type="http://schemas.openxmlformats.org/officeDocument/2006/relationships/tags" Target="../tags/tag831.xml"/><Relationship Id="rId7" Type="http://schemas.openxmlformats.org/officeDocument/2006/relationships/tags" Target="../tags/tag830.xml"/><Relationship Id="rId6" Type="http://schemas.openxmlformats.org/officeDocument/2006/relationships/tags" Target="../tags/tag829.xml"/><Relationship Id="rId5" Type="http://schemas.openxmlformats.org/officeDocument/2006/relationships/tags" Target="../tags/tag828.xml"/><Relationship Id="rId46" Type="http://schemas.openxmlformats.org/officeDocument/2006/relationships/notesSlide" Target="../notesSlides/notesSlide19.xml"/><Relationship Id="rId45" Type="http://schemas.openxmlformats.org/officeDocument/2006/relationships/slideLayout" Target="../slideLayouts/slideLayout11.xml"/><Relationship Id="rId44" Type="http://schemas.openxmlformats.org/officeDocument/2006/relationships/tags" Target="../tags/tag867.xml"/><Relationship Id="rId43" Type="http://schemas.openxmlformats.org/officeDocument/2006/relationships/tags" Target="../tags/tag866.xml"/><Relationship Id="rId42" Type="http://schemas.openxmlformats.org/officeDocument/2006/relationships/tags" Target="../tags/tag865.xml"/><Relationship Id="rId41" Type="http://schemas.openxmlformats.org/officeDocument/2006/relationships/tags" Target="../tags/tag864.xml"/><Relationship Id="rId40" Type="http://schemas.openxmlformats.org/officeDocument/2006/relationships/tags" Target="../tags/tag863.xml"/><Relationship Id="rId4" Type="http://schemas.openxmlformats.org/officeDocument/2006/relationships/tags" Target="../tags/tag827.xml"/><Relationship Id="rId39" Type="http://schemas.openxmlformats.org/officeDocument/2006/relationships/tags" Target="../tags/tag862.xml"/><Relationship Id="rId38" Type="http://schemas.openxmlformats.org/officeDocument/2006/relationships/tags" Target="../tags/tag861.xml"/><Relationship Id="rId37" Type="http://schemas.openxmlformats.org/officeDocument/2006/relationships/tags" Target="../tags/tag860.xml"/><Relationship Id="rId36" Type="http://schemas.openxmlformats.org/officeDocument/2006/relationships/tags" Target="../tags/tag859.xml"/><Relationship Id="rId35" Type="http://schemas.openxmlformats.org/officeDocument/2006/relationships/tags" Target="../tags/tag858.xml"/><Relationship Id="rId34" Type="http://schemas.openxmlformats.org/officeDocument/2006/relationships/tags" Target="../tags/tag857.xml"/><Relationship Id="rId33" Type="http://schemas.openxmlformats.org/officeDocument/2006/relationships/tags" Target="../tags/tag856.xml"/><Relationship Id="rId32" Type="http://schemas.openxmlformats.org/officeDocument/2006/relationships/tags" Target="../tags/tag855.xml"/><Relationship Id="rId31" Type="http://schemas.openxmlformats.org/officeDocument/2006/relationships/tags" Target="../tags/tag854.xml"/><Relationship Id="rId30" Type="http://schemas.openxmlformats.org/officeDocument/2006/relationships/tags" Target="../tags/tag853.xml"/><Relationship Id="rId3" Type="http://schemas.openxmlformats.org/officeDocument/2006/relationships/tags" Target="../tags/tag826.xml"/><Relationship Id="rId29" Type="http://schemas.openxmlformats.org/officeDocument/2006/relationships/tags" Target="../tags/tag852.xml"/><Relationship Id="rId28" Type="http://schemas.openxmlformats.org/officeDocument/2006/relationships/tags" Target="../tags/tag851.xml"/><Relationship Id="rId27" Type="http://schemas.openxmlformats.org/officeDocument/2006/relationships/tags" Target="../tags/tag850.xml"/><Relationship Id="rId26" Type="http://schemas.openxmlformats.org/officeDocument/2006/relationships/tags" Target="../tags/tag849.xml"/><Relationship Id="rId25" Type="http://schemas.openxmlformats.org/officeDocument/2006/relationships/tags" Target="../tags/tag848.xml"/><Relationship Id="rId24" Type="http://schemas.openxmlformats.org/officeDocument/2006/relationships/tags" Target="../tags/tag847.xml"/><Relationship Id="rId23" Type="http://schemas.openxmlformats.org/officeDocument/2006/relationships/tags" Target="../tags/tag846.xml"/><Relationship Id="rId22" Type="http://schemas.openxmlformats.org/officeDocument/2006/relationships/tags" Target="../tags/tag845.xml"/><Relationship Id="rId21" Type="http://schemas.openxmlformats.org/officeDocument/2006/relationships/tags" Target="../tags/tag844.xml"/><Relationship Id="rId20" Type="http://schemas.openxmlformats.org/officeDocument/2006/relationships/tags" Target="../tags/tag843.xml"/><Relationship Id="rId2" Type="http://schemas.openxmlformats.org/officeDocument/2006/relationships/tags" Target="../tags/tag825.xml"/><Relationship Id="rId19" Type="http://schemas.openxmlformats.org/officeDocument/2006/relationships/tags" Target="../tags/tag842.xml"/><Relationship Id="rId18" Type="http://schemas.openxmlformats.org/officeDocument/2006/relationships/tags" Target="../tags/tag841.xml"/><Relationship Id="rId17" Type="http://schemas.openxmlformats.org/officeDocument/2006/relationships/tags" Target="../tags/tag840.xml"/><Relationship Id="rId16" Type="http://schemas.openxmlformats.org/officeDocument/2006/relationships/tags" Target="../tags/tag839.xml"/><Relationship Id="rId15" Type="http://schemas.openxmlformats.org/officeDocument/2006/relationships/tags" Target="../tags/tag838.xml"/><Relationship Id="rId14" Type="http://schemas.openxmlformats.org/officeDocument/2006/relationships/tags" Target="../tags/tag837.xml"/><Relationship Id="rId13" Type="http://schemas.openxmlformats.org/officeDocument/2006/relationships/tags" Target="../tags/tag836.xml"/><Relationship Id="rId12" Type="http://schemas.openxmlformats.org/officeDocument/2006/relationships/tags" Target="../tags/tag835.xml"/><Relationship Id="rId11" Type="http://schemas.openxmlformats.org/officeDocument/2006/relationships/tags" Target="../tags/tag834.xml"/><Relationship Id="rId10" Type="http://schemas.openxmlformats.org/officeDocument/2006/relationships/tags" Target="../tags/tag833.xml"/><Relationship Id="rId1" Type="http://schemas.openxmlformats.org/officeDocument/2006/relationships/tags" Target="../tags/tag82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69.xml"/><Relationship Id="rId1" Type="http://schemas.openxmlformats.org/officeDocument/2006/relationships/tags" Target="../tags/tag8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6425" y="2195830"/>
            <a:ext cx="1109091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100" spc="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Express中集成模板引擎</a:t>
            </a:r>
            <a:endParaRPr lang="en-US" altLang="zh-CN" sz="7100" spc="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12835" y="53244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66190" y="669290"/>
            <a:ext cx="9484360" cy="3881120"/>
            <a:chOff x="1994" y="1054"/>
            <a:chExt cx="15420" cy="623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" y="1054"/>
              <a:ext cx="15421" cy="6237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3075" y="6114"/>
              <a:ext cx="1936" cy="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Express</a:t>
              </a:r>
              <a:r>
                <a:rPr lang="zh-CN" altLang="en-US" b="1">
                  <a:solidFill>
                    <a:schemeClr val="tx1"/>
                  </a:solidFill>
                </a:rPr>
                <a:t>框架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8737" y="5584"/>
              <a:ext cx="2143" cy="1276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zh-CN" altLang="en-US" sz="2800" b="1">
                  <a:gradFill>
                    <a:gsLst>
                      <a:gs pos="50000">
                        <a:schemeClr val="accent5"/>
                      </a:gs>
                      <a:gs pos="0">
                        <a:schemeClr val="accent5">
                          <a:lumMod val="25000"/>
                          <a:lumOff val="75000"/>
                        </a:schemeClr>
                      </a:gs>
                      <a:gs pos="100000">
                        <a:schemeClr val="accent5">
                          <a:lumMod val="85000"/>
                        </a:schemeClr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模板</a:t>
              </a:r>
              <a:endParaRPr lang="zh-CN" altLang="en-US" sz="2800" b="1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zh-CN" altLang="en-US" sz="2800" b="1">
                  <a:gradFill>
                    <a:gsLst>
                      <a:gs pos="50000">
                        <a:schemeClr val="accent5"/>
                      </a:gs>
                      <a:gs pos="0">
                        <a:schemeClr val="accent5">
                          <a:lumMod val="25000"/>
                          <a:lumOff val="75000"/>
                        </a:schemeClr>
                      </a:gs>
                      <a:gs pos="100000">
                        <a:schemeClr val="accent5">
                          <a:lumMod val="85000"/>
                        </a:schemeClr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引擎</a:t>
              </a:r>
              <a:endParaRPr lang="zh-CN" altLang="en-US" sz="2800" b="1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2114" y="4887280"/>
            <a:ext cx="9088120" cy="1196731"/>
            <a:chOff x="2643438" y="4764377"/>
            <a:chExt cx="9088120" cy="1196731"/>
          </a:xfrm>
        </p:grpSpPr>
        <p:sp>
          <p:nvSpPr>
            <p:cNvPr id="127" name="TextBox 31"/>
            <p:cNvSpPr txBox="1">
              <a:spLocks noChangeArrowheads="1"/>
            </p:cNvSpPr>
            <p:nvPr/>
          </p:nvSpPr>
          <p:spPr bwMode="auto">
            <a:xfrm>
              <a:off x="3823268" y="5064097"/>
              <a:ext cx="7908290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</a:t>
              </a:r>
              <a:r>
                <a:rPr lang="en-US" altLang="zh-CN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Express</a:t>
              </a:r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框架中集成模板引擎进行应用</a:t>
              </a:r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开发？</a:t>
              </a:r>
              <a:endPara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460" name="组合 45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2643438" y="4764377"/>
              <a:ext cx="1053301" cy="1196731"/>
              <a:chOff x="3990181" y="1352129"/>
              <a:chExt cx="4211637" cy="4785146"/>
            </a:xfrm>
          </p:grpSpPr>
          <p:sp>
            <p:nvSpPr>
              <p:cNvPr id="461" name="ï$líḍe"/>
              <p:cNvSpPr/>
              <p:nvPr/>
            </p:nvSpPr>
            <p:spPr bwMode="auto">
              <a:xfrm>
                <a:off x="5780459" y="3616271"/>
                <a:ext cx="284540" cy="342112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2" name="îşľîḋé"/>
              <p:cNvSpPr/>
              <p:nvPr/>
            </p:nvSpPr>
            <p:spPr bwMode="auto">
              <a:xfrm>
                <a:off x="4557047" y="5929129"/>
                <a:ext cx="1330806" cy="208146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3" name="îśḷïḋé"/>
              <p:cNvSpPr/>
              <p:nvPr/>
            </p:nvSpPr>
            <p:spPr bwMode="auto">
              <a:xfrm>
                <a:off x="5334273" y="3843239"/>
                <a:ext cx="615581" cy="552473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4" name="iṩḷïďê"/>
              <p:cNvSpPr/>
              <p:nvPr/>
            </p:nvSpPr>
            <p:spPr bwMode="auto">
              <a:xfrm>
                <a:off x="5810352" y="3906347"/>
                <a:ext cx="40965" cy="38751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5" name="îsľîḋé"/>
              <p:cNvSpPr/>
              <p:nvPr/>
            </p:nvSpPr>
            <p:spPr bwMode="auto">
              <a:xfrm>
                <a:off x="4934589" y="4041421"/>
                <a:ext cx="222539" cy="2468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6" name="ïsḻïdê"/>
              <p:cNvSpPr/>
              <p:nvPr/>
            </p:nvSpPr>
            <p:spPr bwMode="auto">
              <a:xfrm>
                <a:off x="4971125" y="4030349"/>
                <a:ext cx="179360" cy="20261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7" name="iS1îḍê"/>
              <p:cNvSpPr/>
              <p:nvPr/>
            </p:nvSpPr>
            <p:spPr bwMode="auto">
              <a:xfrm>
                <a:off x="4964482" y="4257317"/>
                <a:ext cx="191539" cy="389720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8" name="işļíḓé"/>
              <p:cNvSpPr/>
              <p:nvPr/>
            </p:nvSpPr>
            <p:spPr bwMode="auto">
              <a:xfrm>
                <a:off x="4940124" y="4158780"/>
                <a:ext cx="221432" cy="145038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9" name="iŝ1îḓé"/>
              <p:cNvSpPr/>
              <p:nvPr/>
            </p:nvSpPr>
            <p:spPr bwMode="auto">
              <a:xfrm>
                <a:off x="5156021" y="4856291"/>
                <a:ext cx="466114" cy="1086124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0" name="íşlíḑè"/>
              <p:cNvSpPr/>
              <p:nvPr/>
            </p:nvSpPr>
            <p:spPr bwMode="auto">
              <a:xfrm>
                <a:off x="5307702" y="5921379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1" name="î$ļïḓe"/>
              <p:cNvSpPr/>
              <p:nvPr/>
            </p:nvSpPr>
            <p:spPr bwMode="auto">
              <a:xfrm>
                <a:off x="4817230" y="4854076"/>
                <a:ext cx="467222" cy="1083910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2" name="ïŝlïḓe"/>
              <p:cNvSpPr/>
              <p:nvPr/>
            </p:nvSpPr>
            <p:spPr bwMode="auto">
              <a:xfrm>
                <a:off x="4970018" y="5918057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3" name="îṡḻîḓê"/>
              <p:cNvSpPr/>
              <p:nvPr/>
            </p:nvSpPr>
            <p:spPr bwMode="auto">
              <a:xfrm>
                <a:off x="4691013" y="4850755"/>
                <a:ext cx="1102731" cy="972087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4" name="ísľïḍé"/>
              <p:cNvSpPr/>
              <p:nvPr/>
            </p:nvSpPr>
            <p:spPr bwMode="auto">
              <a:xfrm>
                <a:off x="4743050" y="4971435"/>
                <a:ext cx="256861" cy="504865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5" name="îṡľiḓe"/>
              <p:cNvSpPr/>
              <p:nvPr/>
            </p:nvSpPr>
            <p:spPr bwMode="auto">
              <a:xfrm>
                <a:off x="4915767" y="5003543"/>
                <a:ext cx="156110" cy="533651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6" name="îšľîdè"/>
              <p:cNvSpPr/>
              <p:nvPr/>
            </p:nvSpPr>
            <p:spPr bwMode="auto">
              <a:xfrm>
                <a:off x="5112841" y="5003543"/>
                <a:ext cx="117359" cy="549151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7" name="íṡlîḓe"/>
              <p:cNvSpPr/>
              <p:nvPr/>
            </p:nvSpPr>
            <p:spPr bwMode="auto">
              <a:xfrm>
                <a:off x="5205843" y="4971435"/>
                <a:ext cx="252433" cy="548044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8" name="ís1ïďè"/>
              <p:cNvSpPr/>
              <p:nvPr/>
            </p:nvSpPr>
            <p:spPr bwMode="auto">
              <a:xfrm>
                <a:off x="5313237" y="4940435"/>
                <a:ext cx="331041" cy="474972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9" name="îṣ1íďé"/>
              <p:cNvSpPr/>
              <p:nvPr/>
            </p:nvSpPr>
            <p:spPr bwMode="auto">
              <a:xfrm>
                <a:off x="5419525" y="4889506"/>
                <a:ext cx="356506" cy="386399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0" name="ïṧḷiḋè"/>
              <p:cNvSpPr/>
              <p:nvPr/>
            </p:nvSpPr>
            <p:spPr bwMode="auto">
              <a:xfrm>
                <a:off x="4745264" y="4156566"/>
                <a:ext cx="797155" cy="894585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1" name="ïṥ1iḍê"/>
              <p:cNvSpPr/>
              <p:nvPr/>
            </p:nvSpPr>
            <p:spPr bwMode="auto">
              <a:xfrm>
                <a:off x="4882552" y="4177602"/>
                <a:ext cx="254647" cy="45282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2" name="îşlîḍè"/>
              <p:cNvSpPr/>
              <p:nvPr/>
            </p:nvSpPr>
            <p:spPr bwMode="auto">
              <a:xfrm>
                <a:off x="5127234" y="4139958"/>
                <a:ext cx="150574" cy="490472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3" name="îṧľíḋe"/>
              <p:cNvSpPr/>
              <p:nvPr/>
            </p:nvSpPr>
            <p:spPr bwMode="auto">
              <a:xfrm>
                <a:off x="5129449" y="4680252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4" name="îṥļiḍe"/>
              <p:cNvSpPr/>
              <p:nvPr/>
            </p:nvSpPr>
            <p:spPr bwMode="auto">
              <a:xfrm>
                <a:off x="5146056" y="4763289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5" name="i$ḻïḓè"/>
              <p:cNvSpPr/>
              <p:nvPr/>
            </p:nvSpPr>
            <p:spPr bwMode="auto">
              <a:xfrm>
                <a:off x="5162664" y="4848541"/>
                <a:ext cx="34322" cy="35429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6" name="íś1iḓe"/>
              <p:cNvSpPr/>
              <p:nvPr/>
            </p:nvSpPr>
            <p:spPr bwMode="auto">
              <a:xfrm>
                <a:off x="4266971" y="2943118"/>
                <a:ext cx="1245555" cy="1279877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7" name="ïṩḷiḋê"/>
              <p:cNvSpPr/>
              <p:nvPr/>
            </p:nvSpPr>
            <p:spPr bwMode="auto">
              <a:xfrm>
                <a:off x="4594690" y="3939562"/>
                <a:ext cx="55358" cy="57572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8" name="iSlîḓe"/>
              <p:cNvSpPr/>
              <p:nvPr/>
            </p:nvSpPr>
            <p:spPr bwMode="auto">
              <a:xfrm>
                <a:off x="4880338" y="3867597"/>
                <a:ext cx="50929" cy="44286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9" name="iṣľîḍé"/>
              <p:cNvSpPr/>
              <p:nvPr/>
            </p:nvSpPr>
            <p:spPr bwMode="auto">
              <a:xfrm>
                <a:off x="4912445" y="3856525"/>
                <a:ext cx="49822" cy="50929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0" name="îṧ1ïdè"/>
              <p:cNvSpPr/>
              <p:nvPr/>
            </p:nvSpPr>
            <p:spPr bwMode="auto">
              <a:xfrm>
                <a:off x="4953410" y="3832168"/>
                <a:ext cx="55358" cy="63108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1" name="iṧlïḋe"/>
              <p:cNvSpPr/>
              <p:nvPr/>
            </p:nvSpPr>
            <p:spPr bwMode="auto">
              <a:xfrm>
                <a:off x="5241272" y="3733630"/>
                <a:ext cx="63108" cy="63108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2" name="íṣ1íḍê"/>
              <p:cNvSpPr/>
              <p:nvPr/>
            </p:nvSpPr>
            <p:spPr bwMode="auto">
              <a:xfrm>
                <a:off x="5277808" y="3720344"/>
                <a:ext cx="64215" cy="68644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3" name="îṡľîďè"/>
              <p:cNvSpPr/>
              <p:nvPr/>
            </p:nvSpPr>
            <p:spPr bwMode="auto">
              <a:xfrm>
                <a:off x="5312130" y="3725880"/>
                <a:ext cx="53144" cy="52037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4" name="ïśľîḓe"/>
              <p:cNvSpPr/>
              <p:nvPr/>
            </p:nvSpPr>
            <p:spPr bwMode="auto">
              <a:xfrm>
                <a:off x="5175949" y="3542092"/>
                <a:ext cx="171610" cy="191539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5" name="ïšḻíḋê"/>
              <p:cNvSpPr/>
              <p:nvPr/>
            </p:nvSpPr>
            <p:spPr bwMode="auto">
              <a:xfrm>
                <a:off x="5237950" y="3555378"/>
                <a:ext cx="71965" cy="79716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6" name="işľídè"/>
              <p:cNvSpPr/>
              <p:nvPr/>
            </p:nvSpPr>
            <p:spPr bwMode="auto">
              <a:xfrm>
                <a:off x="4808372" y="3646165"/>
                <a:ext cx="176038" cy="197074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7" name="îsḷiḍe"/>
              <p:cNvSpPr/>
              <p:nvPr/>
            </p:nvSpPr>
            <p:spPr bwMode="auto">
              <a:xfrm>
                <a:off x="4874802" y="3664986"/>
                <a:ext cx="70858" cy="79716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8" name="iṧlîde"/>
              <p:cNvSpPr/>
              <p:nvPr/>
            </p:nvSpPr>
            <p:spPr bwMode="auto">
              <a:xfrm>
                <a:off x="4768515" y="3522163"/>
                <a:ext cx="162753" cy="116252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9" name="ísḷîdé"/>
              <p:cNvSpPr/>
              <p:nvPr/>
            </p:nvSpPr>
            <p:spPr bwMode="auto">
              <a:xfrm>
                <a:off x="5087377" y="3397054"/>
                <a:ext cx="138395" cy="111823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0" name="ïṡ1idè"/>
              <p:cNvSpPr/>
              <p:nvPr/>
            </p:nvSpPr>
            <p:spPr bwMode="auto">
              <a:xfrm>
                <a:off x="5030911" y="3876454"/>
                <a:ext cx="286754" cy="1151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1" name="işliḋè"/>
              <p:cNvSpPr/>
              <p:nvPr/>
            </p:nvSpPr>
            <p:spPr bwMode="auto">
              <a:xfrm>
                <a:off x="4025610" y="2727222"/>
                <a:ext cx="1355164" cy="1978495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2" name="íslïďê"/>
              <p:cNvSpPr/>
              <p:nvPr/>
            </p:nvSpPr>
            <p:spPr bwMode="auto">
              <a:xfrm>
                <a:off x="4409795" y="3503341"/>
                <a:ext cx="327719" cy="347648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3" name="îṣḻíḑe"/>
              <p:cNvSpPr/>
              <p:nvPr/>
            </p:nvSpPr>
            <p:spPr bwMode="auto">
              <a:xfrm>
                <a:off x="4252578" y="3741381"/>
                <a:ext cx="592331" cy="815977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4" name="ïśḷïde"/>
              <p:cNvSpPr/>
              <p:nvPr/>
            </p:nvSpPr>
            <p:spPr bwMode="auto">
              <a:xfrm>
                <a:off x="4508332" y="3826632"/>
                <a:ext cx="35429" cy="40965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5" name="iṡḷîḑê"/>
              <p:cNvSpPr/>
              <p:nvPr/>
            </p:nvSpPr>
            <p:spPr bwMode="auto">
              <a:xfrm>
                <a:off x="3990181" y="3178943"/>
                <a:ext cx="414078" cy="667618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6" name="íṩ1ídè"/>
              <p:cNvSpPr/>
              <p:nvPr/>
            </p:nvSpPr>
            <p:spPr bwMode="auto">
              <a:xfrm>
                <a:off x="4167327" y="2163677"/>
                <a:ext cx="406328" cy="626653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7" name="ïSļîḋê"/>
              <p:cNvSpPr/>
              <p:nvPr/>
            </p:nvSpPr>
            <p:spPr bwMode="auto">
              <a:xfrm>
                <a:off x="6592007" y="5561552"/>
                <a:ext cx="1330806" cy="208146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8" name="ïś1iďé"/>
              <p:cNvSpPr/>
              <p:nvPr/>
            </p:nvSpPr>
            <p:spPr bwMode="auto">
              <a:xfrm>
                <a:off x="7146694" y="1352129"/>
                <a:ext cx="186003" cy="4300210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9" name="îṩḷïḋ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0" name="îṡḷiď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1" name="îṧ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2" name="îṡ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3" name="í$1ïďê"/>
              <p:cNvSpPr/>
              <p:nvPr/>
            </p:nvSpPr>
            <p:spPr bwMode="auto">
              <a:xfrm>
                <a:off x="6497899" y="3212158"/>
                <a:ext cx="1703919" cy="639939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4" name="isľíďe"/>
              <p:cNvSpPr/>
              <p:nvPr/>
            </p:nvSpPr>
            <p:spPr bwMode="auto">
              <a:xfrm>
                <a:off x="6512291" y="3212158"/>
                <a:ext cx="1689527" cy="606723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5" name="ïṡlíḓé"/>
              <p:cNvSpPr/>
              <p:nvPr/>
            </p:nvSpPr>
            <p:spPr bwMode="auto">
              <a:xfrm>
                <a:off x="6361718" y="2369609"/>
                <a:ext cx="1708348" cy="763940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6" name="îŝ1îdè"/>
              <p:cNvSpPr/>
              <p:nvPr/>
            </p:nvSpPr>
            <p:spPr bwMode="auto">
              <a:xfrm>
                <a:off x="6382754" y="2359645"/>
                <a:ext cx="1690633" cy="750655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7" name="íśḷîḍé"/>
              <p:cNvSpPr/>
              <p:nvPr/>
            </p:nvSpPr>
            <p:spPr bwMode="auto">
              <a:xfrm>
                <a:off x="6339575" y="4004885"/>
                <a:ext cx="1687312" cy="877978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8" name="ï$ḻíḑe"/>
              <p:cNvSpPr/>
              <p:nvPr/>
            </p:nvSpPr>
            <p:spPr bwMode="auto">
              <a:xfrm>
                <a:off x="6352861" y="3986063"/>
                <a:ext cx="1668490" cy="859156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9" name="îŝľïďê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0" name="íṡḷíḑe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1" name="iśļïďê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2" name="íṧlîḍé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3" name="iṩļïḍê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4" name="íŝḻiḑe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5" name="iṣḷíḋé"/>
              <p:cNvSpPr/>
              <p:nvPr/>
            </p:nvSpPr>
            <p:spPr bwMode="auto">
              <a:xfrm>
                <a:off x="7146694" y="2918761"/>
                <a:ext cx="183789" cy="63108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6" name="îSḷíḍe"/>
              <p:cNvSpPr/>
              <p:nvPr/>
            </p:nvSpPr>
            <p:spPr bwMode="auto">
              <a:xfrm>
                <a:off x="7146694" y="3733630"/>
                <a:ext cx="183789" cy="79716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7" name="ïşliďê"/>
              <p:cNvSpPr/>
              <p:nvPr/>
            </p:nvSpPr>
            <p:spPr bwMode="auto">
              <a:xfrm>
                <a:off x="7146694" y="4576179"/>
                <a:ext cx="183789" cy="104073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637665" y="3084195"/>
            <a:ext cx="4677410" cy="699135"/>
            <a:chOff x="2948" y="4855"/>
            <a:chExt cx="7366" cy="1101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4221" y="5030"/>
              <a:ext cx="6093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Express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中集成</a:t>
              </a: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pug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模板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引擎</a:t>
              </a:r>
              <a:endPara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658610" y="3084830"/>
            <a:ext cx="5043805" cy="699135"/>
            <a:chOff x="12853" y="4855"/>
            <a:chExt cx="7943" cy="1101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12853" y="4855"/>
              <a:ext cx="1101" cy="1101"/>
            </a:xfrm>
            <a:prstGeom prst="rect">
              <a:avLst/>
            </a:prstGeom>
            <a:solidFill>
              <a:srgbClr val="15C2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14126" y="5030"/>
              <a:ext cx="6670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Express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中集成</a:t>
              </a: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ejs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模板引擎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457581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Express中集成模板引擎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87325" y="1635760"/>
            <a:ext cx="11817350" cy="4679315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4"/>
            </p:custDataLst>
          </p:nvPr>
        </p:nvSpPr>
        <p:spPr>
          <a:xfrm>
            <a:off x="187325" y="1616075"/>
            <a:ext cx="1345565" cy="4699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5"/>
            </p:custDataLst>
          </p:nvPr>
        </p:nvSpPr>
        <p:spPr>
          <a:xfrm>
            <a:off x="1532890" y="1620520"/>
            <a:ext cx="245110" cy="4694555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173" y="3133250"/>
            <a:ext cx="569913" cy="569913"/>
          </a:xfrm>
          <a:prstGeom prst="rect">
            <a:avLst/>
          </a:prstGeom>
        </p:spPr>
      </p:pic>
      <p:pic>
        <p:nvPicPr>
          <p:cNvPr id="7" name="图片 6" descr="C:/Users/Administrator/Desktop/千库网_登录页的新闻概念_元素编号13771262.png千库网_登录页的新闻概念_元素编号13771262"/>
          <p:cNvPicPr>
            <a:picLocks noChangeAspect="1"/>
          </p:cNvPicPr>
          <p:nvPr/>
        </p:nvPicPr>
        <p:blipFill>
          <a:blip r:embed="rId8"/>
          <a:srcRect t="12642" r="5057" b="20200"/>
          <a:stretch>
            <a:fillRect/>
          </a:stretch>
        </p:blipFill>
        <p:spPr>
          <a:xfrm>
            <a:off x="8605520" y="2706370"/>
            <a:ext cx="3586480" cy="25380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1945640" y="1656080"/>
            <a:ext cx="7058660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模板引擎可以实现显示界面与逻辑处理的分离，</a:t>
            </a:r>
            <a:r>
              <a:rPr 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xpess框架中可集成pug或ejs模板引擎进行开发，效率特别高。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endParaRPr 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  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集成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pug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模板引擎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-- 默认模板引擎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-- 案例：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商品信息显示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algn="just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2.  集成ejs模板引擎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-- 创建项目包时声明为ejs模板引擎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-- 案例：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留言簿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9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960187" y="43943"/>
            <a:ext cx="57861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4"/>
            </p:custDataLst>
          </p:nvPr>
        </p:nvSpPr>
        <p:spPr>
          <a:xfrm>
            <a:off x="2454275" y="1158875"/>
            <a:ext cx="787209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框架项目中，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pug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模板进行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商品信息显示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5" name="图片 24"/>
          <p:cNvPicPr/>
          <p:nvPr/>
        </p:nvPicPr>
        <p:blipFill>
          <a:blip r:embed="rId5"/>
          <a:stretch>
            <a:fillRect/>
          </a:stretch>
        </p:blipFill>
        <p:spPr>
          <a:xfrm>
            <a:off x="3910965" y="1765300"/>
            <a:ext cx="3122295" cy="4809490"/>
          </a:xfrm>
          <a:prstGeom prst="rect">
            <a:avLst/>
          </a:prstGeom>
          <a:ln>
            <a:solidFill>
              <a:schemeClr val="tx2">
                <a:lumMod val="90000"/>
              </a:schemeClr>
            </a:solidFill>
          </a:ln>
        </p:spPr>
      </p:pic>
      <p:grpSp>
        <p:nvGrpSpPr>
          <p:cNvPr id="9" name="组合 8"/>
          <p:cNvGrpSpPr/>
          <p:nvPr/>
        </p:nvGrpSpPr>
        <p:grpSpPr>
          <a:xfrm>
            <a:off x="511175" y="1050925"/>
            <a:ext cx="2367280" cy="614045"/>
            <a:chOff x="805" y="1655"/>
            <a:chExt cx="3728" cy="967"/>
          </a:xfrm>
        </p:grpSpPr>
        <p:sp>
          <p:nvSpPr>
            <p:cNvPr id="95" name="矩形 1"/>
            <p:cNvSpPr/>
            <p:nvPr>
              <p:custDataLst>
                <p:tags r:id="rId6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7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99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960187" y="43943"/>
            <a:ext cx="57861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椭圆 41"/>
          <p:cNvSpPr/>
          <p:nvPr>
            <p:custDataLst>
              <p:tags r:id="rId4"/>
            </p:custDataLst>
          </p:nvPr>
        </p:nvSpPr>
        <p:spPr>
          <a:xfrm>
            <a:off x="10681946" y="2741949"/>
            <a:ext cx="412528" cy="333574"/>
          </a:xfrm>
          <a:custGeom>
            <a:avLst/>
            <a:gdLst>
              <a:gd name="connsiteX0" fmla="*/ 0 w 331788"/>
              <a:gd name="connsiteY0" fmla="*/ 255587 h 268287"/>
              <a:gd name="connsiteX1" fmla="*/ 331788 w 331788"/>
              <a:gd name="connsiteY1" fmla="*/ 255587 h 268287"/>
              <a:gd name="connsiteX2" fmla="*/ 331788 w 331788"/>
              <a:gd name="connsiteY2" fmla="*/ 268287 h 268287"/>
              <a:gd name="connsiteX3" fmla="*/ 0 w 331788"/>
              <a:gd name="connsiteY3" fmla="*/ 268287 h 268287"/>
              <a:gd name="connsiteX4" fmla="*/ 76201 w 331788"/>
              <a:gd name="connsiteY4" fmla="*/ 207962 h 268287"/>
              <a:gd name="connsiteX5" fmla="*/ 82551 w 331788"/>
              <a:gd name="connsiteY5" fmla="*/ 207962 h 268287"/>
              <a:gd name="connsiteX6" fmla="*/ 82551 w 331788"/>
              <a:gd name="connsiteY6" fmla="*/ 247650 h 268287"/>
              <a:gd name="connsiteX7" fmla="*/ 55563 w 331788"/>
              <a:gd name="connsiteY7" fmla="*/ 247650 h 268287"/>
              <a:gd name="connsiteX8" fmla="*/ 55563 w 331788"/>
              <a:gd name="connsiteY8" fmla="*/ 227012 h 268287"/>
              <a:gd name="connsiteX9" fmla="*/ 115888 w 331788"/>
              <a:gd name="connsiteY9" fmla="*/ 168275 h 268287"/>
              <a:gd name="connsiteX10" fmla="*/ 127168 w 331788"/>
              <a:gd name="connsiteY10" fmla="*/ 168275 h 268287"/>
              <a:gd name="connsiteX11" fmla="*/ 139701 w 331788"/>
              <a:gd name="connsiteY11" fmla="*/ 170835 h 268287"/>
              <a:gd name="connsiteX12" fmla="*/ 139701 w 331788"/>
              <a:gd name="connsiteY12" fmla="*/ 247650 h 268287"/>
              <a:gd name="connsiteX13" fmla="*/ 115888 w 331788"/>
              <a:gd name="connsiteY13" fmla="*/ 247650 h 268287"/>
              <a:gd name="connsiteX14" fmla="*/ 198438 w 331788"/>
              <a:gd name="connsiteY14" fmla="*/ 155575 h 268287"/>
              <a:gd name="connsiteX15" fmla="*/ 198438 w 331788"/>
              <a:gd name="connsiteY15" fmla="*/ 247650 h 268287"/>
              <a:gd name="connsiteX16" fmla="*/ 173038 w 331788"/>
              <a:gd name="connsiteY16" fmla="*/ 247650 h 268287"/>
              <a:gd name="connsiteX17" fmla="*/ 173038 w 331788"/>
              <a:gd name="connsiteY17" fmla="*/ 168363 h 268287"/>
              <a:gd name="connsiteX18" fmla="*/ 198438 w 331788"/>
              <a:gd name="connsiteY18" fmla="*/ 155575 h 268287"/>
              <a:gd name="connsiteX19" fmla="*/ 149226 w 331788"/>
              <a:gd name="connsiteY19" fmla="*/ 41376 h 268287"/>
              <a:gd name="connsiteX20" fmla="*/ 114947 w 331788"/>
              <a:gd name="connsiteY20" fmla="*/ 55968 h 268287"/>
              <a:gd name="connsiteX21" fmla="*/ 114947 w 331788"/>
              <a:gd name="connsiteY21" fmla="*/ 123418 h 268287"/>
              <a:gd name="connsiteX22" fmla="*/ 183504 w 331788"/>
              <a:gd name="connsiteY22" fmla="*/ 123418 h 268287"/>
              <a:gd name="connsiteX23" fmla="*/ 183504 w 331788"/>
              <a:gd name="connsiteY23" fmla="*/ 55968 h 268287"/>
              <a:gd name="connsiteX24" fmla="*/ 149226 w 331788"/>
              <a:gd name="connsiteY24" fmla="*/ 41376 h 268287"/>
              <a:gd name="connsiteX25" fmla="*/ 228600 w 331788"/>
              <a:gd name="connsiteY25" fmla="*/ 39687 h 268287"/>
              <a:gd name="connsiteX26" fmla="*/ 254000 w 331788"/>
              <a:gd name="connsiteY26" fmla="*/ 39687 h 268287"/>
              <a:gd name="connsiteX27" fmla="*/ 254000 w 331788"/>
              <a:gd name="connsiteY27" fmla="*/ 247650 h 268287"/>
              <a:gd name="connsiteX28" fmla="*/ 228600 w 331788"/>
              <a:gd name="connsiteY28" fmla="*/ 247650 h 268287"/>
              <a:gd name="connsiteX29" fmla="*/ 228600 w 331788"/>
              <a:gd name="connsiteY29" fmla="*/ 110730 h 268287"/>
              <a:gd name="connsiteX30" fmla="*/ 231140 w 331788"/>
              <a:gd name="connsiteY30" fmla="*/ 90063 h 268287"/>
              <a:gd name="connsiteX31" fmla="*/ 228600 w 331788"/>
              <a:gd name="connsiteY31" fmla="*/ 69396 h 268287"/>
              <a:gd name="connsiteX32" fmla="*/ 228600 w 331788"/>
              <a:gd name="connsiteY32" fmla="*/ 39687 h 268287"/>
              <a:gd name="connsiteX33" fmla="*/ 149707 w 331788"/>
              <a:gd name="connsiteY33" fmla="*/ 22312 h 268287"/>
              <a:gd name="connsiteX34" fmla="*/ 196764 w 331788"/>
              <a:gd name="connsiteY34" fmla="*/ 41623 h 268287"/>
              <a:gd name="connsiteX35" fmla="*/ 196764 w 331788"/>
              <a:gd name="connsiteY35" fmla="*/ 136893 h 268287"/>
              <a:gd name="connsiteX36" fmla="*/ 109096 w 331788"/>
              <a:gd name="connsiteY36" fmla="*/ 143330 h 268287"/>
              <a:gd name="connsiteX37" fmla="*/ 97492 w 331788"/>
              <a:gd name="connsiteY37" fmla="*/ 154917 h 268287"/>
              <a:gd name="connsiteX38" fmla="*/ 93625 w 331788"/>
              <a:gd name="connsiteY38" fmla="*/ 170366 h 268287"/>
              <a:gd name="connsiteX39" fmla="*/ 43344 w 331788"/>
              <a:gd name="connsiteY39" fmla="*/ 220576 h 268287"/>
              <a:gd name="connsiteX40" fmla="*/ 18848 w 331788"/>
              <a:gd name="connsiteY40" fmla="*/ 220576 h 268287"/>
              <a:gd name="connsiteX41" fmla="*/ 18848 w 331788"/>
              <a:gd name="connsiteY41" fmla="*/ 196115 h 268287"/>
              <a:gd name="connsiteX42" fmla="*/ 67840 w 331788"/>
              <a:gd name="connsiteY42" fmla="*/ 145905 h 268287"/>
              <a:gd name="connsiteX43" fmla="*/ 84600 w 331788"/>
              <a:gd name="connsiteY43" fmla="*/ 140755 h 268287"/>
              <a:gd name="connsiteX44" fmla="*/ 96203 w 331788"/>
              <a:gd name="connsiteY44" fmla="*/ 129168 h 268287"/>
              <a:gd name="connsiteX45" fmla="*/ 102649 w 331788"/>
              <a:gd name="connsiteY45" fmla="*/ 41623 h 268287"/>
              <a:gd name="connsiteX46" fmla="*/ 149707 w 331788"/>
              <a:gd name="connsiteY46" fmla="*/ 22312 h 268287"/>
              <a:gd name="connsiteX47" fmla="*/ 280988 w 331788"/>
              <a:gd name="connsiteY47" fmla="*/ 0 h 268287"/>
              <a:gd name="connsiteX48" fmla="*/ 306388 w 331788"/>
              <a:gd name="connsiteY48" fmla="*/ 0 h 268287"/>
              <a:gd name="connsiteX49" fmla="*/ 306388 w 331788"/>
              <a:gd name="connsiteY49" fmla="*/ 247650 h 268287"/>
              <a:gd name="connsiteX50" fmla="*/ 280988 w 331788"/>
              <a:gd name="connsiteY50" fmla="*/ 247650 h 26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1788" h="268287">
                <a:moveTo>
                  <a:pt x="0" y="255587"/>
                </a:moveTo>
                <a:lnTo>
                  <a:pt x="331788" y="255587"/>
                </a:lnTo>
                <a:lnTo>
                  <a:pt x="331788" y="268287"/>
                </a:lnTo>
                <a:lnTo>
                  <a:pt x="0" y="268287"/>
                </a:lnTo>
                <a:close/>
                <a:moveTo>
                  <a:pt x="76201" y="207962"/>
                </a:moveTo>
                <a:lnTo>
                  <a:pt x="82551" y="207962"/>
                </a:lnTo>
                <a:lnTo>
                  <a:pt x="82551" y="247650"/>
                </a:lnTo>
                <a:lnTo>
                  <a:pt x="55563" y="247650"/>
                </a:lnTo>
                <a:lnTo>
                  <a:pt x="55563" y="227012"/>
                </a:lnTo>
                <a:close/>
                <a:moveTo>
                  <a:pt x="115888" y="168275"/>
                </a:moveTo>
                <a:cubicBezTo>
                  <a:pt x="115888" y="168275"/>
                  <a:pt x="115888" y="168275"/>
                  <a:pt x="127168" y="168275"/>
                </a:cubicBezTo>
                <a:cubicBezTo>
                  <a:pt x="130928" y="169555"/>
                  <a:pt x="135941" y="170835"/>
                  <a:pt x="139701" y="170835"/>
                </a:cubicBezTo>
                <a:cubicBezTo>
                  <a:pt x="139701" y="170835"/>
                  <a:pt x="139701" y="170835"/>
                  <a:pt x="139701" y="247650"/>
                </a:cubicBezTo>
                <a:cubicBezTo>
                  <a:pt x="139701" y="247650"/>
                  <a:pt x="139701" y="247650"/>
                  <a:pt x="115888" y="247650"/>
                </a:cubicBezTo>
                <a:close/>
                <a:moveTo>
                  <a:pt x="198438" y="155575"/>
                </a:moveTo>
                <a:cubicBezTo>
                  <a:pt x="198438" y="155575"/>
                  <a:pt x="198438" y="155575"/>
                  <a:pt x="198438" y="247650"/>
                </a:cubicBezTo>
                <a:cubicBezTo>
                  <a:pt x="198438" y="247650"/>
                  <a:pt x="198438" y="247650"/>
                  <a:pt x="173038" y="247650"/>
                </a:cubicBezTo>
                <a:lnTo>
                  <a:pt x="173038" y="168363"/>
                </a:lnTo>
                <a:cubicBezTo>
                  <a:pt x="181928" y="165805"/>
                  <a:pt x="190818" y="161969"/>
                  <a:pt x="198438" y="155575"/>
                </a:cubicBezTo>
                <a:close/>
                <a:moveTo>
                  <a:pt x="149226" y="41376"/>
                </a:moveTo>
                <a:cubicBezTo>
                  <a:pt x="136937" y="41376"/>
                  <a:pt x="124649" y="46240"/>
                  <a:pt x="114947" y="55968"/>
                </a:cubicBezTo>
                <a:cubicBezTo>
                  <a:pt x="96838" y="74128"/>
                  <a:pt x="96838" y="105259"/>
                  <a:pt x="114947" y="123418"/>
                </a:cubicBezTo>
                <a:cubicBezTo>
                  <a:pt x="134350" y="142875"/>
                  <a:pt x="164101" y="142875"/>
                  <a:pt x="183504" y="123418"/>
                </a:cubicBezTo>
                <a:cubicBezTo>
                  <a:pt x="201613" y="105259"/>
                  <a:pt x="201613" y="74128"/>
                  <a:pt x="183504" y="55968"/>
                </a:cubicBezTo>
                <a:cubicBezTo>
                  <a:pt x="173803" y="46240"/>
                  <a:pt x="161514" y="41376"/>
                  <a:pt x="149226" y="41376"/>
                </a:cubicBezTo>
                <a:close/>
                <a:moveTo>
                  <a:pt x="228600" y="39687"/>
                </a:moveTo>
                <a:cubicBezTo>
                  <a:pt x="228600" y="39687"/>
                  <a:pt x="228600" y="39687"/>
                  <a:pt x="254000" y="39687"/>
                </a:cubicBezTo>
                <a:lnTo>
                  <a:pt x="254000" y="247650"/>
                </a:lnTo>
                <a:cubicBezTo>
                  <a:pt x="254000" y="247650"/>
                  <a:pt x="254000" y="247650"/>
                  <a:pt x="228600" y="247650"/>
                </a:cubicBezTo>
                <a:cubicBezTo>
                  <a:pt x="228600" y="247650"/>
                  <a:pt x="228600" y="247650"/>
                  <a:pt x="228600" y="110730"/>
                </a:cubicBezTo>
                <a:cubicBezTo>
                  <a:pt x="231140" y="104272"/>
                  <a:pt x="231140" y="96521"/>
                  <a:pt x="231140" y="90063"/>
                </a:cubicBezTo>
                <a:cubicBezTo>
                  <a:pt x="231140" y="83604"/>
                  <a:pt x="231140" y="75854"/>
                  <a:pt x="228600" y="69396"/>
                </a:cubicBezTo>
                <a:cubicBezTo>
                  <a:pt x="228600" y="69396"/>
                  <a:pt x="228600" y="69396"/>
                  <a:pt x="228600" y="39687"/>
                </a:cubicBezTo>
                <a:close/>
                <a:moveTo>
                  <a:pt x="149707" y="22312"/>
                </a:moveTo>
                <a:cubicBezTo>
                  <a:pt x="166789" y="22312"/>
                  <a:pt x="183872" y="28749"/>
                  <a:pt x="196764" y="41623"/>
                </a:cubicBezTo>
                <a:cubicBezTo>
                  <a:pt x="223838" y="68659"/>
                  <a:pt x="223838" y="111144"/>
                  <a:pt x="196764" y="136893"/>
                </a:cubicBezTo>
                <a:cubicBezTo>
                  <a:pt x="173558" y="161354"/>
                  <a:pt x="136170" y="162641"/>
                  <a:pt x="109096" y="143330"/>
                </a:cubicBezTo>
                <a:cubicBezTo>
                  <a:pt x="109096" y="143330"/>
                  <a:pt x="109096" y="143330"/>
                  <a:pt x="97492" y="154917"/>
                </a:cubicBezTo>
                <a:cubicBezTo>
                  <a:pt x="98782" y="160067"/>
                  <a:pt x="97492" y="166504"/>
                  <a:pt x="93625" y="170366"/>
                </a:cubicBezTo>
                <a:cubicBezTo>
                  <a:pt x="93625" y="170366"/>
                  <a:pt x="93625" y="170366"/>
                  <a:pt x="43344" y="220576"/>
                </a:cubicBezTo>
                <a:cubicBezTo>
                  <a:pt x="35608" y="227013"/>
                  <a:pt x="25295" y="227013"/>
                  <a:pt x="18848" y="220576"/>
                </a:cubicBezTo>
                <a:cubicBezTo>
                  <a:pt x="11113" y="214139"/>
                  <a:pt x="11113" y="202552"/>
                  <a:pt x="18848" y="196115"/>
                </a:cubicBezTo>
                <a:cubicBezTo>
                  <a:pt x="18848" y="196115"/>
                  <a:pt x="18848" y="196115"/>
                  <a:pt x="67840" y="145905"/>
                </a:cubicBezTo>
                <a:cubicBezTo>
                  <a:pt x="72997" y="142043"/>
                  <a:pt x="78154" y="140755"/>
                  <a:pt x="84600" y="140755"/>
                </a:cubicBezTo>
                <a:cubicBezTo>
                  <a:pt x="84600" y="140755"/>
                  <a:pt x="84600" y="140755"/>
                  <a:pt x="96203" y="129168"/>
                </a:cubicBezTo>
                <a:cubicBezTo>
                  <a:pt x="75575" y="103420"/>
                  <a:pt x="78154" y="66084"/>
                  <a:pt x="102649" y="41623"/>
                </a:cubicBezTo>
                <a:cubicBezTo>
                  <a:pt x="115542" y="28749"/>
                  <a:pt x="132624" y="22312"/>
                  <a:pt x="149707" y="22312"/>
                </a:cubicBezTo>
                <a:close/>
                <a:moveTo>
                  <a:pt x="280988" y="0"/>
                </a:moveTo>
                <a:lnTo>
                  <a:pt x="306388" y="0"/>
                </a:lnTo>
                <a:lnTo>
                  <a:pt x="306388" y="247650"/>
                </a:lnTo>
                <a:lnTo>
                  <a:pt x="280988" y="247650"/>
                </a:ln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任意多边形: 形状 4"/>
          <p:cNvSpPr/>
          <p:nvPr>
            <p:custDataLst>
              <p:tags r:id="rId5"/>
            </p:custDataLst>
          </p:nvPr>
        </p:nvSpPr>
        <p:spPr bwMode="auto">
          <a:xfrm>
            <a:off x="3165475" y="2528570"/>
            <a:ext cx="2611755" cy="863600"/>
          </a:xfrm>
          <a:custGeom>
            <a:avLst/>
            <a:gdLst>
              <a:gd name="T0" fmla="*/ 204 w 296"/>
              <a:gd name="T1" fmla="*/ 132 h 132"/>
              <a:gd name="T2" fmla="*/ 296 w 296"/>
              <a:gd name="T3" fmla="*/ 0 h 132"/>
              <a:gd name="T4" fmla="*/ 95 w 296"/>
              <a:gd name="T5" fmla="*/ 0 h 132"/>
              <a:gd name="T6" fmla="*/ 0 w 296"/>
              <a:gd name="T7" fmla="*/ 132 h 132"/>
              <a:gd name="T8" fmla="*/ 204 w 296"/>
              <a:gd name="T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" h="132">
                <a:moveTo>
                  <a:pt x="204" y="132"/>
                </a:moveTo>
                <a:lnTo>
                  <a:pt x="296" y="0"/>
                </a:lnTo>
                <a:lnTo>
                  <a:pt x="95" y="0"/>
                </a:lnTo>
                <a:lnTo>
                  <a:pt x="0" y="132"/>
                </a:lnTo>
                <a:lnTo>
                  <a:pt x="204" y="1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sz="1775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椭圆 38"/>
          <p:cNvSpPr/>
          <p:nvPr>
            <p:custDataLst>
              <p:tags r:id="rId6"/>
            </p:custDataLst>
          </p:nvPr>
        </p:nvSpPr>
        <p:spPr>
          <a:xfrm>
            <a:off x="4274185" y="2787015"/>
            <a:ext cx="328295" cy="342265"/>
          </a:xfrm>
          <a:custGeom>
            <a:avLst/>
            <a:gdLst>
              <a:gd name="connsiteX0" fmla="*/ 255815 w 338138"/>
              <a:gd name="connsiteY0" fmla="*/ 276225 h 319088"/>
              <a:gd name="connsiteX1" fmla="*/ 267653 w 338138"/>
              <a:gd name="connsiteY1" fmla="*/ 282720 h 319088"/>
              <a:gd name="connsiteX2" fmla="*/ 275546 w 338138"/>
              <a:gd name="connsiteY2" fmla="*/ 282720 h 319088"/>
              <a:gd name="connsiteX3" fmla="*/ 287384 w 338138"/>
              <a:gd name="connsiteY3" fmla="*/ 276225 h 319088"/>
              <a:gd name="connsiteX4" fmla="*/ 290015 w 338138"/>
              <a:gd name="connsiteY4" fmla="*/ 277524 h 319088"/>
              <a:gd name="connsiteX5" fmla="*/ 295276 w 338138"/>
              <a:gd name="connsiteY5" fmla="*/ 284018 h 319088"/>
              <a:gd name="connsiteX6" fmla="*/ 295276 w 338138"/>
              <a:gd name="connsiteY6" fmla="*/ 315191 h 319088"/>
              <a:gd name="connsiteX7" fmla="*/ 271600 w 338138"/>
              <a:gd name="connsiteY7" fmla="*/ 319088 h 319088"/>
              <a:gd name="connsiteX8" fmla="*/ 249238 w 338138"/>
              <a:gd name="connsiteY8" fmla="*/ 315191 h 319088"/>
              <a:gd name="connsiteX9" fmla="*/ 249238 w 338138"/>
              <a:gd name="connsiteY9" fmla="*/ 284018 h 319088"/>
              <a:gd name="connsiteX10" fmla="*/ 253184 w 338138"/>
              <a:gd name="connsiteY10" fmla="*/ 277524 h 319088"/>
              <a:gd name="connsiteX11" fmla="*/ 255815 w 338138"/>
              <a:gd name="connsiteY11" fmla="*/ 276225 h 319088"/>
              <a:gd name="connsiteX12" fmla="*/ 50755 w 338138"/>
              <a:gd name="connsiteY12" fmla="*/ 276225 h 319088"/>
              <a:gd name="connsiteX13" fmla="*/ 62593 w 338138"/>
              <a:gd name="connsiteY13" fmla="*/ 282720 h 319088"/>
              <a:gd name="connsiteX14" fmla="*/ 70486 w 338138"/>
              <a:gd name="connsiteY14" fmla="*/ 282720 h 319088"/>
              <a:gd name="connsiteX15" fmla="*/ 82324 w 338138"/>
              <a:gd name="connsiteY15" fmla="*/ 276225 h 319088"/>
              <a:gd name="connsiteX16" fmla="*/ 84955 w 338138"/>
              <a:gd name="connsiteY16" fmla="*/ 277524 h 319088"/>
              <a:gd name="connsiteX17" fmla="*/ 88901 w 338138"/>
              <a:gd name="connsiteY17" fmla="*/ 284018 h 319088"/>
              <a:gd name="connsiteX18" fmla="*/ 88901 w 338138"/>
              <a:gd name="connsiteY18" fmla="*/ 315191 h 319088"/>
              <a:gd name="connsiteX19" fmla="*/ 66539 w 338138"/>
              <a:gd name="connsiteY19" fmla="*/ 319088 h 319088"/>
              <a:gd name="connsiteX20" fmla="*/ 42863 w 338138"/>
              <a:gd name="connsiteY20" fmla="*/ 315191 h 319088"/>
              <a:gd name="connsiteX21" fmla="*/ 42863 w 338138"/>
              <a:gd name="connsiteY21" fmla="*/ 284018 h 319088"/>
              <a:gd name="connsiteX22" fmla="*/ 48124 w 338138"/>
              <a:gd name="connsiteY22" fmla="*/ 277524 h 319088"/>
              <a:gd name="connsiteX23" fmla="*/ 50755 w 338138"/>
              <a:gd name="connsiteY23" fmla="*/ 276225 h 319088"/>
              <a:gd name="connsiteX24" fmla="*/ 273050 w 338138"/>
              <a:gd name="connsiteY24" fmla="*/ 214313 h 319088"/>
              <a:gd name="connsiteX25" fmla="*/ 282575 w 338138"/>
              <a:gd name="connsiteY25" fmla="*/ 224632 h 319088"/>
              <a:gd name="connsiteX26" fmla="*/ 273050 w 338138"/>
              <a:gd name="connsiteY26" fmla="*/ 234951 h 319088"/>
              <a:gd name="connsiteX27" fmla="*/ 263525 w 338138"/>
              <a:gd name="connsiteY27" fmla="*/ 224632 h 319088"/>
              <a:gd name="connsiteX28" fmla="*/ 273050 w 338138"/>
              <a:gd name="connsiteY28" fmla="*/ 214313 h 319088"/>
              <a:gd name="connsiteX29" fmla="*/ 65882 w 338138"/>
              <a:gd name="connsiteY29" fmla="*/ 214313 h 319088"/>
              <a:gd name="connsiteX30" fmla="*/ 76201 w 338138"/>
              <a:gd name="connsiteY30" fmla="*/ 224632 h 319088"/>
              <a:gd name="connsiteX31" fmla="*/ 65882 w 338138"/>
              <a:gd name="connsiteY31" fmla="*/ 234951 h 319088"/>
              <a:gd name="connsiteX32" fmla="*/ 55563 w 338138"/>
              <a:gd name="connsiteY32" fmla="*/ 224632 h 319088"/>
              <a:gd name="connsiteX33" fmla="*/ 65882 w 338138"/>
              <a:gd name="connsiteY33" fmla="*/ 214313 h 319088"/>
              <a:gd name="connsiteX34" fmla="*/ 272257 w 338138"/>
              <a:gd name="connsiteY34" fmla="*/ 196850 h 319088"/>
              <a:gd name="connsiteX35" fmla="*/ 244475 w 338138"/>
              <a:gd name="connsiteY35" fmla="*/ 224632 h 319088"/>
              <a:gd name="connsiteX36" fmla="*/ 272257 w 338138"/>
              <a:gd name="connsiteY36" fmla="*/ 252414 h 319088"/>
              <a:gd name="connsiteX37" fmla="*/ 300039 w 338138"/>
              <a:gd name="connsiteY37" fmla="*/ 224632 h 319088"/>
              <a:gd name="connsiteX38" fmla="*/ 272257 w 338138"/>
              <a:gd name="connsiteY38" fmla="*/ 196850 h 319088"/>
              <a:gd name="connsiteX39" fmla="*/ 65882 w 338138"/>
              <a:gd name="connsiteY39" fmla="*/ 196850 h 319088"/>
              <a:gd name="connsiteX40" fmla="*/ 38100 w 338138"/>
              <a:gd name="connsiteY40" fmla="*/ 224632 h 319088"/>
              <a:gd name="connsiteX41" fmla="*/ 65882 w 338138"/>
              <a:gd name="connsiteY41" fmla="*/ 252414 h 319088"/>
              <a:gd name="connsiteX42" fmla="*/ 93664 w 338138"/>
              <a:gd name="connsiteY42" fmla="*/ 224632 h 319088"/>
              <a:gd name="connsiteX43" fmla="*/ 65882 w 338138"/>
              <a:gd name="connsiteY43" fmla="*/ 196850 h 319088"/>
              <a:gd name="connsiteX44" fmla="*/ 272257 w 338138"/>
              <a:gd name="connsiteY44" fmla="*/ 187325 h 319088"/>
              <a:gd name="connsiteX45" fmla="*/ 338138 w 338138"/>
              <a:gd name="connsiteY45" fmla="*/ 253322 h 319088"/>
              <a:gd name="connsiteX46" fmla="*/ 313103 w 338138"/>
              <a:gd name="connsiteY46" fmla="*/ 304800 h 319088"/>
              <a:gd name="connsiteX47" fmla="*/ 313103 w 338138"/>
              <a:gd name="connsiteY47" fmla="*/ 283681 h 319088"/>
              <a:gd name="connsiteX48" fmla="*/ 295974 w 338138"/>
              <a:gd name="connsiteY48" fmla="*/ 259922 h 319088"/>
              <a:gd name="connsiteX49" fmla="*/ 290704 w 338138"/>
              <a:gd name="connsiteY49" fmla="*/ 258602 h 319088"/>
              <a:gd name="connsiteX50" fmla="*/ 284115 w 338138"/>
              <a:gd name="connsiteY50" fmla="*/ 258602 h 319088"/>
              <a:gd name="connsiteX51" fmla="*/ 272257 w 338138"/>
              <a:gd name="connsiteY51" fmla="*/ 265202 h 319088"/>
              <a:gd name="connsiteX52" fmla="*/ 260398 w 338138"/>
              <a:gd name="connsiteY52" fmla="*/ 258602 h 319088"/>
              <a:gd name="connsiteX53" fmla="*/ 255128 w 338138"/>
              <a:gd name="connsiteY53" fmla="*/ 258602 h 319088"/>
              <a:gd name="connsiteX54" fmla="*/ 248539 w 338138"/>
              <a:gd name="connsiteY54" fmla="*/ 259922 h 319088"/>
              <a:gd name="connsiteX55" fmla="*/ 232728 w 338138"/>
              <a:gd name="connsiteY55" fmla="*/ 283681 h 319088"/>
              <a:gd name="connsiteX56" fmla="*/ 232728 w 338138"/>
              <a:gd name="connsiteY56" fmla="*/ 304800 h 319088"/>
              <a:gd name="connsiteX57" fmla="*/ 206375 w 338138"/>
              <a:gd name="connsiteY57" fmla="*/ 253322 h 319088"/>
              <a:gd name="connsiteX58" fmla="*/ 272257 w 338138"/>
              <a:gd name="connsiteY58" fmla="*/ 187325 h 319088"/>
              <a:gd name="connsiteX59" fmla="*/ 65881 w 338138"/>
              <a:gd name="connsiteY59" fmla="*/ 187325 h 319088"/>
              <a:gd name="connsiteX60" fmla="*/ 131763 w 338138"/>
              <a:gd name="connsiteY60" fmla="*/ 253322 h 319088"/>
              <a:gd name="connsiteX61" fmla="*/ 105410 w 338138"/>
              <a:gd name="connsiteY61" fmla="*/ 304800 h 319088"/>
              <a:gd name="connsiteX62" fmla="*/ 105410 w 338138"/>
              <a:gd name="connsiteY62" fmla="*/ 283681 h 319088"/>
              <a:gd name="connsiteX63" fmla="*/ 89599 w 338138"/>
              <a:gd name="connsiteY63" fmla="*/ 259922 h 319088"/>
              <a:gd name="connsiteX64" fmla="*/ 83010 w 338138"/>
              <a:gd name="connsiteY64" fmla="*/ 258602 h 319088"/>
              <a:gd name="connsiteX65" fmla="*/ 77740 w 338138"/>
              <a:gd name="connsiteY65" fmla="*/ 258602 h 319088"/>
              <a:gd name="connsiteX66" fmla="*/ 65881 w 338138"/>
              <a:gd name="connsiteY66" fmla="*/ 265202 h 319088"/>
              <a:gd name="connsiteX67" fmla="*/ 54023 w 338138"/>
              <a:gd name="connsiteY67" fmla="*/ 258602 h 319088"/>
              <a:gd name="connsiteX68" fmla="*/ 47434 w 338138"/>
              <a:gd name="connsiteY68" fmla="*/ 258602 h 319088"/>
              <a:gd name="connsiteX69" fmla="*/ 42164 w 338138"/>
              <a:gd name="connsiteY69" fmla="*/ 259922 h 319088"/>
              <a:gd name="connsiteX70" fmla="*/ 25035 w 338138"/>
              <a:gd name="connsiteY70" fmla="*/ 283681 h 319088"/>
              <a:gd name="connsiteX71" fmla="*/ 25035 w 338138"/>
              <a:gd name="connsiteY71" fmla="*/ 304800 h 319088"/>
              <a:gd name="connsiteX72" fmla="*/ 0 w 338138"/>
              <a:gd name="connsiteY72" fmla="*/ 253322 h 319088"/>
              <a:gd name="connsiteX73" fmla="*/ 65881 w 338138"/>
              <a:gd name="connsiteY73" fmla="*/ 187325 h 319088"/>
              <a:gd name="connsiteX74" fmla="*/ 159754 w 338138"/>
              <a:gd name="connsiteY74" fmla="*/ 149225 h 319088"/>
              <a:gd name="connsiteX75" fmla="*/ 169069 w 338138"/>
              <a:gd name="connsiteY75" fmla="*/ 149225 h 319088"/>
              <a:gd name="connsiteX76" fmla="*/ 178384 w 338138"/>
              <a:gd name="connsiteY76" fmla="*/ 149225 h 319088"/>
              <a:gd name="connsiteX77" fmla="*/ 178384 w 338138"/>
              <a:gd name="connsiteY77" fmla="*/ 175331 h 319088"/>
              <a:gd name="connsiteX78" fmla="*/ 214313 w 338138"/>
              <a:gd name="connsiteY78" fmla="*/ 193605 h 319088"/>
              <a:gd name="connsiteX79" fmla="*/ 202337 w 338138"/>
              <a:gd name="connsiteY79" fmla="*/ 207963 h 319088"/>
              <a:gd name="connsiteX80" fmla="*/ 169069 w 338138"/>
              <a:gd name="connsiteY80" fmla="*/ 190994 h 319088"/>
              <a:gd name="connsiteX81" fmla="*/ 135802 w 338138"/>
              <a:gd name="connsiteY81" fmla="*/ 207963 h 319088"/>
              <a:gd name="connsiteX82" fmla="*/ 123825 w 338138"/>
              <a:gd name="connsiteY82" fmla="*/ 193605 h 319088"/>
              <a:gd name="connsiteX83" fmla="*/ 159754 w 338138"/>
              <a:gd name="connsiteY83" fmla="*/ 175331 h 319088"/>
              <a:gd name="connsiteX84" fmla="*/ 159754 w 338138"/>
              <a:gd name="connsiteY84" fmla="*/ 149225 h 319088"/>
              <a:gd name="connsiteX85" fmla="*/ 154175 w 338138"/>
              <a:gd name="connsiteY85" fmla="*/ 88900 h 319088"/>
              <a:gd name="connsiteX86" fmla="*/ 165941 w 338138"/>
              <a:gd name="connsiteY86" fmla="*/ 95394 h 319088"/>
              <a:gd name="connsiteX87" fmla="*/ 173785 w 338138"/>
              <a:gd name="connsiteY87" fmla="*/ 95394 h 319088"/>
              <a:gd name="connsiteX88" fmla="*/ 185551 w 338138"/>
              <a:gd name="connsiteY88" fmla="*/ 88900 h 319088"/>
              <a:gd name="connsiteX89" fmla="*/ 188166 w 338138"/>
              <a:gd name="connsiteY89" fmla="*/ 90199 h 319088"/>
              <a:gd name="connsiteX90" fmla="*/ 192088 w 338138"/>
              <a:gd name="connsiteY90" fmla="*/ 96693 h 319088"/>
              <a:gd name="connsiteX91" fmla="*/ 192088 w 338138"/>
              <a:gd name="connsiteY91" fmla="*/ 126567 h 319088"/>
              <a:gd name="connsiteX92" fmla="*/ 169863 w 338138"/>
              <a:gd name="connsiteY92" fmla="*/ 131763 h 319088"/>
              <a:gd name="connsiteX93" fmla="*/ 147638 w 338138"/>
              <a:gd name="connsiteY93" fmla="*/ 126567 h 319088"/>
              <a:gd name="connsiteX94" fmla="*/ 147638 w 338138"/>
              <a:gd name="connsiteY94" fmla="*/ 96693 h 319088"/>
              <a:gd name="connsiteX95" fmla="*/ 151560 w 338138"/>
              <a:gd name="connsiteY95" fmla="*/ 90199 h 319088"/>
              <a:gd name="connsiteX96" fmla="*/ 154175 w 338138"/>
              <a:gd name="connsiteY96" fmla="*/ 88900 h 319088"/>
              <a:gd name="connsiteX97" fmla="*/ 169069 w 338138"/>
              <a:gd name="connsiteY97" fmla="*/ 26988 h 319088"/>
              <a:gd name="connsiteX98" fmla="*/ 179388 w 338138"/>
              <a:gd name="connsiteY98" fmla="*/ 36513 h 319088"/>
              <a:gd name="connsiteX99" fmla="*/ 169069 w 338138"/>
              <a:gd name="connsiteY99" fmla="*/ 46038 h 319088"/>
              <a:gd name="connsiteX100" fmla="*/ 158750 w 338138"/>
              <a:gd name="connsiteY100" fmla="*/ 36513 h 319088"/>
              <a:gd name="connsiteX101" fmla="*/ 169069 w 338138"/>
              <a:gd name="connsiteY101" fmla="*/ 26988 h 319088"/>
              <a:gd name="connsiteX102" fmla="*/ 169070 w 338138"/>
              <a:gd name="connsiteY102" fmla="*/ 9525 h 319088"/>
              <a:gd name="connsiteX103" fmla="*/ 141288 w 338138"/>
              <a:gd name="connsiteY103" fmla="*/ 37307 h 319088"/>
              <a:gd name="connsiteX104" fmla="*/ 169070 w 338138"/>
              <a:gd name="connsiteY104" fmla="*/ 65089 h 319088"/>
              <a:gd name="connsiteX105" fmla="*/ 196852 w 338138"/>
              <a:gd name="connsiteY105" fmla="*/ 37307 h 319088"/>
              <a:gd name="connsiteX106" fmla="*/ 169070 w 338138"/>
              <a:gd name="connsiteY106" fmla="*/ 9525 h 319088"/>
              <a:gd name="connsiteX107" fmla="*/ 169070 w 338138"/>
              <a:gd name="connsiteY107" fmla="*/ 0 h 319088"/>
              <a:gd name="connsiteX108" fmla="*/ 234951 w 338138"/>
              <a:gd name="connsiteY108" fmla="*/ 65997 h 319088"/>
              <a:gd name="connsiteX109" fmla="*/ 209916 w 338138"/>
              <a:gd name="connsiteY109" fmla="*/ 117475 h 319088"/>
              <a:gd name="connsiteX110" fmla="*/ 209916 w 338138"/>
              <a:gd name="connsiteY110" fmla="*/ 96356 h 319088"/>
              <a:gd name="connsiteX111" fmla="*/ 192787 w 338138"/>
              <a:gd name="connsiteY111" fmla="*/ 72597 h 319088"/>
              <a:gd name="connsiteX112" fmla="*/ 187517 w 338138"/>
              <a:gd name="connsiteY112" fmla="*/ 71277 h 319088"/>
              <a:gd name="connsiteX113" fmla="*/ 180928 w 338138"/>
              <a:gd name="connsiteY113" fmla="*/ 71277 h 319088"/>
              <a:gd name="connsiteX114" fmla="*/ 169070 w 338138"/>
              <a:gd name="connsiteY114" fmla="*/ 76557 h 319088"/>
              <a:gd name="connsiteX115" fmla="*/ 157211 w 338138"/>
              <a:gd name="connsiteY115" fmla="*/ 71277 h 319088"/>
              <a:gd name="connsiteX116" fmla="*/ 150623 w 338138"/>
              <a:gd name="connsiteY116" fmla="*/ 71277 h 319088"/>
              <a:gd name="connsiteX117" fmla="*/ 145352 w 338138"/>
              <a:gd name="connsiteY117" fmla="*/ 72597 h 319088"/>
              <a:gd name="connsiteX118" fmla="*/ 128223 w 338138"/>
              <a:gd name="connsiteY118" fmla="*/ 96356 h 319088"/>
              <a:gd name="connsiteX119" fmla="*/ 128223 w 338138"/>
              <a:gd name="connsiteY119" fmla="*/ 117475 h 319088"/>
              <a:gd name="connsiteX120" fmla="*/ 103188 w 338138"/>
              <a:gd name="connsiteY120" fmla="*/ 65997 h 319088"/>
              <a:gd name="connsiteX121" fmla="*/ 169070 w 338138"/>
              <a:gd name="connsiteY121" fmla="*/ 0 h 31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38138" h="319088">
                <a:moveTo>
                  <a:pt x="255815" y="276225"/>
                </a:moveTo>
                <a:cubicBezTo>
                  <a:pt x="255815" y="276225"/>
                  <a:pt x="255815" y="276225"/>
                  <a:pt x="267653" y="282720"/>
                </a:cubicBezTo>
                <a:cubicBezTo>
                  <a:pt x="270284" y="284018"/>
                  <a:pt x="272915" y="284018"/>
                  <a:pt x="275546" y="282720"/>
                </a:cubicBezTo>
                <a:cubicBezTo>
                  <a:pt x="275546" y="282720"/>
                  <a:pt x="275546" y="282720"/>
                  <a:pt x="287384" y="276225"/>
                </a:cubicBezTo>
                <a:cubicBezTo>
                  <a:pt x="287384" y="276225"/>
                  <a:pt x="287384" y="276225"/>
                  <a:pt x="290015" y="277524"/>
                </a:cubicBezTo>
                <a:cubicBezTo>
                  <a:pt x="292646" y="278823"/>
                  <a:pt x="295276" y="281421"/>
                  <a:pt x="295276" y="284018"/>
                </a:cubicBezTo>
                <a:cubicBezTo>
                  <a:pt x="295276" y="284018"/>
                  <a:pt x="295276" y="284018"/>
                  <a:pt x="295276" y="315191"/>
                </a:cubicBezTo>
                <a:cubicBezTo>
                  <a:pt x="287384" y="317789"/>
                  <a:pt x="279492" y="319088"/>
                  <a:pt x="271600" y="319088"/>
                </a:cubicBezTo>
                <a:cubicBezTo>
                  <a:pt x="263707" y="319088"/>
                  <a:pt x="255815" y="317789"/>
                  <a:pt x="249238" y="315191"/>
                </a:cubicBezTo>
                <a:cubicBezTo>
                  <a:pt x="249238" y="315191"/>
                  <a:pt x="249238" y="315191"/>
                  <a:pt x="249238" y="284018"/>
                </a:cubicBezTo>
                <a:cubicBezTo>
                  <a:pt x="249238" y="281421"/>
                  <a:pt x="250554" y="278823"/>
                  <a:pt x="253184" y="277524"/>
                </a:cubicBezTo>
                <a:cubicBezTo>
                  <a:pt x="253184" y="277524"/>
                  <a:pt x="253184" y="277524"/>
                  <a:pt x="255815" y="276225"/>
                </a:cubicBezTo>
                <a:close/>
                <a:moveTo>
                  <a:pt x="50755" y="276225"/>
                </a:moveTo>
                <a:cubicBezTo>
                  <a:pt x="50755" y="276225"/>
                  <a:pt x="50755" y="276225"/>
                  <a:pt x="62593" y="282720"/>
                </a:cubicBezTo>
                <a:cubicBezTo>
                  <a:pt x="65224" y="284018"/>
                  <a:pt x="67855" y="284018"/>
                  <a:pt x="70486" y="282720"/>
                </a:cubicBezTo>
                <a:cubicBezTo>
                  <a:pt x="70486" y="282720"/>
                  <a:pt x="70486" y="282720"/>
                  <a:pt x="82324" y="276225"/>
                </a:cubicBezTo>
                <a:cubicBezTo>
                  <a:pt x="82324" y="276225"/>
                  <a:pt x="82324" y="276225"/>
                  <a:pt x="84955" y="277524"/>
                </a:cubicBezTo>
                <a:cubicBezTo>
                  <a:pt x="87585" y="278823"/>
                  <a:pt x="88901" y="281421"/>
                  <a:pt x="88901" y="284018"/>
                </a:cubicBezTo>
                <a:cubicBezTo>
                  <a:pt x="88901" y="284018"/>
                  <a:pt x="88901" y="284018"/>
                  <a:pt x="88901" y="315191"/>
                </a:cubicBezTo>
                <a:cubicBezTo>
                  <a:pt x="82324" y="317789"/>
                  <a:pt x="74432" y="319088"/>
                  <a:pt x="66539" y="319088"/>
                </a:cubicBezTo>
                <a:cubicBezTo>
                  <a:pt x="58647" y="319088"/>
                  <a:pt x="50755" y="317789"/>
                  <a:pt x="42863" y="315191"/>
                </a:cubicBezTo>
                <a:cubicBezTo>
                  <a:pt x="42863" y="315191"/>
                  <a:pt x="42863" y="315191"/>
                  <a:pt x="42863" y="284018"/>
                </a:cubicBezTo>
                <a:cubicBezTo>
                  <a:pt x="42863" y="281421"/>
                  <a:pt x="45493" y="278823"/>
                  <a:pt x="48124" y="277524"/>
                </a:cubicBezTo>
                <a:cubicBezTo>
                  <a:pt x="48124" y="277524"/>
                  <a:pt x="48124" y="277524"/>
                  <a:pt x="50755" y="276225"/>
                </a:cubicBezTo>
                <a:close/>
                <a:moveTo>
                  <a:pt x="273050" y="214313"/>
                </a:moveTo>
                <a:cubicBezTo>
                  <a:pt x="278311" y="214313"/>
                  <a:pt x="282575" y="218933"/>
                  <a:pt x="282575" y="224632"/>
                </a:cubicBezTo>
                <a:cubicBezTo>
                  <a:pt x="282575" y="230331"/>
                  <a:pt x="278311" y="234951"/>
                  <a:pt x="273050" y="234951"/>
                </a:cubicBezTo>
                <a:cubicBezTo>
                  <a:pt x="267789" y="234951"/>
                  <a:pt x="263525" y="230331"/>
                  <a:pt x="263525" y="224632"/>
                </a:cubicBezTo>
                <a:cubicBezTo>
                  <a:pt x="263525" y="218933"/>
                  <a:pt x="267789" y="214313"/>
                  <a:pt x="273050" y="214313"/>
                </a:cubicBezTo>
                <a:close/>
                <a:moveTo>
                  <a:pt x="65882" y="214313"/>
                </a:moveTo>
                <a:cubicBezTo>
                  <a:pt x="71581" y="214313"/>
                  <a:pt x="76201" y="218933"/>
                  <a:pt x="76201" y="224632"/>
                </a:cubicBezTo>
                <a:cubicBezTo>
                  <a:pt x="76201" y="230331"/>
                  <a:pt x="71581" y="234951"/>
                  <a:pt x="65882" y="234951"/>
                </a:cubicBezTo>
                <a:cubicBezTo>
                  <a:pt x="60183" y="234951"/>
                  <a:pt x="55563" y="230331"/>
                  <a:pt x="55563" y="224632"/>
                </a:cubicBezTo>
                <a:cubicBezTo>
                  <a:pt x="55563" y="218933"/>
                  <a:pt x="60183" y="214313"/>
                  <a:pt x="65882" y="214313"/>
                </a:cubicBezTo>
                <a:close/>
                <a:moveTo>
                  <a:pt x="272257" y="196850"/>
                </a:moveTo>
                <a:cubicBezTo>
                  <a:pt x="256913" y="196850"/>
                  <a:pt x="244475" y="209288"/>
                  <a:pt x="244475" y="224632"/>
                </a:cubicBezTo>
                <a:cubicBezTo>
                  <a:pt x="244475" y="239976"/>
                  <a:pt x="256913" y="252414"/>
                  <a:pt x="272257" y="252414"/>
                </a:cubicBezTo>
                <a:cubicBezTo>
                  <a:pt x="287601" y="252414"/>
                  <a:pt x="300039" y="239976"/>
                  <a:pt x="300039" y="224632"/>
                </a:cubicBezTo>
                <a:cubicBezTo>
                  <a:pt x="300039" y="209288"/>
                  <a:pt x="287601" y="196850"/>
                  <a:pt x="272257" y="196850"/>
                </a:cubicBezTo>
                <a:close/>
                <a:moveTo>
                  <a:pt x="65882" y="196850"/>
                </a:moveTo>
                <a:cubicBezTo>
                  <a:pt x="50538" y="196850"/>
                  <a:pt x="38100" y="209288"/>
                  <a:pt x="38100" y="224632"/>
                </a:cubicBezTo>
                <a:cubicBezTo>
                  <a:pt x="38100" y="239976"/>
                  <a:pt x="50538" y="252414"/>
                  <a:pt x="65882" y="252414"/>
                </a:cubicBezTo>
                <a:cubicBezTo>
                  <a:pt x="81226" y="252414"/>
                  <a:pt x="93664" y="239976"/>
                  <a:pt x="93664" y="224632"/>
                </a:cubicBezTo>
                <a:cubicBezTo>
                  <a:pt x="93664" y="209288"/>
                  <a:pt x="81226" y="196850"/>
                  <a:pt x="65882" y="196850"/>
                </a:cubicBezTo>
                <a:close/>
                <a:moveTo>
                  <a:pt x="272257" y="187325"/>
                </a:moveTo>
                <a:cubicBezTo>
                  <a:pt x="309150" y="187325"/>
                  <a:pt x="338138" y="217684"/>
                  <a:pt x="338138" y="253322"/>
                </a:cubicBezTo>
                <a:cubicBezTo>
                  <a:pt x="338138" y="274441"/>
                  <a:pt x="328915" y="292921"/>
                  <a:pt x="313103" y="304800"/>
                </a:cubicBezTo>
                <a:cubicBezTo>
                  <a:pt x="313103" y="304800"/>
                  <a:pt x="313103" y="304800"/>
                  <a:pt x="313103" y="283681"/>
                </a:cubicBezTo>
                <a:cubicBezTo>
                  <a:pt x="313103" y="273121"/>
                  <a:pt x="306515" y="263882"/>
                  <a:pt x="295974" y="259922"/>
                </a:cubicBezTo>
                <a:cubicBezTo>
                  <a:pt x="295974" y="259922"/>
                  <a:pt x="290704" y="258602"/>
                  <a:pt x="290704" y="258602"/>
                </a:cubicBezTo>
                <a:cubicBezTo>
                  <a:pt x="288068" y="257282"/>
                  <a:pt x="286751" y="258602"/>
                  <a:pt x="284115" y="258602"/>
                </a:cubicBezTo>
                <a:cubicBezTo>
                  <a:pt x="284115" y="258602"/>
                  <a:pt x="284115" y="258602"/>
                  <a:pt x="272257" y="265202"/>
                </a:cubicBezTo>
                <a:cubicBezTo>
                  <a:pt x="272257" y="265202"/>
                  <a:pt x="272257" y="265202"/>
                  <a:pt x="260398" y="258602"/>
                </a:cubicBezTo>
                <a:cubicBezTo>
                  <a:pt x="259080" y="258602"/>
                  <a:pt x="256445" y="257282"/>
                  <a:pt x="255128" y="258602"/>
                </a:cubicBezTo>
                <a:cubicBezTo>
                  <a:pt x="255128" y="258602"/>
                  <a:pt x="248539" y="259922"/>
                  <a:pt x="248539" y="259922"/>
                </a:cubicBezTo>
                <a:cubicBezTo>
                  <a:pt x="239316" y="263882"/>
                  <a:pt x="232728" y="273121"/>
                  <a:pt x="232728" y="283681"/>
                </a:cubicBezTo>
                <a:cubicBezTo>
                  <a:pt x="232728" y="283681"/>
                  <a:pt x="232728" y="283681"/>
                  <a:pt x="232728" y="304800"/>
                </a:cubicBezTo>
                <a:cubicBezTo>
                  <a:pt x="216916" y="292921"/>
                  <a:pt x="206375" y="274441"/>
                  <a:pt x="206375" y="253322"/>
                </a:cubicBezTo>
                <a:cubicBezTo>
                  <a:pt x="206375" y="217684"/>
                  <a:pt x="236681" y="187325"/>
                  <a:pt x="272257" y="187325"/>
                </a:cubicBezTo>
                <a:close/>
                <a:moveTo>
                  <a:pt x="65881" y="187325"/>
                </a:moveTo>
                <a:cubicBezTo>
                  <a:pt x="101457" y="187325"/>
                  <a:pt x="131763" y="217684"/>
                  <a:pt x="131763" y="253322"/>
                </a:cubicBezTo>
                <a:cubicBezTo>
                  <a:pt x="131763" y="274441"/>
                  <a:pt x="121222" y="292921"/>
                  <a:pt x="105410" y="304800"/>
                </a:cubicBezTo>
                <a:cubicBezTo>
                  <a:pt x="105410" y="304800"/>
                  <a:pt x="105410" y="304800"/>
                  <a:pt x="105410" y="283681"/>
                </a:cubicBezTo>
                <a:cubicBezTo>
                  <a:pt x="105410" y="273121"/>
                  <a:pt x="98822" y="263882"/>
                  <a:pt x="89599" y="259922"/>
                </a:cubicBezTo>
                <a:cubicBezTo>
                  <a:pt x="89599" y="259922"/>
                  <a:pt x="83010" y="258602"/>
                  <a:pt x="83010" y="258602"/>
                </a:cubicBezTo>
                <a:cubicBezTo>
                  <a:pt x="81693" y="257282"/>
                  <a:pt x="79058" y="258602"/>
                  <a:pt x="77740" y="258602"/>
                </a:cubicBezTo>
                <a:cubicBezTo>
                  <a:pt x="77740" y="258602"/>
                  <a:pt x="77740" y="258602"/>
                  <a:pt x="65881" y="265202"/>
                </a:cubicBezTo>
                <a:cubicBezTo>
                  <a:pt x="65881" y="265202"/>
                  <a:pt x="65881" y="265202"/>
                  <a:pt x="54023" y="258602"/>
                </a:cubicBezTo>
                <a:cubicBezTo>
                  <a:pt x="51387" y="258602"/>
                  <a:pt x="50070" y="257282"/>
                  <a:pt x="47434" y="258602"/>
                </a:cubicBezTo>
                <a:cubicBezTo>
                  <a:pt x="47434" y="258602"/>
                  <a:pt x="42164" y="259922"/>
                  <a:pt x="42164" y="259922"/>
                </a:cubicBezTo>
                <a:cubicBezTo>
                  <a:pt x="31623" y="263882"/>
                  <a:pt x="25035" y="273121"/>
                  <a:pt x="25035" y="283681"/>
                </a:cubicBezTo>
                <a:cubicBezTo>
                  <a:pt x="25035" y="283681"/>
                  <a:pt x="25035" y="283681"/>
                  <a:pt x="25035" y="304800"/>
                </a:cubicBezTo>
                <a:cubicBezTo>
                  <a:pt x="9223" y="292921"/>
                  <a:pt x="0" y="274441"/>
                  <a:pt x="0" y="253322"/>
                </a:cubicBezTo>
                <a:cubicBezTo>
                  <a:pt x="0" y="217684"/>
                  <a:pt x="28988" y="187325"/>
                  <a:pt x="65881" y="187325"/>
                </a:cubicBezTo>
                <a:close/>
                <a:moveTo>
                  <a:pt x="159754" y="149225"/>
                </a:moveTo>
                <a:cubicBezTo>
                  <a:pt x="163746" y="149225"/>
                  <a:pt x="166408" y="149225"/>
                  <a:pt x="169069" y="149225"/>
                </a:cubicBezTo>
                <a:cubicBezTo>
                  <a:pt x="171731" y="149225"/>
                  <a:pt x="174392" y="149225"/>
                  <a:pt x="178384" y="149225"/>
                </a:cubicBezTo>
                <a:cubicBezTo>
                  <a:pt x="178384" y="149225"/>
                  <a:pt x="178384" y="149225"/>
                  <a:pt x="178384" y="175331"/>
                </a:cubicBezTo>
                <a:lnTo>
                  <a:pt x="214313" y="193605"/>
                </a:lnTo>
                <a:cubicBezTo>
                  <a:pt x="210321" y="197521"/>
                  <a:pt x="206329" y="202742"/>
                  <a:pt x="202337" y="207963"/>
                </a:cubicBezTo>
                <a:cubicBezTo>
                  <a:pt x="202337" y="207963"/>
                  <a:pt x="202337" y="207963"/>
                  <a:pt x="169069" y="190994"/>
                </a:cubicBezTo>
                <a:cubicBezTo>
                  <a:pt x="169069" y="190994"/>
                  <a:pt x="169069" y="190994"/>
                  <a:pt x="135802" y="207963"/>
                </a:cubicBezTo>
                <a:cubicBezTo>
                  <a:pt x="131809" y="202742"/>
                  <a:pt x="127817" y="197521"/>
                  <a:pt x="123825" y="193605"/>
                </a:cubicBezTo>
                <a:cubicBezTo>
                  <a:pt x="123825" y="193605"/>
                  <a:pt x="123825" y="193605"/>
                  <a:pt x="159754" y="175331"/>
                </a:cubicBezTo>
                <a:cubicBezTo>
                  <a:pt x="159754" y="175331"/>
                  <a:pt x="159754" y="175331"/>
                  <a:pt x="159754" y="149225"/>
                </a:cubicBezTo>
                <a:close/>
                <a:moveTo>
                  <a:pt x="154175" y="88900"/>
                </a:moveTo>
                <a:cubicBezTo>
                  <a:pt x="154175" y="88900"/>
                  <a:pt x="154175" y="88900"/>
                  <a:pt x="165941" y="95394"/>
                </a:cubicBezTo>
                <a:cubicBezTo>
                  <a:pt x="168556" y="95394"/>
                  <a:pt x="171171" y="95394"/>
                  <a:pt x="173785" y="95394"/>
                </a:cubicBezTo>
                <a:cubicBezTo>
                  <a:pt x="173785" y="95394"/>
                  <a:pt x="173785" y="95394"/>
                  <a:pt x="185551" y="88900"/>
                </a:cubicBezTo>
                <a:lnTo>
                  <a:pt x="188166" y="90199"/>
                </a:lnTo>
                <a:cubicBezTo>
                  <a:pt x="190781" y="90199"/>
                  <a:pt x="192088" y="92797"/>
                  <a:pt x="192088" y="96693"/>
                </a:cubicBezTo>
                <a:cubicBezTo>
                  <a:pt x="192088" y="96693"/>
                  <a:pt x="192088" y="96693"/>
                  <a:pt x="192088" y="126567"/>
                </a:cubicBezTo>
                <a:cubicBezTo>
                  <a:pt x="185551" y="129165"/>
                  <a:pt x="177707" y="131763"/>
                  <a:pt x="169863" y="131763"/>
                </a:cubicBezTo>
                <a:cubicBezTo>
                  <a:pt x="162019" y="131763"/>
                  <a:pt x="154175" y="129165"/>
                  <a:pt x="147638" y="126567"/>
                </a:cubicBezTo>
                <a:cubicBezTo>
                  <a:pt x="147638" y="126567"/>
                  <a:pt x="147638" y="126567"/>
                  <a:pt x="147638" y="96693"/>
                </a:cubicBezTo>
                <a:cubicBezTo>
                  <a:pt x="147638" y="92797"/>
                  <a:pt x="148946" y="90199"/>
                  <a:pt x="151560" y="90199"/>
                </a:cubicBezTo>
                <a:cubicBezTo>
                  <a:pt x="151560" y="90199"/>
                  <a:pt x="151560" y="90199"/>
                  <a:pt x="154175" y="88900"/>
                </a:cubicBezTo>
                <a:close/>
                <a:moveTo>
                  <a:pt x="169069" y="26988"/>
                </a:moveTo>
                <a:cubicBezTo>
                  <a:pt x="174768" y="26988"/>
                  <a:pt x="179388" y="31252"/>
                  <a:pt x="179388" y="36513"/>
                </a:cubicBezTo>
                <a:cubicBezTo>
                  <a:pt x="179388" y="41774"/>
                  <a:pt x="174768" y="46038"/>
                  <a:pt x="169069" y="46038"/>
                </a:cubicBezTo>
                <a:cubicBezTo>
                  <a:pt x="163370" y="46038"/>
                  <a:pt x="158750" y="41774"/>
                  <a:pt x="158750" y="36513"/>
                </a:cubicBezTo>
                <a:cubicBezTo>
                  <a:pt x="158750" y="31252"/>
                  <a:pt x="163370" y="26988"/>
                  <a:pt x="169069" y="26988"/>
                </a:cubicBezTo>
                <a:close/>
                <a:moveTo>
                  <a:pt x="169070" y="9525"/>
                </a:moveTo>
                <a:cubicBezTo>
                  <a:pt x="153726" y="9525"/>
                  <a:pt x="141288" y="21963"/>
                  <a:pt x="141288" y="37307"/>
                </a:cubicBezTo>
                <a:cubicBezTo>
                  <a:pt x="141288" y="52651"/>
                  <a:pt x="153726" y="65089"/>
                  <a:pt x="169070" y="65089"/>
                </a:cubicBezTo>
                <a:cubicBezTo>
                  <a:pt x="184414" y="65089"/>
                  <a:pt x="196852" y="52651"/>
                  <a:pt x="196852" y="37307"/>
                </a:cubicBezTo>
                <a:cubicBezTo>
                  <a:pt x="196852" y="21963"/>
                  <a:pt x="184414" y="9525"/>
                  <a:pt x="169070" y="9525"/>
                </a:cubicBezTo>
                <a:close/>
                <a:moveTo>
                  <a:pt x="169070" y="0"/>
                </a:moveTo>
                <a:cubicBezTo>
                  <a:pt x="204646" y="0"/>
                  <a:pt x="234951" y="29039"/>
                  <a:pt x="234951" y="65997"/>
                </a:cubicBezTo>
                <a:cubicBezTo>
                  <a:pt x="234951" y="87116"/>
                  <a:pt x="224410" y="105595"/>
                  <a:pt x="209916" y="117475"/>
                </a:cubicBezTo>
                <a:cubicBezTo>
                  <a:pt x="209916" y="117475"/>
                  <a:pt x="209916" y="117475"/>
                  <a:pt x="209916" y="96356"/>
                </a:cubicBezTo>
                <a:cubicBezTo>
                  <a:pt x="209916" y="85796"/>
                  <a:pt x="203328" y="75237"/>
                  <a:pt x="192787" y="72597"/>
                </a:cubicBezTo>
                <a:cubicBezTo>
                  <a:pt x="192787" y="72597"/>
                  <a:pt x="187517" y="71277"/>
                  <a:pt x="187517" y="71277"/>
                </a:cubicBezTo>
                <a:cubicBezTo>
                  <a:pt x="184881" y="69957"/>
                  <a:pt x="182246" y="69957"/>
                  <a:pt x="180928" y="71277"/>
                </a:cubicBezTo>
                <a:cubicBezTo>
                  <a:pt x="180928" y="71277"/>
                  <a:pt x="180928" y="71277"/>
                  <a:pt x="169070" y="76557"/>
                </a:cubicBezTo>
                <a:cubicBezTo>
                  <a:pt x="169070" y="76557"/>
                  <a:pt x="169070" y="76557"/>
                  <a:pt x="157211" y="71277"/>
                </a:cubicBezTo>
                <a:cubicBezTo>
                  <a:pt x="155893" y="69957"/>
                  <a:pt x="153258" y="69957"/>
                  <a:pt x="150623" y="71277"/>
                </a:cubicBezTo>
                <a:cubicBezTo>
                  <a:pt x="150623" y="71277"/>
                  <a:pt x="145352" y="72597"/>
                  <a:pt x="145352" y="72597"/>
                </a:cubicBezTo>
                <a:cubicBezTo>
                  <a:pt x="134811" y="75237"/>
                  <a:pt x="128223" y="85796"/>
                  <a:pt x="128223" y="96356"/>
                </a:cubicBezTo>
                <a:cubicBezTo>
                  <a:pt x="128223" y="96356"/>
                  <a:pt x="128223" y="96356"/>
                  <a:pt x="128223" y="117475"/>
                </a:cubicBezTo>
                <a:cubicBezTo>
                  <a:pt x="113729" y="105595"/>
                  <a:pt x="103188" y="87116"/>
                  <a:pt x="103188" y="65997"/>
                </a:cubicBezTo>
                <a:cubicBezTo>
                  <a:pt x="103188" y="29039"/>
                  <a:pt x="133494" y="0"/>
                  <a:pt x="1690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3192780" y="4036695"/>
            <a:ext cx="2784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install pug </a:t>
            </a:r>
            <a:endParaRPr lang="en-US" altLang="zh-CN" sz="16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2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58795" y="3625215"/>
            <a:ext cx="2451100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安装第三方模块</a:t>
            </a:r>
            <a:r>
              <a:rPr lang="en-US" altLang="zh-CN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</a:t>
            </a:r>
            <a:endParaRPr lang="en-US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任意多边形: 形状 2"/>
          <p:cNvSpPr/>
          <p:nvPr>
            <p:custDataLst>
              <p:tags r:id="rId9"/>
            </p:custDataLst>
          </p:nvPr>
        </p:nvSpPr>
        <p:spPr bwMode="auto">
          <a:xfrm>
            <a:off x="5423535" y="2558415"/>
            <a:ext cx="2478405" cy="863600"/>
          </a:xfrm>
          <a:custGeom>
            <a:avLst/>
            <a:gdLst>
              <a:gd name="T0" fmla="*/ 204 w 296"/>
              <a:gd name="T1" fmla="*/ 132 h 132"/>
              <a:gd name="T2" fmla="*/ 296 w 296"/>
              <a:gd name="T3" fmla="*/ 0 h 132"/>
              <a:gd name="T4" fmla="*/ 95 w 296"/>
              <a:gd name="T5" fmla="*/ 0 h 132"/>
              <a:gd name="T6" fmla="*/ 0 w 296"/>
              <a:gd name="T7" fmla="*/ 132 h 132"/>
              <a:gd name="T8" fmla="*/ 204 w 296"/>
              <a:gd name="T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" h="132">
                <a:moveTo>
                  <a:pt x="204" y="132"/>
                </a:moveTo>
                <a:lnTo>
                  <a:pt x="296" y="0"/>
                </a:lnTo>
                <a:lnTo>
                  <a:pt x="95" y="0"/>
                </a:lnTo>
                <a:lnTo>
                  <a:pt x="0" y="132"/>
                </a:lnTo>
                <a:lnTo>
                  <a:pt x="204" y="1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1775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椭圆 39"/>
          <p:cNvSpPr/>
          <p:nvPr>
            <p:custDataLst>
              <p:tags r:id="rId10"/>
            </p:custDataLst>
          </p:nvPr>
        </p:nvSpPr>
        <p:spPr>
          <a:xfrm>
            <a:off x="6506210" y="2908935"/>
            <a:ext cx="229235" cy="230505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Rectangle 24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622290" y="3625215"/>
            <a:ext cx="2910840" cy="78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</a:t>
            </a:r>
            <a:r>
              <a:rPr lang="en-US" altLang="zh-CN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>
              <a:lnSpc>
                <a:spcPct val="150000"/>
              </a:lnSpc>
              <a:spcBef>
                <a:spcPts val="395"/>
              </a:spcBef>
              <a:buFont typeface="Wingdings" panose="05000000000000000000" pitchFamily="2" charset="2"/>
              <a:buNone/>
            </a:pPr>
            <a:r>
              <a:rPr lang="en-US" altLang="zh-CN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</a:t>
            </a:r>
            <a:r>
              <a:rPr lang="en-US" altLang="zh-CN" sz="1600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goods.pug</a:t>
            </a:r>
            <a:endParaRPr lang="en-US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任意多边形: 形状 3"/>
          <p:cNvSpPr/>
          <p:nvPr>
            <p:custDataLst>
              <p:tags r:id="rId12"/>
            </p:custDataLst>
          </p:nvPr>
        </p:nvSpPr>
        <p:spPr bwMode="auto">
          <a:xfrm>
            <a:off x="7528560" y="2547620"/>
            <a:ext cx="2493010" cy="894715"/>
          </a:xfrm>
          <a:custGeom>
            <a:avLst/>
            <a:gdLst>
              <a:gd name="T0" fmla="*/ 204 w 296"/>
              <a:gd name="T1" fmla="*/ 132 h 132"/>
              <a:gd name="T2" fmla="*/ 296 w 296"/>
              <a:gd name="T3" fmla="*/ 0 h 132"/>
              <a:gd name="T4" fmla="*/ 95 w 296"/>
              <a:gd name="T5" fmla="*/ 0 h 132"/>
              <a:gd name="T6" fmla="*/ 0 w 296"/>
              <a:gd name="T7" fmla="*/ 132 h 132"/>
              <a:gd name="T8" fmla="*/ 204 w 296"/>
              <a:gd name="T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" h="132">
                <a:moveTo>
                  <a:pt x="204" y="132"/>
                </a:moveTo>
                <a:lnTo>
                  <a:pt x="296" y="0"/>
                </a:lnTo>
                <a:lnTo>
                  <a:pt x="95" y="0"/>
                </a:lnTo>
                <a:lnTo>
                  <a:pt x="0" y="132"/>
                </a:lnTo>
                <a:lnTo>
                  <a:pt x="204" y="1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 sz="1775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椭圆 40"/>
          <p:cNvSpPr/>
          <p:nvPr>
            <p:custDataLst>
              <p:tags r:id="rId13"/>
            </p:custDataLst>
          </p:nvPr>
        </p:nvSpPr>
        <p:spPr>
          <a:xfrm>
            <a:off x="8601710" y="2865120"/>
            <a:ext cx="313690" cy="260350"/>
          </a:xfrm>
          <a:custGeom>
            <a:avLst/>
            <a:gdLst>
              <a:gd name="connsiteX0" fmla="*/ 155534 w 331788"/>
              <a:gd name="connsiteY0" fmla="*/ 53107 h 327025"/>
              <a:gd name="connsiteX1" fmla="*/ 176255 w 331788"/>
              <a:gd name="connsiteY1" fmla="*/ 53107 h 327025"/>
              <a:gd name="connsiteX2" fmla="*/ 283746 w 331788"/>
              <a:gd name="connsiteY2" fmla="*/ 141384 h 327025"/>
              <a:gd name="connsiteX3" fmla="*/ 288926 w 331788"/>
              <a:gd name="connsiteY3" fmla="*/ 154366 h 327025"/>
              <a:gd name="connsiteX4" fmla="*/ 288926 w 331788"/>
              <a:gd name="connsiteY4" fmla="*/ 310149 h 327025"/>
              <a:gd name="connsiteX5" fmla="*/ 273385 w 331788"/>
              <a:gd name="connsiteY5" fmla="*/ 327025 h 327025"/>
              <a:gd name="connsiteX6" fmla="*/ 207337 w 331788"/>
              <a:gd name="connsiteY6" fmla="*/ 327025 h 327025"/>
              <a:gd name="connsiteX7" fmla="*/ 207337 w 331788"/>
              <a:gd name="connsiteY7" fmla="*/ 234854 h 327025"/>
              <a:gd name="connsiteX8" fmla="*/ 195681 w 331788"/>
              <a:gd name="connsiteY8" fmla="*/ 223170 h 327025"/>
              <a:gd name="connsiteX9" fmla="*/ 136108 w 331788"/>
              <a:gd name="connsiteY9" fmla="*/ 223170 h 327025"/>
              <a:gd name="connsiteX10" fmla="*/ 124452 w 331788"/>
              <a:gd name="connsiteY10" fmla="*/ 234854 h 327025"/>
              <a:gd name="connsiteX11" fmla="*/ 124452 w 331788"/>
              <a:gd name="connsiteY11" fmla="*/ 327025 h 327025"/>
              <a:gd name="connsiteX12" fmla="*/ 58404 w 331788"/>
              <a:gd name="connsiteY12" fmla="*/ 327025 h 327025"/>
              <a:gd name="connsiteX13" fmla="*/ 42863 w 331788"/>
              <a:gd name="connsiteY13" fmla="*/ 310149 h 327025"/>
              <a:gd name="connsiteX14" fmla="*/ 42863 w 331788"/>
              <a:gd name="connsiteY14" fmla="*/ 154366 h 327025"/>
              <a:gd name="connsiteX15" fmla="*/ 48043 w 331788"/>
              <a:gd name="connsiteY15" fmla="*/ 141384 h 327025"/>
              <a:gd name="connsiteX16" fmla="*/ 155534 w 331788"/>
              <a:gd name="connsiteY16" fmla="*/ 53107 h 327025"/>
              <a:gd name="connsiteX17" fmla="*/ 165894 w 331788"/>
              <a:gd name="connsiteY17" fmla="*/ 0 h 327025"/>
              <a:gd name="connsiteX18" fmla="*/ 189223 w 331788"/>
              <a:gd name="connsiteY18" fmla="*/ 9125 h 327025"/>
              <a:gd name="connsiteX19" fmla="*/ 325308 w 331788"/>
              <a:gd name="connsiteY19" fmla="*/ 117321 h 327025"/>
              <a:gd name="connsiteX20" fmla="*/ 331788 w 331788"/>
              <a:gd name="connsiteY20" fmla="*/ 130356 h 327025"/>
              <a:gd name="connsiteX21" fmla="*/ 331788 w 331788"/>
              <a:gd name="connsiteY21" fmla="*/ 143392 h 327025"/>
              <a:gd name="connsiteX22" fmla="*/ 314940 w 331788"/>
              <a:gd name="connsiteY22" fmla="*/ 160338 h 327025"/>
              <a:gd name="connsiteX23" fmla="*/ 298091 w 331788"/>
              <a:gd name="connsiteY23" fmla="*/ 143392 h 327025"/>
              <a:gd name="connsiteX24" fmla="*/ 298091 w 331788"/>
              <a:gd name="connsiteY24" fmla="*/ 139481 h 327025"/>
              <a:gd name="connsiteX25" fmla="*/ 176263 w 331788"/>
              <a:gd name="connsiteY25" fmla="*/ 41714 h 327025"/>
              <a:gd name="connsiteX26" fmla="*/ 165894 w 331788"/>
              <a:gd name="connsiteY26" fmla="*/ 37804 h 327025"/>
              <a:gd name="connsiteX27" fmla="*/ 155526 w 331788"/>
              <a:gd name="connsiteY27" fmla="*/ 41714 h 327025"/>
              <a:gd name="connsiteX28" fmla="*/ 33697 w 331788"/>
              <a:gd name="connsiteY28" fmla="*/ 139481 h 327025"/>
              <a:gd name="connsiteX29" fmla="*/ 33697 w 331788"/>
              <a:gd name="connsiteY29" fmla="*/ 143392 h 327025"/>
              <a:gd name="connsiteX30" fmla="*/ 16849 w 331788"/>
              <a:gd name="connsiteY30" fmla="*/ 160338 h 327025"/>
              <a:gd name="connsiteX31" fmla="*/ 0 w 331788"/>
              <a:gd name="connsiteY31" fmla="*/ 143392 h 327025"/>
              <a:gd name="connsiteX32" fmla="*/ 0 w 331788"/>
              <a:gd name="connsiteY32" fmla="*/ 130356 h 327025"/>
              <a:gd name="connsiteX33" fmla="*/ 6480 w 331788"/>
              <a:gd name="connsiteY33" fmla="*/ 117321 h 327025"/>
              <a:gd name="connsiteX34" fmla="*/ 142565 w 331788"/>
              <a:gd name="connsiteY34" fmla="*/ 9125 h 327025"/>
              <a:gd name="connsiteX35" fmla="*/ 165894 w 331788"/>
              <a:gd name="connsiteY35" fmla="*/ 0 h 327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88" h="327025">
                <a:moveTo>
                  <a:pt x="155534" y="53107"/>
                </a:moveTo>
                <a:cubicBezTo>
                  <a:pt x="162009" y="49212"/>
                  <a:pt x="169780" y="49212"/>
                  <a:pt x="176255" y="53107"/>
                </a:cubicBezTo>
                <a:cubicBezTo>
                  <a:pt x="176255" y="53107"/>
                  <a:pt x="176255" y="53107"/>
                  <a:pt x="283746" y="141384"/>
                </a:cubicBezTo>
                <a:cubicBezTo>
                  <a:pt x="286336" y="143980"/>
                  <a:pt x="288926" y="149173"/>
                  <a:pt x="288926" y="154366"/>
                </a:cubicBezTo>
                <a:cubicBezTo>
                  <a:pt x="288926" y="154366"/>
                  <a:pt x="288926" y="154366"/>
                  <a:pt x="288926" y="310149"/>
                </a:cubicBezTo>
                <a:cubicBezTo>
                  <a:pt x="288926" y="319236"/>
                  <a:pt x="282451" y="327025"/>
                  <a:pt x="273385" y="327025"/>
                </a:cubicBezTo>
                <a:cubicBezTo>
                  <a:pt x="273385" y="327025"/>
                  <a:pt x="273385" y="327025"/>
                  <a:pt x="207337" y="327025"/>
                </a:cubicBezTo>
                <a:cubicBezTo>
                  <a:pt x="207337" y="327025"/>
                  <a:pt x="207337" y="327025"/>
                  <a:pt x="207337" y="234854"/>
                </a:cubicBezTo>
                <a:cubicBezTo>
                  <a:pt x="207337" y="228363"/>
                  <a:pt x="202157" y="223170"/>
                  <a:pt x="195681" y="223170"/>
                </a:cubicBezTo>
                <a:cubicBezTo>
                  <a:pt x="195681" y="223170"/>
                  <a:pt x="195681" y="223170"/>
                  <a:pt x="136108" y="223170"/>
                </a:cubicBezTo>
                <a:cubicBezTo>
                  <a:pt x="129633" y="223170"/>
                  <a:pt x="124452" y="228363"/>
                  <a:pt x="124452" y="234854"/>
                </a:cubicBezTo>
                <a:cubicBezTo>
                  <a:pt x="124452" y="234854"/>
                  <a:pt x="124452" y="234854"/>
                  <a:pt x="124452" y="327025"/>
                </a:cubicBezTo>
                <a:cubicBezTo>
                  <a:pt x="124452" y="327025"/>
                  <a:pt x="124452" y="327025"/>
                  <a:pt x="58404" y="327025"/>
                </a:cubicBezTo>
                <a:cubicBezTo>
                  <a:pt x="49338" y="327025"/>
                  <a:pt x="42863" y="319236"/>
                  <a:pt x="42863" y="310149"/>
                </a:cubicBezTo>
                <a:cubicBezTo>
                  <a:pt x="42863" y="310149"/>
                  <a:pt x="42863" y="310149"/>
                  <a:pt x="42863" y="154366"/>
                </a:cubicBezTo>
                <a:cubicBezTo>
                  <a:pt x="42863" y="149173"/>
                  <a:pt x="45453" y="143980"/>
                  <a:pt x="48043" y="141384"/>
                </a:cubicBezTo>
                <a:cubicBezTo>
                  <a:pt x="48043" y="141384"/>
                  <a:pt x="48043" y="141384"/>
                  <a:pt x="155534" y="53107"/>
                </a:cubicBezTo>
                <a:close/>
                <a:moveTo>
                  <a:pt x="165894" y="0"/>
                </a:moveTo>
                <a:cubicBezTo>
                  <a:pt x="173670" y="0"/>
                  <a:pt x="182743" y="2607"/>
                  <a:pt x="189223" y="9125"/>
                </a:cubicBezTo>
                <a:cubicBezTo>
                  <a:pt x="189223" y="9125"/>
                  <a:pt x="189223" y="9125"/>
                  <a:pt x="325308" y="117321"/>
                </a:cubicBezTo>
                <a:cubicBezTo>
                  <a:pt x="329196" y="121231"/>
                  <a:pt x="331788" y="126446"/>
                  <a:pt x="331788" y="130356"/>
                </a:cubicBezTo>
                <a:cubicBezTo>
                  <a:pt x="331788" y="130356"/>
                  <a:pt x="331788" y="138178"/>
                  <a:pt x="331788" y="143392"/>
                </a:cubicBezTo>
                <a:cubicBezTo>
                  <a:pt x="331788" y="152517"/>
                  <a:pt x="324012" y="160338"/>
                  <a:pt x="314940" y="160338"/>
                </a:cubicBezTo>
                <a:cubicBezTo>
                  <a:pt x="305867" y="160338"/>
                  <a:pt x="298091" y="152517"/>
                  <a:pt x="298091" y="143392"/>
                </a:cubicBezTo>
                <a:cubicBezTo>
                  <a:pt x="298091" y="142088"/>
                  <a:pt x="298091" y="140785"/>
                  <a:pt x="298091" y="139481"/>
                </a:cubicBezTo>
                <a:cubicBezTo>
                  <a:pt x="298091" y="139481"/>
                  <a:pt x="298091" y="139481"/>
                  <a:pt x="176263" y="41714"/>
                </a:cubicBezTo>
                <a:cubicBezTo>
                  <a:pt x="176263" y="41714"/>
                  <a:pt x="171078" y="37804"/>
                  <a:pt x="165894" y="37804"/>
                </a:cubicBezTo>
                <a:cubicBezTo>
                  <a:pt x="160710" y="37804"/>
                  <a:pt x="155526" y="41714"/>
                  <a:pt x="155526" y="41714"/>
                </a:cubicBezTo>
                <a:cubicBezTo>
                  <a:pt x="155526" y="41714"/>
                  <a:pt x="155526" y="41714"/>
                  <a:pt x="33697" y="139481"/>
                </a:cubicBezTo>
                <a:cubicBezTo>
                  <a:pt x="33697" y="140785"/>
                  <a:pt x="33697" y="142088"/>
                  <a:pt x="33697" y="143392"/>
                </a:cubicBezTo>
                <a:cubicBezTo>
                  <a:pt x="33697" y="152517"/>
                  <a:pt x="25921" y="160338"/>
                  <a:pt x="16849" y="160338"/>
                </a:cubicBezTo>
                <a:cubicBezTo>
                  <a:pt x="7776" y="160338"/>
                  <a:pt x="0" y="152517"/>
                  <a:pt x="0" y="143392"/>
                </a:cubicBezTo>
                <a:cubicBezTo>
                  <a:pt x="0" y="138178"/>
                  <a:pt x="0" y="130356"/>
                  <a:pt x="0" y="130356"/>
                </a:cubicBezTo>
                <a:cubicBezTo>
                  <a:pt x="0" y="126446"/>
                  <a:pt x="2592" y="121231"/>
                  <a:pt x="6480" y="117321"/>
                </a:cubicBezTo>
                <a:cubicBezTo>
                  <a:pt x="6480" y="117321"/>
                  <a:pt x="6480" y="117321"/>
                  <a:pt x="142565" y="9125"/>
                </a:cubicBezTo>
                <a:cubicBezTo>
                  <a:pt x="149046" y="2607"/>
                  <a:pt x="158118" y="0"/>
                  <a:pt x="1658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Rectangle 2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528560" y="3667760"/>
            <a:ext cx="2211070" cy="78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修改路由</a:t>
            </a:r>
            <a:r>
              <a:rPr lang="en-US" altLang="zh-CN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index.js</a:t>
            </a:r>
            <a:endParaRPr lang="en-US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395"/>
              </a:spcBef>
              <a:buFont typeface="Wingdings" panose="05000000000000000000" pitchFamily="2" charset="2"/>
              <a:buNone/>
            </a:pPr>
            <a:r>
              <a:rPr lang="en-US" altLang="zh-CN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routes/index.js</a:t>
            </a:r>
            <a:endParaRPr lang="en-US" altLang="zh-CN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Rectangle 24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9732010" y="3667760"/>
            <a:ext cx="2218055" cy="1956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测试运行</a:t>
            </a:r>
            <a:endParaRPr lang="zh-CN" altLang="en-US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indent="0">
              <a:lnSpc>
                <a:spcPct val="150000"/>
              </a:lnSpc>
              <a:spcBef>
                <a:spcPts val="395"/>
              </a:spcBef>
              <a:buFont typeface="Wingdings" panose="05000000000000000000" pitchFamily="2" charset="2"/>
              <a:buNone/>
            </a:pPr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npm run start</a:t>
            </a:r>
            <a:endParaRPr lang="en-US" altLang="zh-CN" sz="1600" b="1" i="1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lnSpc>
                <a:spcPct val="150000"/>
              </a:lnSpc>
              <a:spcBef>
                <a:spcPts val="395"/>
              </a:spcBef>
              <a:buFont typeface="Wingdings" panose="05000000000000000000" pitchFamily="2" charset="2"/>
              <a:buNone/>
            </a:pPr>
            <a:r>
              <a:rPr lang="zh-CN" altLang="en-US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nodemon app.js</a:t>
            </a:r>
            <a:endParaRPr lang="en-US" altLang="zh-CN" sz="1600" b="1" i="1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ts val="395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浏览器打开</a:t>
            </a:r>
            <a:endParaRPr lang="zh-CN" altLang="en-US" sz="16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lnSpc>
                <a:spcPct val="150000"/>
              </a:lnSpc>
              <a:spcBef>
                <a:spcPts val="395"/>
              </a:spcBef>
              <a:buFont typeface="Wingdings" panose="05000000000000000000" pitchFamily="2" charset="2"/>
              <a:buNone/>
            </a:pPr>
            <a:r>
              <a:rPr lang="en-US" altLang="zh-CN" sz="12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http://localhost:3000/pug </a:t>
            </a:r>
            <a:endParaRPr lang="en-US" altLang="zh-CN" sz="1200" b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任意多边形: 形状 2"/>
          <p:cNvSpPr/>
          <p:nvPr>
            <p:custDataLst>
              <p:tags r:id="rId16"/>
            </p:custDataLst>
          </p:nvPr>
        </p:nvSpPr>
        <p:spPr bwMode="auto">
          <a:xfrm>
            <a:off x="9671050" y="2545715"/>
            <a:ext cx="2211070" cy="898525"/>
          </a:xfrm>
          <a:custGeom>
            <a:avLst/>
            <a:gdLst>
              <a:gd name="T0" fmla="*/ 204 w 296"/>
              <a:gd name="T1" fmla="*/ 132 h 132"/>
              <a:gd name="T2" fmla="*/ 296 w 296"/>
              <a:gd name="T3" fmla="*/ 0 h 132"/>
              <a:gd name="T4" fmla="*/ 95 w 296"/>
              <a:gd name="T5" fmla="*/ 0 h 132"/>
              <a:gd name="T6" fmla="*/ 0 w 296"/>
              <a:gd name="T7" fmla="*/ 132 h 132"/>
              <a:gd name="T8" fmla="*/ 204 w 296"/>
              <a:gd name="T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" h="132">
                <a:moveTo>
                  <a:pt x="204" y="132"/>
                </a:moveTo>
                <a:lnTo>
                  <a:pt x="296" y="0"/>
                </a:lnTo>
                <a:lnTo>
                  <a:pt x="95" y="0"/>
                </a:lnTo>
                <a:lnTo>
                  <a:pt x="0" y="132"/>
                </a:lnTo>
                <a:lnTo>
                  <a:pt x="204" y="1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1775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椭圆 39"/>
          <p:cNvSpPr/>
          <p:nvPr>
            <p:custDataLst>
              <p:tags r:id="rId17"/>
            </p:custDataLst>
          </p:nvPr>
        </p:nvSpPr>
        <p:spPr>
          <a:xfrm>
            <a:off x="10594340" y="2886075"/>
            <a:ext cx="245745" cy="250825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18"/>
            </p:custDataLst>
          </p:nvPr>
        </p:nvSpPr>
        <p:spPr>
          <a:xfrm>
            <a:off x="321945" y="3950335"/>
            <a:ext cx="284353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0000"/>
              </a:lnSpc>
            </a:pPr>
            <a:r>
              <a: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express </a:t>
            </a:r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myexpresspug</a:t>
            </a:r>
            <a:endParaRPr lang="zh-CN" altLang="zh-CN" sz="16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20000"/>
              </a:lnSpc>
            </a:pPr>
            <a:r>
              <a: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</a:t>
            </a:r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myexpresspug</a:t>
            </a:r>
            <a:endParaRPr lang="en-US" altLang="zh-CN" sz="1600" b="1" i="1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20000"/>
              </a:lnSpc>
            </a:pPr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install</a:t>
            </a:r>
            <a:endParaRPr lang="en-US" altLang="zh-CN" sz="16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Rectangle 24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-297815" y="3625215"/>
            <a:ext cx="3610610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 algn="ctr">
              <a:lnSpc>
                <a:spcPct val="120000"/>
              </a:lnSpc>
              <a:spcBef>
                <a:spcPts val="395"/>
              </a:spcBef>
              <a:buFont typeface="Wingdings" panose="05000000000000000000" pitchFamily="2" charset="2"/>
              <a:buChar char="Ø"/>
            </a:pPr>
            <a:r>
              <a:rPr lang="zh-CN" altLang="zh-CN" sz="16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搭建项目环境，安装依赖包</a:t>
            </a:r>
            <a:endParaRPr lang="zh-CN" altLang="zh-CN" sz="1600" b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2"/>
          <p:cNvSpPr/>
          <p:nvPr>
            <p:custDataLst>
              <p:tags r:id="rId20"/>
            </p:custDataLst>
          </p:nvPr>
        </p:nvSpPr>
        <p:spPr bwMode="auto">
          <a:xfrm>
            <a:off x="567690" y="2531110"/>
            <a:ext cx="2786380" cy="863600"/>
          </a:xfrm>
          <a:custGeom>
            <a:avLst/>
            <a:gdLst>
              <a:gd name="T0" fmla="*/ 204 w 296"/>
              <a:gd name="T1" fmla="*/ 132 h 132"/>
              <a:gd name="T2" fmla="*/ 296 w 296"/>
              <a:gd name="T3" fmla="*/ 0 h 132"/>
              <a:gd name="T4" fmla="*/ 95 w 296"/>
              <a:gd name="T5" fmla="*/ 0 h 132"/>
              <a:gd name="T6" fmla="*/ 0 w 296"/>
              <a:gd name="T7" fmla="*/ 132 h 132"/>
              <a:gd name="T8" fmla="*/ 204 w 296"/>
              <a:gd name="T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6" h="132">
                <a:moveTo>
                  <a:pt x="204" y="132"/>
                </a:moveTo>
                <a:lnTo>
                  <a:pt x="296" y="0"/>
                </a:lnTo>
                <a:lnTo>
                  <a:pt x="95" y="0"/>
                </a:lnTo>
                <a:lnTo>
                  <a:pt x="0" y="132"/>
                </a:lnTo>
                <a:lnTo>
                  <a:pt x="204" y="1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 sz="1775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椭圆 40"/>
          <p:cNvSpPr/>
          <p:nvPr>
            <p:custDataLst>
              <p:tags r:id="rId21"/>
            </p:custDataLst>
          </p:nvPr>
        </p:nvSpPr>
        <p:spPr>
          <a:xfrm>
            <a:off x="1726565" y="2832735"/>
            <a:ext cx="313690" cy="260350"/>
          </a:xfrm>
          <a:custGeom>
            <a:avLst/>
            <a:gdLst>
              <a:gd name="connsiteX0" fmla="*/ 155534 w 331788"/>
              <a:gd name="connsiteY0" fmla="*/ 53107 h 327025"/>
              <a:gd name="connsiteX1" fmla="*/ 176255 w 331788"/>
              <a:gd name="connsiteY1" fmla="*/ 53107 h 327025"/>
              <a:gd name="connsiteX2" fmla="*/ 283746 w 331788"/>
              <a:gd name="connsiteY2" fmla="*/ 141384 h 327025"/>
              <a:gd name="connsiteX3" fmla="*/ 288926 w 331788"/>
              <a:gd name="connsiteY3" fmla="*/ 154366 h 327025"/>
              <a:gd name="connsiteX4" fmla="*/ 288926 w 331788"/>
              <a:gd name="connsiteY4" fmla="*/ 310149 h 327025"/>
              <a:gd name="connsiteX5" fmla="*/ 273385 w 331788"/>
              <a:gd name="connsiteY5" fmla="*/ 327025 h 327025"/>
              <a:gd name="connsiteX6" fmla="*/ 207337 w 331788"/>
              <a:gd name="connsiteY6" fmla="*/ 327025 h 327025"/>
              <a:gd name="connsiteX7" fmla="*/ 207337 w 331788"/>
              <a:gd name="connsiteY7" fmla="*/ 234854 h 327025"/>
              <a:gd name="connsiteX8" fmla="*/ 195681 w 331788"/>
              <a:gd name="connsiteY8" fmla="*/ 223170 h 327025"/>
              <a:gd name="connsiteX9" fmla="*/ 136108 w 331788"/>
              <a:gd name="connsiteY9" fmla="*/ 223170 h 327025"/>
              <a:gd name="connsiteX10" fmla="*/ 124452 w 331788"/>
              <a:gd name="connsiteY10" fmla="*/ 234854 h 327025"/>
              <a:gd name="connsiteX11" fmla="*/ 124452 w 331788"/>
              <a:gd name="connsiteY11" fmla="*/ 327025 h 327025"/>
              <a:gd name="connsiteX12" fmla="*/ 58404 w 331788"/>
              <a:gd name="connsiteY12" fmla="*/ 327025 h 327025"/>
              <a:gd name="connsiteX13" fmla="*/ 42863 w 331788"/>
              <a:gd name="connsiteY13" fmla="*/ 310149 h 327025"/>
              <a:gd name="connsiteX14" fmla="*/ 42863 w 331788"/>
              <a:gd name="connsiteY14" fmla="*/ 154366 h 327025"/>
              <a:gd name="connsiteX15" fmla="*/ 48043 w 331788"/>
              <a:gd name="connsiteY15" fmla="*/ 141384 h 327025"/>
              <a:gd name="connsiteX16" fmla="*/ 155534 w 331788"/>
              <a:gd name="connsiteY16" fmla="*/ 53107 h 327025"/>
              <a:gd name="connsiteX17" fmla="*/ 165894 w 331788"/>
              <a:gd name="connsiteY17" fmla="*/ 0 h 327025"/>
              <a:gd name="connsiteX18" fmla="*/ 189223 w 331788"/>
              <a:gd name="connsiteY18" fmla="*/ 9125 h 327025"/>
              <a:gd name="connsiteX19" fmla="*/ 325308 w 331788"/>
              <a:gd name="connsiteY19" fmla="*/ 117321 h 327025"/>
              <a:gd name="connsiteX20" fmla="*/ 331788 w 331788"/>
              <a:gd name="connsiteY20" fmla="*/ 130356 h 327025"/>
              <a:gd name="connsiteX21" fmla="*/ 331788 w 331788"/>
              <a:gd name="connsiteY21" fmla="*/ 143392 h 327025"/>
              <a:gd name="connsiteX22" fmla="*/ 314940 w 331788"/>
              <a:gd name="connsiteY22" fmla="*/ 160338 h 327025"/>
              <a:gd name="connsiteX23" fmla="*/ 298091 w 331788"/>
              <a:gd name="connsiteY23" fmla="*/ 143392 h 327025"/>
              <a:gd name="connsiteX24" fmla="*/ 298091 w 331788"/>
              <a:gd name="connsiteY24" fmla="*/ 139481 h 327025"/>
              <a:gd name="connsiteX25" fmla="*/ 176263 w 331788"/>
              <a:gd name="connsiteY25" fmla="*/ 41714 h 327025"/>
              <a:gd name="connsiteX26" fmla="*/ 165894 w 331788"/>
              <a:gd name="connsiteY26" fmla="*/ 37804 h 327025"/>
              <a:gd name="connsiteX27" fmla="*/ 155526 w 331788"/>
              <a:gd name="connsiteY27" fmla="*/ 41714 h 327025"/>
              <a:gd name="connsiteX28" fmla="*/ 33697 w 331788"/>
              <a:gd name="connsiteY28" fmla="*/ 139481 h 327025"/>
              <a:gd name="connsiteX29" fmla="*/ 33697 w 331788"/>
              <a:gd name="connsiteY29" fmla="*/ 143392 h 327025"/>
              <a:gd name="connsiteX30" fmla="*/ 16849 w 331788"/>
              <a:gd name="connsiteY30" fmla="*/ 160338 h 327025"/>
              <a:gd name="connsiteX31" fmla="*/ 0 w 331788"/>
              <a:gd name="connsiteY31" fmla="*/ 143392 h 327025"/>
              <a:gd name="connsiteX32" fmla="*/ 0 w 331788"/>
              <a:gd name="connsiteY32" fmla="*/ 130356 h 327025"/>
              <a:gd name="connsiteX33" fmla="*/ 6480 w 331788"/>
              <a:gd name="connsiteY33" fmla="*/ 117321 h 327025"/>
              <a:gd name="connsiteX34" fmla="*/ 142565 w 331788"/>
              <a:gd name="connsiteY34" fmla="*/ 9125 h 327025"/>
              <a:gd name="connsiteX35" fmla="*/ 165894 w 331788"/>
              <a:gd name="connsiteY35" fmla="*/ 0 h 327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88" h="327025">
                <a:moveTo>
                  <a:pt x="155534" y="53107"/>
                </a:moveTo>
                <a:cubicBezTo>
                  <a:pt x="162009" y="49212"/>
                  <a:pt x="169780" y="49212"/>
                  <a:pt x="176255" y="53107"/>
                </a:cubicBezTo>
                <a:cubicBezTo>
                  <a:pt x="176255" y="53107"/>
                  <a:pt x="176255" y="53107"/>
                  <a:pt x="283746" y="141384"/>
                </a:cubicBezTo>
                <a:cubicBezTo>
                  <a:pt x="286336" y="143980"/>
                  <a:pt x="288926" y="149173"/>
                  <a:pt x="288926" y="154366"/>
                </a:cubicBezTo>
                <a:cubicBezTo>
                  <a:pt x="288926" y="154366"/>
                  <a:pt x="288926" y="154366"/>
                  <a:pt x="288926" y="310149"/>
                </a:cubicBezTo>
                <a:cubicBezTo>
                  <a:pt x="288926" y="319236"/>
                  <a:pt x="282451" y="327025"/>
                  <a:pt x="273385" y="327025"/>
                </a:cubicBezTo>
                <a:cubicBezTo>
                  <a:pt x="273385" y="327025"/>
                  <a:pt x="273385" y="327025"/>
                  <a:pt x="207337" y="327025"/>
                </a:cubicBezTo>
                <a:cubicBezTo>
                  <a:pt x="207337" y="327025"/>
                  <a:pt x="207337" y="327025"/>
                  <a:pt x="207337" y="234854"/>
                </a:cubicBezTo>
                <a:cubicBezTo>
                  <a:pt x="207337" y="228363"/>
                  <a:pt x="202157" y="223170"/>
                  <a:pt x="195681" y="223170"/>
                </a:cubicBezTo>
                <a:cubicBezTo>
                  <a:pt x="195681" y="223170"/>
                  <a:pt x="195681" y="223170"/>
                  <a:pt x="136108" y="223170"/>
                </a:cubicBezTo>
                <a:cubicBezTo>
                  <a:pt x="129633" y="223170"/>
                  <a:pt x="124452" y="228363"/>
                  <a:pt x="124452" y="234854"/>
                </a:cubicBezTo>
                <a:cubicBezTo>
                  <a:pt x="124452" y="234854"/>
                  <a:pt x="124452" y="234854"/>
                  <a:pt x="124452" y="327025"/>
                </a:cubicBezTo>
                <a:cubicBezTo>
                  <a:pt x="124452" y="327025"/>
                  <a:pt x="124452" y="327025"/>
                  <a:pt x="58404" y="327025"/>
                </a:cubicBezTo>
                <a:cubicBezTo>
                  <a:pt x="49338" y="327025"/>
                  <a:pt x="42863" y="319236"/>
                  <a:pt x="42863" y="310149"/>
                </a:cubicBezTo>
                <a:cubicBezTo>
                  <a:pt x="42863" y="310149"/>
                  <a:pt x="42863" y="310149"/>
                  <a:pt x="42863" y="154366"/>
                </a:cubicBezTo>
                <a:cubicBezTo>
                  <a:pt x="42863" y="149173"/>
                  <a:pt x="45453" y="143980"/>
                  <a:pt x="48043" y="141384"/>
                </a:cubicBezTo>
                <a:cubicBezTo>
                  <a:pt x="48043" y="141384"/>
                  <a:pt x="48043" y="141384"/>
                  <a:pt x="155534" y="53107"/>
                </a:cubicBezTo>
                <a:close/>
                <a:moveTo>
                  <a:pt x="165894" y="0"/>
                </a:moveTo>
                <a:cubicBezTo>
                  <a:pt x="173670" y="0"/>
                  <a:pt x="182743" y="2607"/>
                  <a:pt x="189223" y="9125"/>
                </a:cubicBezTo>
                <a:cubicBezTo>
                  <a:pt x="189223" y="9125"/>
                  <a:pt x="189223" y="9125"/>
                  <a:pt x="325308" y="117321"/>
                </a:cubicBezTo>
                <a:cubicBezTo>
                  <a:pt x="329196" y="121231"/>
                  <a:pt x="331788" y="126446"/>
                  <a:pt x="331788" y="130356"/>
                </a:cubicBezTo>
                <a:cubicBezTo>
                  <a:pt x="331788" y="130356"/>
                  <a:pt x="331788" y="138178"/>
                  <a:pt x="331788" y="143392"/>
                </a:cubicBezTo>
                <a:cubicBezTo>
                  <a:pt x="331788" y="152517"/>
                  <a:pt x="324012" y="160338"/>
                  <a:pt x="314940" y="160338"/>
                </a:cubicBezTo>
                <a:cubicBezTo>
                  <a:pt x="305867" y="160338"/>
                  <a:pt x="298091" y="152517"/>
                  <a:pt x="298091" y="143392"/>
                </a:cubicBezTo>
                <a:cubicBezTo>
                  <a:pt x="298091" y="142088"/>
                  <a:pt x="298091" y="140785"/>
                  <a:pt x="298091" y="139481"/>
                </a:cubicBezTo>
                <a:cubicBezTo>
                  <a:pt x="298091" y="139481"/>
                  <a:pt x="298091" y="139481"/>
                  <a:pt x="176263" y="41714"/>
                </a:cubicBezTo>
                <a:cubicBezTo>
                  <a:pt x="176263" y="41714"/>
                  <a:pt x="171078" y="37804"/>
                  <a:pt x="165894" y="37804"/>
                </a:cubicBezTo>
                <a:cubicBezTo>
                  <a:pt x="160710" y="37804"/>
                  <a:pt x="155526" y="41714"/>
                  <a:pt x="155526" y="41714"/>
                </a:cubicBezTo>
                <a:cubicBezTo>
                  <a:pt x="155526" y="41714"/>
                  <a:pt x="155526" y="41714"/>
                  <a:pt x="33697" y="139481"/>
                </a:cubicBezTo>
                <a:cubicBezTo>
                  <a:pt x="33697" y="140785"/>
                  <a:pt x="33697" y="142088"/>
                  <a:pt x="33697" y="143392"/>
                </a:cubicBezTo>
                <a:cubicBezTo>
                  <a:pt x="33697" y="152517"/>
                  <a:pt x="25921" y="160338"/>
                  <a:pt x="16849" y="160338"/>
                </a:cubicBezTo>
                <a:cubicBezTo>
                  <a:pt x="7776" y="160338"/>
                  <a:pt x="0" y="152517"/>
                  <a:pt x="0" y="143392"/>
                </a:cubicBezTo>
                <a:cubicBezTo>
                  <a:pt x="0" y="138178"/>
                  <a:pt x="0" y="130356"/>
                  <a:pt x="0" y="130356"/>
                </a:cubicBezTo>
                <a:cubicBezTo>
                  <a:pt x="0" y="126446"/>
                  <a:pt x="2592" y="121231"/>
                  <a:pt x="6480" y="117321"/>
                </a:cubicBezTo>
                <a:cubicBezTo>
                  <a:pt x="6480" y="117321"/>
                  <a:pt x="6480" y="117321"/>
                  <a:pt x="142565" y="9125"/>
                </a:cubicBezTo>
                <a:cubicBezTo>
                  <a:pt x="149046" y="2607"/>
                  <a:pt x="158118" y="0"/>
                  <a:pt x="1658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105" tIns="45053" rIns="90105" bIns="45053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775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22"/>
            </p:custDataLst>
          </p:nvPr>
        </p:nvSpPr>
        <p:spPr>
          <a:xfrm>
            <a:off x="753110" y="1428750"/>
            <a:ext cx="647382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Express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框架项目中集成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pug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模板的开发步骤：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Isosceles Triangle 2_1"/>
          <p:cNvSpPr/>
          <p:nvPr>
            <p:custDataLst>
              <p:tags r:id="rId23"/>
            </p:custDataLst>
          </p:nvPr>
        </p:nvSpPr>
        <p:spPr>
          <a:xfrm rot="16200000" flipV="1">
            <a:off x="889000" y="159131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uiExpand="1" build="p"/>
      <p:bldP spid="39" grpId="0"/>
      <p:bldP spid="42" grpId="0" bldLvl="0" animBg="1"/>
      <p:bldP spid="43" grpId="0" bldLvl="0" animBg="1"/>
      <p:bldP spid="40" grpId="0"/>
      <p:bldP spid="39" grpId="1"/>
      <p:bldP spid="42" grpId="1" animBg="1"/>
      <p:bldP spid="43" grpId="1" animBg="1"/>
      <p:bldP spid="40" grpId="1"/>
      <p:bldP spid="21" grpId="0" bldLvl="0" animBg="1"/>
      <p:bldP spid="22" grpId="0" bldLvl="0" animBg="1"/>
      <p:bldP spid="23" grpId="0"/>
      <p:bldP spid="24" grpId="0"/>
      <p:bldP spid="21" grpId="1" animBg="1"/>
      <p:bldP spid="22" grpId="1" animBg="1"/>
      <p:bldP spid="23" grpId="1"/>
      <p:bldP spid="24" grpId="1"/>
      <p:bldP spid="26" grpId="0" bldLvl="0" animBg="1"/>
      <p:bldP spid="27" grpId="0" bldLvl="0" animBg="1"/>
      <p:bldP spid="28" grpId="0"/>
      <p:bldP spid="26" grpId="1" animBg="1"/>
      <p:bldP spid="27" grpId="1" animBg="1"/>
      <p:bldP spid="28" grpId="1"/>
      <p:bldP spid="31" grpId="0" bldLvl="0" animBg="1"/>
      <p:bldP spid="32" grpId="0"/>
      <p:bldP spid="30" grpId="0" bldLvl="0" animBg="1"/>
      <p:bldP spid="31" grpId="1" animBg="1"/>
      <p:bldP spid="32" grpId="1"/>
      <p:bldP spid="30" grpId="1" animBg="1"/>
      <p:bldP spid="18" grpId="0" bldLvl="0" animBg="1"/>
      <p:bldP spid="34" grpId="0"/>
      <p:bldP spid="35" grpId="0" bldLvl="0" animBg="1"/>
      <p:bldP spid="37" grpId="0" bldLvl="0" animBg="1"/>
      <p:bldP spid="18" grpId="1" animBg="1"/>
      <p:bldP spid="34" grpId="1"/>
      <p:bldP spid="35" grpId="1" animBg="1"/>
      <p:bldP spid="3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圆角矩形 25"/>
          <p:cNvSpPr/>
          <p:nvPr>
            <p:custDataLst>
              <p:tags r:id="rId1"/>
            </p:custDataLst>
          </p:nvPr>
        </p:nvSpPr>
        <p:spPr>
          <a:xfrm>
            <a:off x="4568825" y="1396365"/>
            <a:ext cx="7146290" cy="520636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4"/>
            </p:custDataLst>
          </p:nvPr>
        </p:nvSpPr>
        <p:spPr>
          <a:xfrm>
            <a:off x="4568825" y="1397000"/>
            <a:ext cx="7145655" cy="520573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4568190" y="1344930"/>
            <a:ext cx="8166100" cy="52584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doctype html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head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meta(charset='utf-8’)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title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商品页面（pug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body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ul.goods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each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 </a:t>
            </a:r>
            <a:r>
              <a:rPr lang="en-US" altLang="zh-CN" kern="0" dirty="0">
                <a:solidFill>
                  <a:schemeClr val="dk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1600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data</a:t>
            </a:r>
            <a:r>
              <a:rPr lang="zh-CN" altLang="en-US" sz="1600" kern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为变量，渲染该模板时赋值</a:t>
            </a:r>
            <a:endParaRPr lang="zh-CN" altLang="zh-CN" sz="2400" kern="1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li 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img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src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val.img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.title #{val.title}</a:t>
            </a:r>
            <a:endParaRPr lang="zh-CN" altLang="zh-CN" sz="28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  .price #[span(style="color:red;") #{val.price}] 元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466090" y="1769110"/>
            <a:ext cx="22021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views/</a:t>
            </a:r>
            <a:r>
              <a:rPr lang="en-US" altLang="zh-CN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goods.pug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/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商品页面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050790" y="3940810"/>
            <a:ext cx="6501765" cy="24936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39445" y="5018405"/>
            <a:ext cx="4410710" cy="443230"/>
            <a:chOff x="1007" y="7903"/>
            <a:chExt cx="6946" cy="698"/>
          </a:xfrm>
        </p:grpSpPr>
        <p:sp>
          <p:nvSpPr>
            <p:cNvPr id="5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07" y="7903"/>
              <a:ext cx="48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定义商品页面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61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965" y="8261"/>
              <a:ext cx="198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5965" y="790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" name="直接连接符 2"/>
          <p:cNvCxnSpPr/>
          <p:nvPr/>
        </p:nvCxnSpPr>
        <p:spPr>
          <a:xfrm>
            <a:off x="5449767" y="4691921"/>
            <a:ext cx="187377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10"/>
            </p:custDataLst>
          </p:nvPr>
        </p:nvSpPr>
        <p:spPr>
          <a:xfrm>
            <a:off x="960187" y="43943"/>
            <a:ext cx="57861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1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2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5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3"/>
            </p:custDataLst>
          </p:nvPr>
        </p:nvSpPr>
        <p:spPr>
          <a:xfrm>
            <a:off x="4569460" y="1020445"/>
            <a:ext cx="7393940" cy="542671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圆角矩形 25"/>
          <p:cNvSpPr/>
          <p:nvPr>
            <p:custDataLst>
              <p:tags r:id="rId4"/>
            </p:custDataLst>
          </p:nvPr>
        </p:nvSpPr>
        <p:spPr>
          <a:xfrm>
            <a:off x="4568825" y="1004570"/>
            <a:ext cx="7418705" cy="544322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4786421" y="1020690"/>
            <a:ext cx="7886825" cy="5692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express.Router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goods = [{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"price": "69.9",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"title": "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德芙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img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"/images/58170f6dN6b9a12bf.jpg!q50.jpg.webp"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},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{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"price": "63",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"title": "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费列罗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img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"/images/54c34525Nb4f6581c.jpg!q50.jpg.webp"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},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{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"price": "29.9",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"title": "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大米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	"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img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": "/images/54e011deN3ae867ae.jpg!q50.jpg.webp"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}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调用pug模板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</a:t>
            </a:r>
            <a:r>
              <a:rPr lang="en-US" altLang="zh-CN" sz="14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14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/pug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(req, res, next) =&gt; {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4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res.render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14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goods.pug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{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en-US" altLang="zh-CN" sz="1400" kern="0" dirty="0">
                <a:solidFill>
                  <a:schemeClr val="dk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goods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});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zh-CN" altLang="zh-CN" sz="14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</a:t>
            </a:r>
            <a:r>
              <a:rPr lang="en-US" altLang="zh-CN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router;</a:t>
            </a:r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467360" y="1715135"/>
            <a:ext cx="24860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routes/index.js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/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商品数据渲染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786421" y="1524155"/>
            <a:ext cx="6928501" cy="337810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5285" y="2840990"/>
            <a:ext cx="4410075" cy="443230"/>
            <a:chOff x="591" y="4474"/>
            <a:chExt cx="6945" cy="698"/>
          </a:xfrm>
        </p:grpSpPr>
        <p:sp>
          <p:nvSpPr>
            <p:cNvPr id="5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91" y="4474"/>
              <a:ext cx="48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定义商品信息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61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548" y="4832"/>
              <a:ext cx="198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5548" y="447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7" name="矩形 16"/>
          <p:cNvSpPr/>
          <p:nvPr/>
        </p:nvSpPr>
        <p:spPr>
          <a:xfrm>
            <a:off x="4786630" y="5119370"/>
            <a:ext cx="6928485" cy="11029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75285" y="5302885"/>
            <a:ext cx="4410075" cy="740410"/>
            <a:chOff x="591" y="8351"/>
            <a:chExt cx="6945" cy="1166"/>
          </a:xfrm>
        </p:grpSpPr>
        <p:sp>
          <p:nvSpPr>
            <p:cNvPr id="1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91" y="8351"/>
              <a:ext cx="4815" cy="11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pug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模板，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将商品信息渲染到页面中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2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548" y="8967"/>
              <a:ext cx="198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5548" y="8351"/>
              <a:ext cx="0" cy="116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5" name="图片 24"/>
          <p:cNvPicPr/>
          <p:nvPr/>
        </p:nvPicPr>
        <p:blipFill>
          <a:blip r:embed="rId13"/>
          <a:stretch>
            <a:fillRect/>
          </a:stretch>
        </p:blipFill>
        <p:spPr>
          <a:xfrm>
            <a:off x="9537065" y="2604770"/>
            <a:ext cx="2125345" cy="361759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960187" y="43943"/>
            <a:ext cx="578612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57" grpId="0" bldLvl="0" animBg="1"/>
      <p:bldP spid="1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4"/>
          <p:cNvSpPr/>
          <p:nvPr>
            <p:custDataLst>
              <p:tags r:id="rId3"/>
            </p:custDataLst>
          </p:nvPr>
        </p:nvSpPr>
        <p:spPr>
          <a:xfrm>
            <a:off x="487045" y="4951095"/>
            <a:ext cx="3530600" cy="855980"/>
          </a:xfrm>
          <a:custGeom>
            <a:avLst/>
            <a:gdLst>
              <a:gd name="connsiteX0" fmla="*/ 0 w 2468619"/>
              <a:gd name="connsiteY0" fmla="*/ 0 h 641798"/>
              <a:gd name="connsiteX1" fmla="*/ 2468619 w 2468619"/>
              <a:gd name="connsiteY1" fmla="*/ 0 h 641798"/>
              <a:gd name="connsiteX2" fmla="*/ 2468619 w 2468619"/>
              <a:gd name="connsiteY2" fmla="*/ 641798 h 641798"/>
              <a:gd name="connsiteX3" fmla="*/ 0 w 2468619"/>
              <a:gd name="connsiteY3" fmla="*/ 641798 h 641798"/>
              <a:gd name="connsiteX4" fmla="*/ 0 w 2468619"/>
              <a:gd name="connsiteY4" fmla="*/ 631152 h 641798"/>
              <a:gd name="connsiteX5" fmla="*/ 310253 w 2468619"/>
              <a:gd name="connsiteY5" fmla="*/ 320899 h 641798"/>
              <a:gd name="connsiteX6" fmla="*/ 0 w 2468619"/>
              <a:gd name="connsiteY6" fmla="*/ 10646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468619" y="0"/>
                </a:lnTo>
                <a:lnTo>
                  <a:pt x="2468619" y="641798"/>
                </a:lnTo>
                <a:lnTo>
                  <a:pt x="0" y="641798"/>
                </a:lnTo>
                <a:lnTo>
                  <a:pt x="0" y="631152"/>
                </a:lnTo>
                <a:lnTo>
                  <a:pt x="310253" y="320899"/>
                </a:lnTo>
                <a:lnTo>
                  <a:pt x="0" y="1064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1784350" y="5194300"/>
            <a:ext cx="1439545" cy="36830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defTabSz="914400"/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指定</a:t>
            </a:r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引擎为</a:t>
            </a:r>
            <a:r>
              <a:rPr lang="en-US" altLang="zh-CN" dirty="0" err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endParaRPr lang="en-US" altLang="zh-CN" dirty="0" err="1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5"/>
            </p:custDataLst>
          </p:nvPr>
        </p:nvSpPr>
        <p:spPr>
          <a:xfrm>
            <a:off x="1162685" y="510667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任意多边形 10"/>
          <p:cNvSpPr/>
          <p:nvPr>
            <p:custDataLst>
              <p:tags r:id="rId6"/>
            </p:custDataLst>
          </p:nvPr>
        </p:nvSpPr>
        <p:spPr>
          <a:xfrm>
            <a:off x="1056005" y="507174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5518150" y="2586355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任意多边形 16"/>
          <p:cNvSpPr/>
          <p:nvPr>
            <p:custDataLst>
              <p:tags r:id="rId8"/>
            </p:custDataLst>
          </p:nvPr>
        </p:nvSpPr>
        <p:spPr>
          <a:xfrm>
            <a:off x="5411470" y="2551430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任意多边形 2"/>
          <p:cNvSpPr/>
          <p:nvPr>
            <p:custDataLst>
              <p:tags r:id="rId9"/>
            </p:custDataLst>
          </p:nvPr>
        </p:nvSpPr>
        <p:spPr>
          <a:xfrm>
            <a:off x="4017645" y="2400935"/>
            <a:ext cx="3400425" cy="3405505"/>
          </a:xfrm>
          <a:custGeom>
            <a:avLst/>
            <a:gdLst>
              <a:gd name="connsiteX0" fmla="*/ 0 w 2554358"/>
              <a:gd name="connsiteY0" fmla="*/ 1912699 h 2554358"/>
              <a:gd name="connsiteX1" fmla="*/ 114698 w 2554358"/>
              <a:gd name="connsiteY1" fmla="*/ 1912699 h 2554358"/>
              <a:gd name="connsiteX2" fmla="*/ 178611 w 2554358"/>
              <a:gd name="connsiteY2" fmla="*/ 2017903 h 2554358"/>
              <a:gd name="connsiteX3" fmla="*/ 883216 w 2554358"/>
              <a:gd name="connsiteY3" fmla="*/ 2542445 h 2554358"/>
              <a:gd name="connsiteX4" fmla="*/ 929546 w 2554358"/>
              <a:gd name="connsiteY4" fmla="*/ 2554358 h 2554358"/>
              <a:gd name="connsiteX5" fmla="*/ 0 w 2554358"/>
              <a:gd name="connsiteY5" fmla="*/ 2554358 h 2554358"/>
              <a:gd name="connsiteX6" fmla="*/ 1277179 w 2554358"/>
              <a:gd name="connsiteY6" fmla="*/ 0 h 2554358"/>
              <a:gd name="connsiteX7" fmla="*/ 2554358 w 2554358"/>
              <a:gd name="connsiteY7" fmla="*/ 1277179 h 2554358"/>
              <a:gd name="connsiteX8" fmla="*/ 2453991 w 2554358"/>
              <a:gd name="connsiteY8" fmla="*/ 1774315 h 2554358"/>
              <a:gd name="connsiteX9" fmla="*/ 2401861 w 2554358"/>
              <a:gd name="connsiteY9" fmla="*/ 1870357 h 2554358"/>
              <a:gd name="connsiteX10" fmla="*/ 1510371 w 2554358"/>
              <a:gd name="connsiteY10" fmla="*/ 1870357 h 2554358"/>
              <a:gd name="connsiteX11" fmla="*/ 1525746 w 2554358"/>
              <a:gd name="connsiteY11" fmla="*/ 1865585 h 2554358"/>
              <a:gd name="connsiteX12" fmla="*/ 1915767 w 2554358"/>
              <a:gd name="connsiteY12" fmla="*/ 1277179 h 2554358"/>
              <a:gd name="connsiteX13" fmla="*/ 1277178 w 2554358"/>
              <a:gd name="connsiteY13" fmla="*/ 638590 h 2554358"/>
              <a:gd name="connsiteX14" fmla="*/ 638589 w 2554358"/>
              <a:gd name="connsiteY14" fmla="*/ 1277179 h 2554358"/>
              <a:gd name="connsiteX15" fmla="*/ 1277178 w 2554358"/>
              <a:gd name="connsiteY15" fmla="*/ 1915768 h 2554358"/>
              <a:gd name="connsiteX16" fmla="*/ 1277178 w 2554358"/>
              <a:gd name="connsiteY16" fmla="*/ 2554357 h 2554358"/>
              <a:gd name="connsiteX17" fmla="*/ 1277179 w 2554358"/>
              <a:gd name="connsiteY17" fmla="*/ 2554357 h 2554358"/>
              <a:gd name="connsiteX18" fmla="*/ 1277179 w 2554358"/>
              <a:gd name="connsiteY18" fmla="*/ 1912699 h 2554358"/>
              <a:gd name="connsiteX19" fmla="*/ 2554358 w 2554358"/>
              <a:gd name="connsiteY19" fmla="*/ 1912699 h 2554358"/>
              <a:gd name="connsiteX20" fmla="*/ 2554358 w 2554358"/>
              <a:gd name="connsiteY20" fmla="*/ 2554358 h 2554358"/>
              <a:gd name="connsiteX21" fmla="*/ 1277179 w 2554358"/>
              <a:gd name="connsiteY21" fmla="*/ 2554358 h 2554358"/>
              <a:gd name="connsiteX22" fmla="*/ 0 w 2554358"/>
              <a:gd name="connsiteY22" fmla="*/ 1277179 h 2554358"/>
              <a:gd name="connsiteX23" fmla="*/ 1277179 w 2554358"/>
              <a:gd name="connsiteY23" fmla="*/ 0 h 255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54358" h="2554358">
                <a:moveTo>
                  <a:pt x="0" y="1912699"/>
                </a:moveTo>
                <a:lnTo>
                  <a:pt x="114698" y="1912699"/>
                </a:lnTo>
                <a:lnTo>
                  <a:pt x="178611" y="2017903"/>
                </a:lnTo>
                <a:cubicBezTo>
                  <a:pt x="345268" y="2264588"/>
                  <a:pt x="592826" y="2452125"/>
                  <a:pt x="883216" y="2542445"/>
                </a:cubicBezTo>
                <a:lnTo>
                  <a:pt x="929546" y="2554358"/>
                </a:lnTo>
                <a:lnTo>
                  <a:pt x="0" y="2554358"/>
                </a:lnTo>
                <a:close/>
                <a:moveTo>
                  <a:pt x="1277179" y="0"/>
                </a:moveTo>
                <a:cubicBezTo>
                  <a:pt x="1982545" y="0"/>
                  <a:pt x="2554358" y="571813"/>
                  <a:pt x="2554358" y="1277179"/>
                </a:cubicBezTo>
                <a:cubicBezTo>
                  <a:pt x="2554358" y="1453521"/>
                  <a:pt x="2518620" y="1621515"/>
                  <a:pt x="2453991" y="1774315"/>
                </a:cubicBezTo>
                <a:lnTo>
                  <a:pt x="2401861" y="1870357"/>
                </a:lnTo>
                <a:lnTo>
                  <a:pt x="1510371" y="1870357"/>
                </a:lnTo>
                <a:lnTo>
                  <a:pt x="1525746" y="1865585"/>
                </a:lnTo>
                <a:cubicBezTo>
                  <a:pt x="1754945" y="1768642"/>
                  <a:pt x="1915767" y="1541691"/>
                  <a:pt x="1915767" y="1277179"/>
                </a:cubicBezTo>
                <a:cubicBezTo>
                  <a:pt x="1915767" y="924496"/>
                  <a:pt x="1629861" y="638590"/>
                  <a:pt x="1277178" y="638590"/>
                </a:cubicBezTo>
                <a:cubicBezTo>
                  <a:pt x="924495" y="638590"/>
                  <a:pt x="638589" y="924496"/>
                  <a:pt x="638589" y="1277179"/>
                </a:cubicBezTo>
                <a:cubicBezTo>
                  <a:pt x="638589" y="1629862"/>
                  <a:pt x="924495" y="1915768"/>
                  <a:pt x="1277178" y="1915768"/>
                </a:cubicBezTo>
                <a:lnTo>
                  <a:pt x="1277178" y="2554357"/>
                </a:lnTo>
                <a:lnTo>
                  <a:pt x="1277179" y="2554357"/>
                </a:lnTo>
                <a:lnTo>
                  <a:pt x="1277179" y="1912699"/>
                </a:lnTo>
                <a:lnTo>
                  <a:pt x="2554358" y="1912699"/>
                </a:lnTo>
                <a:lnTo>
                  <a:pt x="2554358" y="2554358"/>
                </a:lnTo>
                <a:lnTo>
                  <a:pt x="1277179" y="2554358"/>
                </a:lnTo>
                <a:cubicBezTo>
                  <a:pt x="571813" y="2554358"/>
                  <a:pt x="0" y="1982545"/>
                  <a:pt x="0" y="1277179"/>
                </a:cubicBezTo>
                <a:cubicBezTo>
                  <a:pt x="0" y="571813"/>
                  <a:pt x="571813" y="0"/>
                  <a:pt x="12771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任意多边形 3"/>
          <p:cNvSpPr/>
          <p:nvPr>
            <p:custDataLst>
              <p:tags r:id="rId10"/>
            </p:custDataLst>
          </p:nvPr>
        </p:nvSpPr>
        <p:spPr>
          <a:xfrm>
            <a:off x="7423785" y="4951095"/>
            <a:ext cx="3530600" cy="855980"/>
          </a:xfrm>
          <a:custGeom>
            <a:avLst/>
            <a:gdLst>
              <a:gd name="connsiteX0" fmla="*/ 0 w 2468619"/>
              <a:gd name="connsiteY0" fmla="*/ 0 h 641798"/>
              <a:gd name="connsiteX1" fmla="*/ 2147720 w 2468619"/>
              <a:gd name="connsiteY1" fmla="*/ 0 h 641798"/>
              <a:gd name="connsiteX2" fmla="*/ 2468619 w 2468619"/>
              <a:gd name="connsiteY2" fmla="*/ 320899 h 641798"/>
              <a:gd name="connsiteX3" fmla="*/ 2147720 w 2468619"/>
              <a:gd name="connsiteY3" fmla="*/ 641798 h 641798"/>
              <a:gd name="connsiteX4" fmla="*/ 0 w 2468619"/>
              <a:gd name="connsiteY4" fmla="*/ 641798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147720" y="0"/>
                </a:lnTo>
                <a:lnTo>
                  <a:pt x="2468619" y="320899"/>
                </a:lnTo>
                <a:lnTo>
                  <a:pt x="2147720" y="641798"/>
                </a:lnTo>
                <a:lnTo>
                  <a:pt x="0" y="6417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1"/>
            </p:custDataLst>
          </p:nvPr>
        </p:nvSpPr>
        <p:spPr>
          <a:xfrm>
            <a:off x="8385175" y="5194300"/>
            <a:ext cx="2057400" cy="36830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已</a:t>
            </a:r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默认设置模板</a:t>
            </a:r>
            <a:r>
              <a:rPr lang="zh-CN" alt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引擎</a:t>
            </a:r>
            <a:endParaRPr lang="zh-CN" altLang="en-US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7764145" y="510667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任意多边形 13"/>
          <p:cNvSpPr/>
          <p:nvPr>
            <p:custDataLst>
              <p:tags r:id="rId13"/>
            </p:custDataLst>
          </p:nvPr>
        </p:nvSpPr>
        <p:spPr>
          <a:xfrm>
            <a:off x="7657465" y="507174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6" name="文本框 75"/>
          <p:cNvSpPr txBox="1"/>
          <p:nvPr>
            <p:custDataLst>
              <p:tags r:id="rId14"/>
            </p:custDataLst>
          </p:nvPr>
        </p:nvSpPr>
        <p:spPr>
          <a:xfrm>
            <a:off x="427355" y="2891790"/>
            <a:ext cx="329311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express </a:t>
            </a:r>
            <a:r>
              <a:rPr lang="en-US" altLang="zh-CN" sz="1400" b="1" i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-e </a:t>
            </a:r>
            <a:r>
              <a:rPr lang="en-US" altLang="zh-CN" sz="1400" b="1" i="1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expressAppName</a:t>
            </a:r>
            <a:endParaRPr lang="en-US" altLang="zh-CN" sz="1400" b="1" i="1" kern="1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TextBox 62"/>
          <p:cNvSpPr txBox="1"/>
          <p:nvPr>
            <p:custDataLst>
              <p:tags r:id="rId15"/>
            </p:custDataLst>
          </p:nvPr>
        </p:nvSpPr>
        <p:spPr>
          <a:xfrm>
            <a:off x="418700" y="2263764"/>
            <a:ext cx="2765425" cy="36830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创建项目时指定</a:t>
            </a:r>
            <a:r>
              <a:rPr lang="zh-CN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引擎为</a:t>
            </a:r>
            <a:r>
              <a:rPr lang="en-US" altLang="zh-CN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endParaRPr lang="en-US" altLang="zh-CN" dirty="0" err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文本框 78"/>
          <p:cNvSpPr txBox="1"/>
          <p:nvPr>
            <p:custDataLst>
              <p:tags r:id="rId16"/>
            </p:custDataLst>
          </p:nvPr>
        </p:nvSpPr>
        <p:spPr>
          <a:xfrm>
            <a:off x="198120" y="3714750"/>
            <a:ext cx="3658870" cy="12211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指定引擎为</a:t>
            </a:r>
            <a:r>
              <a:rPr lang="en-US" altLang="zh-CN" sz="16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r>
              <a:rPr lang="zh-CN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后，在安装依赖包时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</a:t>
            </a:r>
            <a:r>
              <a:rPr lang="zh-CN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自动下载第三方模块</a:t>
            </a:r>
            <a:r>
              <a:rPr lang="en-US" altLang="zh-CN" sz="16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r>
              <a:rPr lang="zh-CN" altLang="en-US" sz="16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600" dirty="0" err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Content Placeholder 2"/>
          <p:cNvSpPr txBox="1"/>
          <p:nvPr>
            <p:custDataLst>
              <p:tags r:id="rId17"/>
            </p:custDataLst>
          </p:nvPr>
        </p:nvSpPr>
        <p:spPr>
          <a:xfrm>
            <a:off x="7318109" y="2891548"/>
            <a:ext cx="5025021" cy="754380"/>
          </a:xfrm>
          <a:prstGeom prst="rect">
            <a:avLst/>
          </a:prstGeom>
          <a:noFill/>
          <a:ln w="9525">
            <a:noFill/>
          </a:ln>
        </p:spPr>
        <p:txBody>
          <a:bodyPr wrap="square" lIns="68562" tIns="34281" rIns="68562" bIns="34281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indent="0" algn="just">
              <a:lnSpc>
                <a:spcPct val="130000"/>
              </a:lnSpc>
              <a:buNone/>
            </a:pPr>
            <a:r>
              <a:rPr lang="en-US" altLang="zh-CN" sz="1400" b="1" i="1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app.set</a:t>
            </a:r>
            <a:r>
              <a:rPr lang="en-US" altLang="zh-CN" sz="1400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('views', </a:t>
            </a:r>
            <a:r>
              <a:rPr lang="en-US" altLang="zh-CN" sz="1400" b="1" i="1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path.join</a:t>
            </a:r>
            <a:r>
              <a:rPr lang="en-US" altLang="zh-CN" sz="1400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(__</a:t>
            </a:r>
            <a:r>
              <a:rPr lang="en-US" altLang="zh-CN" sz="1400" b="1" i="1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dirname</a:t>
            </a:r>
            <a:r>
              <a:rPr lang="en-US" altLang="zh-CN" sz="1400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'views')); </a:t>
            </a:r>
            <a:endParaRPr lang="zh-CN" altLang="zh-CN" sz="1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just">
              <a:lnSpc>
                <a:spcPct val="130000"/>
              </a:lnSpc>
              <a:buNone/>
            </a:pPr>
            <a:r>
              <a:rPr lang="en-US" altLang="zh-CN" sz="1400" b="1" i="1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app.set</a:t>
            </a:r>
            <a:r>
              <a:rPr lang="en-US" altLang="zh-CN" sz="1400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('view engine', '</a:t>
            </a:r>
            <a:r>
              <a:rPr lang="en-US" altLang="zh-CN" sz="1400" b="1" i="1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r>
              <a:rPr lang="en-US" altLang="zh-CN" sz="1400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'); </a:t>
            </a:r>
            <a:endParaRPr lang="en-US" altLang="zh-CN" sz="14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TextBox 68"/>
          <p:cNvSpPr txBox="1"/>
          <p:nvPr>
            <p:custDataLst>
              <p:tags r:id="rId18"/>
            </p:custDataLst>
          </p:nvPr>
        </p:nvSpPr>
        <p:spPr>
          <a:xfrm>
            <a:off x="7657465" y="2263775"/>
            <a:ext cx="3891600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app.js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已设置引擎的文件路径和后缀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9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1905" y="3844290"/>
            <a:ext cx="42881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渲染页面时</a:t>
            </a:r>
            <a:r>
              <a:rPr lang="zh-CN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可不用每次都输入文件的</a:t>
            </a:r>
            <a:endParaRPr lang="zh-CN" altLang="zh-CN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ejs后缀名。</a:t>
            </a:r>
            <a:endParaRPr lang="zh-CN" altLang="zh-CN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0"/>
            </p:custDataLst>
          </p:nvPr>
        </p:nvSpPr>
        <p:spPr>
          <a:xfrm>
            <a:off x="742315" y="1229360"/>
            <a:ext cx="7134225" cy="506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457200" algn="l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Express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框架项目中成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ejs</a:t>
            </a: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模板的开发步骤。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Isosceles Triangle 2_1"/>
          <p:cNvSpPr/>
          <p:nvPr>
            <p:custDataLst>
              <p:tags r:id="rId21"/>
            </p:custDataLst>
          </p:nvPr>
        </p:nvSpPr>
        <p:spPr>
          <a:xfrm rot="16200000" flipV="1">
            <a:off x="889000" y="138938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 animBg="1"/>
      <p:bldP spid="78" grpId="0" animBg="1"/>
      <p:bldP spid="76" grpId="0"/>
      <p:bldP spid="78" grpId="1" animBg="1"/>
      <p:bldP spid="76" grpId="1"/>
      <p:bldP spid="79" grpId="0"/>
      <p:bldP spid="79" grpId="1"/>
      <p:bldP spid="39" grpId="1" animBg="1"/>
      <p:bldP spid="81" grpId="0" bldLvl="0" animBg="1"/>
      <p:bldP spid="80" grpId="0"/>
      <p:bldP spid="81" grpId="1" animBg="1"/>
      <p:bldP spid="80" grpId="1"/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"/>
          <p:cNvSpPr/>
          <p:nvPr>
            <p:custDataLst>
              <p:tags r:id="rId3"/>
            </p:custDataLst>
          </p:nvPr>
        </p:nvSpPr>
        <p:spPr bwMode="auto">
          <a:xfrm>
            <a:off x="655955" y="132334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TextBox 27"/>
          <p:cNvSpPr txBox="1">
            <a:spLocks noChangeArrowheads="1"/>
          </p:cNvSpPr>
          <p:nvPr/>
        </p:nvSpPr>
        <p:spPr bwMode="auto">
          <a:xfrm>
            <a:off x="1396365" y="1330960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iconfont-1187-868615"/>
          <p:cNvSpPr/>
          <p:nvPr>
            <p:custDataLst>
              <p:tags r:id="rId4"/>
            </p:custDataLst>
          </p:nvPr>
        </p:nvSpPr>
        <p:spPr>
          <a:xfrm>
            <a:off x="586105" y="112458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07781" y="1334136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留言簿：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框架中集成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模板引擎。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761980" y="4822190"/>
            <a:ext cx="1080770" cy="108077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870" y="2645410"/>
            <a:ext cx="3920490" cy="3257550"/>
          </a:xfrm>
          <a:prstGeom prst="rect">
            <a:avLst/>
          </a:prstGeom>
          <a:ln>
            <a:solidFill>
              <a:schemeClr val="tx2">
                <a:lumMod val="90000"/>
              </a:schemeClr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4790" y="2645410"/>
            <a:ext cx="5096510" cy="3257550"/>
          </a:xfrm>
          <a:prstGeom prst="rect">
            <a:avLst/>
          </a:prstGeom>
          <a:ln>
            <a:solidFill>
              <a:schemeClr val="tx2">
                <a:lumMod val="90000"/>
              </a:schemeClr>
            </a:solidFill>
          </a:ln>
        </p:spPr>
      </p:pic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"/>
            </p:custDataLst>
          </p:nvPr>
        </p:nvSpPr>
        <p:spPr>
          <a:xfrm>
            <a:off x="2443480" y="5104765"/>
            <a:ext cx="28105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运行项目，浏览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圆角矩形 30"/>
          <p:cNvSpPr/>
          <p:nvPr>
            <p:custDataLst>
              <p:tags r:id="rId4"/>
            </p:custDataLst>
          </p:nvPr>
        </p:nvSpPr>
        <p:spPr>
          <a:xfrm>
            <a:off x="1571625" y="518541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5"/>
            </p:custDataLst>
          </p:nvPr>
        </p:nvSpPr>
        <p:spPr>
          <a:xfrm>
            <a:off x="2445385" y="3747135"/>
            <a:ext cx="3769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ejs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模板引擎和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路由代码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圆角矩形 52"/>
          <p:cNvSpPr/>
          <p:nvPr>
            <p:custDataLst>
              <p:tags r:id="rId6"/>
            </p:custDataLst>
          </p:nvPr>
        </p:nvSpPr>
        <p:spPr>
          <a:xfrm>
            <a:off x="1571625" y="383540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7"/>
            </p:custDataLst>
          </p:nvPr>
        </p:nvSpPr>
        <p:spPr>
          <a:xfrm>
            <a:off x="2443480" y="1943735"/>
            <a:ext cx="38823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创建项目包</a:t>
            </a:r>
            <a:r>
              <a:rPr lang="zh-CN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模板引擎为</a:t>
            </a:r>
            <a:r>
              <a:rPr lang="en-US" altLang="zh-CN" sz="2000" b="1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ejs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安装依赖包</a:t>
            </a:r>
            <a:endParaRPr lang="zh-CN" altLang="zh-CN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圆角矩形 43"/>
          <p:cNvSpPr/>
          <p:nvPr>
            <p:custDataLst>
              <p:tags r:id="rId8"/>
            </p:custDataLst>
          </p:nvPr>
        </p:nvSpPr>
        <p:spPr>
          <a:xfrm>
            <a:off x="1576070" y="234823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ṣḷiďê"/>
          <p:cNvSpPr/>
          <p:nvPr>
            <p:custDataLst>
              <p:tags r:id="rId9"/>
            </p:custDataLst>
          </p:nvPr>
        </p:nvSpPr>
        <p:spPr bwMode="auto">
          <a:xfrm>
            <a:off x="1175385" y="1208405"/>
            <a:ext cx="276860" cy="244475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3" name="ïsľïḋé"/>
          <p:cNvCxnSpPr/>
          <p:nvPr>
            <p:custDataLst>
              <p:tags r:id="rId10"/>
            </p:custDataLst>
          </p:nvPr>
        </p:nvCxnSpPr>
        <p:spPr>
          <a:xfrm>
            <a:off x="1297940" y="1570990"/>
            <a:ext cx="0" cy="4518660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íś1îḍé"/>
          <p:cNvSpPr/>
          <p:nvPr>
            <p:custDataLst>
              <p:tags r:id="rId11"/>
            </p:custDataLst>
          </p:nvPr>
        </p:nvSpPr>
        <p:spPr>
          <a:xfrm>
            <a:off x="1241425" y="243903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ś1îḍé"/>
          <p:cNvSpPr/>
          <p:nvPr>
            <p:custDataLst>
              <p:tags r:id="rId12"/>
            </p:custDataLst>
          </p:nvPr>
        </p:nvSpPr>
        <p:spPr>
          <a:xfrm>
            <a:off x="1249045" y="396049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íś1îḍé"/>
          <p:cNvSpPr/>
          <p:nvPr>
            <p:custDataLst>
              <p:tags r:id="rId13"/>
            </p:custDataLst>
          </p:nvPr>
        </p:nvSpPr>
        <p:spPr>
          <a:xfrm>
            <a:off x="1240155" y="530923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ṧļíḋe"/>
          <p:cNvSpPr/>
          <p:nvPr>
            <p:custDataLst>
              <p:tags r:id="rId14"/>
            </p:custDataLst>
          </p:nvPr>
        </p:nvSpPr>
        <p:spPr>
          <a:xfrm>
            <a:off x="1036955" y="105346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iṣḷiďê"/>
          <p:cNvSpPr/>
          <p:nvPr>
            <p:custDataLst>
              <p:tags r:id="rId15"/>
            </p:custDataLst>
          </p:nvPr>
        </p:nvSpPr>
        <p:spPr bwMode="auto">
          <a:xfrm>
            <a:off x="1184910" y="1222375"/>
            <a:ext cx="276860" cy="244475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图片 70" descr="C:/Users/TXY/Desktop/图片1.png图片1"/>
          <p:cNvPicPr/>
          <p:nvPr>
            <p:custDataLst>
              <p:tags r:id="rId16"/>
            </p:custDataLst>
          </p:nvPr>
        </p:nvPicPr>
        <p:blipFill rotWithShape="1">
          <a:blip r:embed="rId17"/>
          <a:srcRect t="10258" b="10258"/>
          <a:stretch>
            <a:fillRect/>
          </a:stretch>
        </p:blipFill>
        <p:spPr bwMode="auto">
          <a:xfrm>
            <a:off x="6656414" y="1607434"/>
            <a:ext cx="2988727" cy="4503217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2" name="文本框 1"/>
          <p:cNvSpPr txBox="1"/>
          <p:nvPr>
            <p:custDataLst>
              <p:tags r:id="rId18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animBg="1"/>
      <p:bldP spid="58" grpId="1"/>
      <p:bldP spid="59" grpId="1" animBg="1"/>
      <p:bldP spid="51" grpId="0"/>
      <p:bldP spid="52" grpId="0" animBg="1"/>
      <p:bldP spid="51" grpId="1"/>
      <p:bldP spid="52" grpId="1" animBg="1"/>
      <p:bldP spid="44" grpId="0"/>
      <p:bldP spid="46" grpId="0" animBg="1"/>
      <p:bldP spid="44" grpId="1"/>
      <p:bldP spid="4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828163" y="2623009"/>
            <a:ext cx="2226314" cy="2226314"/>
          </a:xfrm>
          <a:prstGeom prst="ellipse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15" name="直接连接符 115"/>
          <p:cNvCxnSpPr/>
          <p:nvPr>
            <p:custDataLst>
              <p:tags r:id="rId5"/>
            </p:custDataLst>
          </p:nvPr>
        </p:nvCxnSpPr>
        <p:spPr>
          <a:xfrm>
            <a:off x="3656965" y="2765425"/>
            <a:ext cx="1245870" cy="0"/>
          </a:xfrm>
          <a:prstGeom prst="line">
            <a:avLst/>
          </a:prstGeom>
          <a:ln w="12700">
            <a:solidFill>
              <a:schemeClr val="lt1">
                <a:lumMod val="6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>
            <p:custDataLst>
              <p:tags r:id="rId6"/>
            </p:custDataLst>
          </p:nvPr>
        </p:nvSpPr>
        <p:spPr>
          <a:xfrm>
            <a:off x="3026410" y="2450465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任意多边形 125"/>
          <p:cNvSpPr/>
          <p:nvPr>
            <p:custDataLst>
              <p:tags r:id="rId7"/>
            </p:custDataLst>
          </p:nvPr>
        </p:nvSpPr>
        <p:spPr bwMode="auto">
          <a:xfrm>
            <a:off x="3238500" y="2597785"/>
            <a:ext cx="234315" cy="304165"/>
          </a:xfrm>
          <a:custGeom>
            <a:avLst/>
            <a:gdLst>
              <a:gd name="connsiteX0" fmla="*/ 344255 w 438150"/>
              <a:gd name="connsiteY0" fmla="*/ 320246 h 568325"/>
              <a:gd name="connsiteX1" fmla="*/ 438150 w 438150"/>
              <a:gd name="connsiteY1" fmla="*/ 399092 h 568325"/>
              <a:gd name="connsiteX2" fmla="*/ 438150 w 438150"/>
              <a:gd name="connsiteY2" fmla="*/ 406601 h 568325"/>
              <a:gd name="connsiteX3" fmla="*/ 438150 w 438150"/>
              <a:gd name="connsiteY3" fmla="*/ 545520 h 568325"/>
              <a:gd name="connsiteX4" fmla="*/ 438150 w 438150"/>
              <a:gd name="connsiteY4" fmla="*/ 549275 h 568325"/>
              <a:gd name="connsiteX5" fmla="*/ 284162 w 438150"/>
              <a:gd name="connsiteY5" fmla="*/ 549275 h 568325"/>
              <a:gd name="connsiteX6" fmla="*/ 284162 w 438150"/>
              <a:gd name="connsiteY6" fmla="*/ 545520 h 568325"/>
              <a:gd name="connsiteX7" fmla="*/ 284162 w 438150"/>
              <a:gd name="connsiteY7" fmla="*/ 402847 h 568325"/>
              <a:gd name="connsiteX8" fmla="*/ 344255 w 438150"/>
              <a:gd name="connsiteY8" fmla="*/ 320246 h 568325"/>
              <a:gd name="connsiteX9" fmla="*/ 352879 w 438150"/>
              <a:gd name="connsiteY9" fmla="*/ 200025 h 568325"/>
              <a:gd name="connsiteX10" fmla="*/ 356621 w 438150"/>
              <a:gd name="connsiteY10" fmla="*/ 200025 h 568325"/>
              <a:gd name="connsiteX11" fmla="*/ 367847 w 438150"/>
              <a:gd name="connsiteY11" fmla="*/ 200025 h 568325"/>
              <a:gd name="connsiteX12" fmla="*/ 379072 w 438150"/>
              <a:gd name="connsiteY12" fmla="*/ 203767 h 568325"/>
              <a:gd name="connsiteX13" fmla="*/ 409008 w 438150"/>
              <a:gd name="connsiteY13" fmla="*/ 263638 h 568325"/>
              <a:gd name="connsiteX14" fmla="*/ 360363 w 438150"/>
              <a:gd name="connsiteY14" fmla="*/ 304800 h 568325"/>
              <a:gd name="connsiteX15" fmla="*/ 311717 w 438150"/>
              <a:gd name="connsiteY15" fmla="*/ 263638 h 568325"/>
              <a:gd name="connsiteX16" fmla="*/ 352879 w 438150"/>
              <a:gd name="connsiteY16" fmla="*/ 200025 h 568325"/>
              <a:gd name="connsiteX17" fmla="*/ 100853 w 438150"/>
              <a:gd name="connsiteY17" fmla="*/ 196018 h 568325"/>
              <a:gd name="connsiteX18" fmla="*/ 254000 w 438150"/>
              <a:gd name="connsiteY18" fmla="*/ 320120 h 568325"/>
              <a:gd name="connsiteX19" fmla="*/ 254000 w 438150"/>
              <a:gd name="connsiteY19" fmla="*/ 331402 h 568325"/>
              <a:gd name="connsiteX20" fmla="*/ 254000 w 438150"/>
              <a:gd name="connsiteY20" fmla="*/ 557043 h 568325"/>
              <a:gd name="connsiteX21" fmla="*/ 254000 w 438150"/>
              <a:gd name="connsiteY21" fmla="*/ 568325 h 568325"/>
              <a:gd name="connsiteX22" fmla="*/ 0 w 438150"/>
              <a:gd name="connsiteY22" fmla="*/ 568325 h 568325"/>
              <a:gd name="connsiteX23" fmla="*/ 0 w 438150"/>
              <a:gd name="connsiteY23" fmla="*/ 560804 h 568325"/>
              <a:gd name="connsiteX24" fmla="*/ 0 w 438150"/>
              <a:gd name="connsiteY24" fmla="*/ 327642 h 568325"/>
              <a:gd name="connsiteX25" fmla="*/ 100853 w 438150"/>
              <a:gd name="connsiteY25" fmla="*/ 196018 h 568325"/>
              <a:gd name="connsiteX26" fmla="*/ 112091 w 438150"/>
              <a:gd name="connsiteY26" fmla="*/ 0 h 568325"/>
              <a:gd name="connsiteX27" fmla="*/ 115818 w 438150"/>
              <a:gd name="connsiteY27" fmla="*/ 0 h 568325"/>
              <a:gd name="connsiteX28" fmla="*/ 138181 w 438150"/>
              <a:gd name="connsiteY28" fmla="*/ 0 h 568325"/>
              <a:gd name="connsiteX29" fmla="*/ 153090 w 438150"/>
              <a:gd name="connsiteY29" fmla="*/ 3762 h 568325"/>
              <a:gd name="connsiteX30" fmla="*/ 205271 w 438150"/>
              <a:gd name="connsiteY30" fmla="*/ 101566 h 568325"/>
              <a:gd name="connsiteX31" fmla="*/ 127000 w 438150"/>
              <a:gd name="connsiteY31" fmla="*/ 169276 h 568325"/>
              <a:gd name="connsiteX32" fmla="*/ 48729 w 438150"/>
              <a:gd name="connsiteY32" fmla="*/ 101566 h 568325"/>
              <a:gd name="connsiteX33" fmla="*/ 112091 w 438150"/>
              <a:gd name="connsiteY33" fmla="*/ 0 h 56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38150" h="568325">
                <a:moveTo>
                  <a:pt x="344255" y="320246"/>
                </a:moveTo>
                <a:cubicBezTo>
                  <a:pt x="393080" y="312737"/>
                  <a:pt x="434394" y="346528"/>
                  <a:pt x="438150" y="399092"/>
                </a:cubicBezTo>
                <a:cubicBezTo>
                  <a:pt x="438150" y="399092"/>
                  <a:pt x="438150" y="402847"/>
                  <a:pt x="438150" y="406601"/>
                </a:cubicBezTo>
                <a:cubicBezTo>
                  <a:pt x="438150" y="451656"/>
                  <a:pt x="438150" y="496711"/>
                  <a:pt x="438150" y="545520"/>
                </a:cubicBezTo>
                <a:cubicBezTo>
                  <a:pt x="438150" y="545520"/>
                  <a:pt x="438150" y="545520"/>
                  <a:pt x="438150" y="549275"/>
                </a:cubicBezTo>
                <a:cubicBezTo>
                  <a:pt x="438150" y="549275"/>
                  <a:pt x="438150" y="549275"/>
                  <a:pt x="284162" y="549275"/>
                </a:cubicBezTo>
                <a:cubicBezTo>
                  <a:pt x="284162" y="549275"/>
                  <a:pt x="284162" y="545520"/>
                  <a:pt x="284162" y="545520"/>
                </a:cubicBezTo>
                <a:cubicBezTo>
                  <a:pt x="284162" y="496711"/>
                  <a:pt x="284162" y="451656"/>
                  <a:pt x="284162" y="402847"/>
                </a:cubicBezTo>
                <a:cubicBezTo>
                  <a:pt x="284162" y="361546"/>
                  <a:pt x="310453" y="327755"/>
                  <a:pt x="344255" y="320246"/>
                </a:cubicBezTo>
                <a:close/>
                <a:moveTo>
                  <a:pt x="352879" y="200025"/>
                </a:moveTo>
                <a:cubicBezTo>
                  <a:pt x="352879" y="200025"/>
                  <a:pt x="352879" y="200025"/>
                  <a:pt x="356621" y="200025"/>
                </a:cubicBezTo>
                <a:cubicBezTo>
                  <a:pt x="356621" y="200025"/>
                  <a:pt x="356621" y="200025"/>
                  <a:pt x="367847" y="200025"/>
                </a:cubicBezTo>
                <a:cubicBezTo>
                  <a:pt x="371589" y="200025"/>
                  <a:pt x="375330" y="203767"/>
                  <a:pt x="379072" y="203767"/>
                </a:cubicBezTo>
                <a:cubicBezTo>
                  <a:pt x="401524" y="211251"/>
                  <a:pt x="412750" y="237445"/>
                  <a:pt x="409008" y="263638"/>
                </a:cubicBezTo>
                <a:cubicBezTo>
                  <a:pt x="405266" y="286090"/>
                  <a:pt x="386556" y="304800"/>
                  <a:pt x="360363" y="304800"/>
                </a:cubicBezTo>
                <a:cubicBezTo>
                  <a:pt x="337911" y="304800"/>
                  <a:pt x="319201" y="286090"/>
                  <a:pt x="311717" y="263638"/>
                </a:cubicBezTo>
                <a:cubicBezTo>
                  <a:pt x="307975" y="233703"/>
                  <a:pt x="326685" y="207509"/>
                  <a:pt x="352879" y="200025"/>
                </a:cubicBezTo>
                <a:close/>
                <a:moveTo>
                  <a:pt x="100853" y="196018"/>
                </a:moveTo>
                <a:cubicBezTo>
                  <a:pt x="175559" y="180975"/>
                  <a:pt x="246529" y="241146"/>
                  <a:pt x="254000" y="320120"/>
                </a:cubicBezTo>
                <a:cubicBezTo>
                  <a:pt x="254000" y="323881"/>
                  <a:pt x="254000" y="327642"/>
                  <a:pt x="254000" y="331402"/>
                </a:cubicBezTo>
                <a:cubicBezTo>
                  <a:pt x="254000" y="406616"/>
                  <a:pt x="254000" y="481829"/>
                  <a:pt x="254000" y="557043"/>
                </a:cubicBezTo>
                <a:cubicBezTo>
                  <a:pt x="254000" y="557043"/>
                  <a:pt x="254000" y="557043"/>
                  <a:pt x="254000" y="568325"/>
                </a:cubicBezTo>
                <a:cubicBezTo>
                  <a:pt x="254000" y="568325"/>
                  <a:pt x="254000" y="568325"/>
                  <a:pt x="0" y="568325"/>
                </a:cubicBezTo>
                <a:cubicBezTo>
                  <a:pt x="0" y="564564"/>
                  <a:pt x="0" y="564564"/>
                  <a:pt x="0" y="560804"/>
                </a:cubicBezTo>
                <a:cubicBezTo>
                  <a:pt x="0" y="485590"/>
                  <a:pt x="0" y="406616"/>
                  <a:pt x="0" y="327642"/>
                </a:cubicBezTo>
                <a:cubicBezTo>
                  <a:pt x="0" y="263710"/>
                  <a:pt x="44823" y="211060"/>
                  <a:pt x="100853" y="196018"/>
                </a:cubicBezTo>
                <a:close/>
                <a:moveTo>
                  <a:pt x="112091" y="0"/>
                </a:moveTo>
                <a:cubicBezTo>
                  <a:pt x="115818" y="0"/>
                  <a:pt x="115818" y="0"/>
                  <a:pt x="115818" y="0"/>
                </a:cubicBezTo>
                <a:cubicBezTo>
                  <a:pt x="115818" y="0"/>
                  <a:pt x="115818" y="0"/>
                  <a:pt x="138181" y="0"/>
                </a:cubicBezTo>
                <a:cubicBezTo>
                  <a:pt x="141909" y="0"/>
                  <a:pt x="149363" y="3762"/>
                  <a:pt x="153090" y="3762"/>
                </a:cubicBezTo>
                <a:cubicBezTo>
                  <a:pt x="190362" y="18808"/>
                  <a:pt x="212725" y="60187"/>
                  <a:pt x="205271" y="101566"/>
                </a:cubicBezTo>
                <a:cubicBezTo>
                  <a:pt x="197816" y="139183"/>
                  <a:pt x="164272" y="169276"/>
                  <a:pt x="127000" y="169276"/>
                </a:cubicBezTo>
                <a:cubicBezTo>
                  <a:pt x="89728" y="173038"/>
                  <a:pt x="56184" y="142944"/>
                  <a:pt x="48729" y="101566"/>
                </a:cubicBezTo>
                <a:cubicBezTo>
                  <a:pt x="41275" y="52664"/>
                  <a:pt x="71092" y="7523"/>
                  <a:pt x="11209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TextBox 13"/>
          <p:cNvSpPr txBox="1"/>
          <p:nvPr>
            <p:custDataLst>
              <p:tags r:id="rId8"/>
            </p:custDataLst>
          </p:nvPr>
        </p:nvSpPr>
        <p:spPr>
          <a:xfrm>
            <a:off x="5923280" y="2698750"/>
            <a:ext cx="4498340" cy="66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cmd中切换到要存放项目包的</a:t>
            </a:r>
            <a:r>
              <a:rPr lang="zh-CN" altLang="en-US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</a:t>
            </a:r>
            <a:endParaRPr lang="en-US" altLang="zh-CN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xpress </a:t>
            </a:r>
            <a:r>
              <a:rPr lang="en-US" altLang="zh-CN" sz="1800" b="1" i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-e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msgApp</a:t>
            </a:r>
            <a:endParaRPr lang="en-US" altLang="zh-CN" sz="1800" b="1" i="1" kern="1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4"/>
          <p:cNvSpPr txBox="1"/>
          <p:nvPr/>
        </p:nvSpPr>
        <p:spPr>
          <a:xfrm>
            <a:off x="5923280" y="2315845"/>
            <a:ext cx="492760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创建项目包，指定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模板引擎为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endParaRPr kumimoji="0" lang="en-US" altLang="zh-CN" sz="2000" b="1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8"/>
          <p:cNvSpPr txBox="1"/>
          <p:nvPr/>
        </p:nvSpPr>
        <p:spPr>
          <a:xfrm>
            <a:off x="5303203" y="2482850"/>
            <a:ext cx="403860" cy="4305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2" name="直接连接符 116"/>
          <p:cNvCxnSpPr/>
          <p:nvPr>
            <p:custDataLst>
              <p:tags r:id="rId9"/>
            </p:custDataLst>
          </p:nvPr>
        </p:nvCxnSpPr>
        <p:spPr>
          <a:xfrm flipV="1">
            <a:off x="3656965" y="4759960"/>
            <a:ext cx="1245870" cy="29845"/>
          </a:xfrm>
          <a:prstGeom prst="line">
            <a:avLst/>
          </a:prstGeom>
          <a:ln w="12700">
            <a:solidFill>
              <a:schemeClr val="lt1">
                <a:lumMod val="6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>
            <p:custDataLst>
              <p:tags r:id="rId10"/>
            </p:custDataLst>
          </p:nvPr>
        </p:nvSpPr>
        <p:spPr>
          <a:xfrm>
            <a:off x="3026410" y="4474845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Freeform 50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3189605" y="4662170"/>
            <a:ext cx="284480" cy="284480"/>
          </a:xfrm>
          <a:custGeom>
            <a:avLst/>
            <a:gdLst>
              <a:gd name="T0" fmla="*/ 92 w 184"/>
              <a:gd name="T1" fmla="*/ 184 h 184"/>
              <a:gd name="T2" fmla="*/ 184 w 184"/>
              <a:gd name="T3" fmla="*/ 92 h 184"/>
              <a:gd name="T4" fmla="*/ 173 w 184"/>
              <a:gd name="T5" fmla="*/ 49 h 184"/>
              <a:gd name="T6" fmla="*/ 171 w 184"/>
              <a:gd name="T7" fmla="*/ 49 h 184"/>
              <a:gd name="T8" fmla="*/ 170 w 184"/>
              <a:gd name="T9" fmla="*/ 49 h 184"/>
              <a:gd name="T10" fmla="*/ 158 w 184"/>
              <a:gd name="T11" fmla="*/ 48 h 184"/>
              <a:gd name="T12" fmla="*/ 149 w 184"/>
              <a:gd name="T13" fmla="*/ 56 h 184"/>
              <a:gd name="T14" fmla="*/ 160 w 184"/>
              <a:gd name="T15" fmla="*/ 92 h 184"/>
              <a:gd name="T16" fmla="*/ 92 w 184"/>
              <a:gd name="T17" fmla="*/ 160 h 184"/>
              <a:gd name="T18" fmla="*/ 24 w 184"/>
              <a:gd name="T19" fmla="*/ 92 h 184"/>
              <a:gd name="T20" fmla="*/ 92 w 184"/>
              <a:gd name="T21" fmla="*/ 24 h 184"/>
              <a:gd name="T22" fmla="*/ 128 w 184"/>
              <a:gd name="T23" fmla="*/ 35 h 184"/>
              <a:gd name="T24" fmla="*/ 135 w 184"/>
              <a:gd name="T25" fmla="*/ 27 h 184"/>
              <a:gd name="T26" fmla="*/ 134 w 184"/>
              <a:gd name="T27" fmla="*/ 14 h 184"/>
              <a:gd name="T28" fmla="*/ 134 w 184"/>
              <a:gd name="T29" fmla="*/ 10 h 184"/>
              <a:gd name="T30" fmla="*/ 92 w 184"/>
              <a:gd name="T31" fmla="*/ 0 h 184"/>
              <a:gd name="T32" fmla="*/ 0 w 184"/>
              <a:gd name="T33" fmla="*/ 92 h 184"/>
              <a:gd name="T34" fmla="*/ 92 w 184"/>
              <a:gd name="T35" fmla="*/ 184 h 184"/>
              <a:gd name="T36" fmla="*/ 92 w 184"/>
              <a:gd name="T37" fmla="*/ 184 h 184"/>
              <a:gd name="T38" fmla="*/ 92 w 184"/>
              <a:gd name="T39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84" h="184">
                <a:moveTo>
                  <a:pt x="92" y="184"/>
                </a:moveTo>
                <a:cubicBezTo>
                  <a:pt x="143" y="184"/>
                  <a:pt x="184" y="143"/>
                  <a:pt x="184" y="92"/>
                </a:cubicBezTo>
                <a:cubicBezTo>
                  <a:pt x="184" y="76"/>
                  <a:pt x="180" y="62"/>
                  <a:pt x="173" y="49"/>
                </a:cubicBezTo>
                <a:cubicBezTo>
                  <a:pt x="172" y="49"/>
                  <a:pt x="172" y="49"/>
                  <a:pt x="171" y="49"/>
                </a:cubicBezTo>
                <a:cubicBezTo>
                  <a:pt x="170" y="49"/>
                  <a:pt x="170" y="49"/>
                  <a:pt x="170" y="49"/>
                </a:cubicBezTo>
                <a:cubicBezTo>
                  <a:pt x="158" y="48"/>
                  <a:pt x="158" y="48"/>
                  <a:pt x="158" y="48"/>
                </a:cubicBezTo>
                <a:cubicBezTo>
                  <a:pt x="149" y="56"/>
                  <a:pt x="149" y="56"/>
                  <a:pt x="149" y="56"/>
                </a:cubicBezTo>
                <a:cubicBezTo>
                  <a:pt x="156" y="67"/>
                  <a:pt x="160" y="79"/>
                  <a:pt x="160" y="92"/>
                </a:cubicBezTo>
                <a:cubicBezTo>
                  <a:pt x="160" y="129"/>
                  <a:pt x="129" y="160"/>
                  <a:pt x="92" y="160"/>
                </a:cubicBezTo>
                <a:cubicBezTo>
                  <a:pt x="55" y="160"/>
                  <a:pt x="24" y="129"/>
                  <a:pt x="24" y="92"/>
                </a:cubicBezTo>
                <a:cubicBezTo>
                  <a:pt x="24" y="55"/>
                  <a:pt x="55" y="24"/>
                  <a:pt x="92" y="24"/>
                </a:cubicBezTo>
                <a:cubicBezTo>
                  <a:pt x="105" y="24"/>
                  <a:pt x="117" y="28"/>
                  <a:pt x="128" y="35"/>
                </a:cubicBezTo>
                <a:cubicBezTo>
                  <a:pt x="135" y="27"/>
                  <a:pt x="135" y="27"/>
                  <a:pt x="135" y="27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4" y="12"/>
                  <a:pt x="134" y="11"/>
                  <a:pt x="134" y="10"/>
                </a:cubicBezTo>
                <a:cubicBezTo>
                  <a:pt x="122" y="4"/>
                  <a:pt x="107" y="0"/>
                  <a:pt x="92" y="0"/>
                </a:cubicBezTo>
                <a:cubicBezTo>
                  <a:pt x="41" y="0"/>
                  <a:pt x="0" y="41"/>
                  <a:pt x="0" y="92"/>
                </a:cubicBezTo>
                <a:cubicBezTo>
                  <a:pt x="0" y="143"/>
                  <a:pt x="41" y="184"/>
                  <a:pt x="92" y="184"/>
                </a:cubicBezTo>
                <a:close/>
                <a:moveTo>
                  <a:pt x="92" y="184"/>
                </a:moveTo>
                <a:cubicBezTo>
                  <a:pt x="92" y="184"/>
                  <a:pt x="92" y="184"/>
                  <a:pt x="92" y="18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Freeform 51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3262630" y="4734560"/>
            <a:ext cx="139065" cy="139065"/>
          </a:xfrm>
          <a:custGeom>
            <a:avLst/>
            <a:gdLst>
              <a:gd name="T0" fmla="*/ 45 w 90"/>
              <a:gd name="T1" fmla="*/ 21 h 90"/>
              <a:gd name="T2" fmla="*/ 47 w 90"/>
              <a:gd name="T3" fmla="*/ 21 h 90"/>
              <a:gd name="T4" fmla="*/ 64 w 90"/>
              <a:gd name="T5" fmla="*/ 4 h 90"/>
              <a:gd name="T6" fmla="*/ 64 w 90"/>
              <a:gd name="T7" fmla="*/ 4 h 90"/>
              <a:gd name="T8" fmla="*/ 45 w 90"/>
              <a:gd name="T9" fmla="*/ 0 h 90"/>
              <a:gd name="T10" fmla="*/ 0 w 90"/>
              <a:gd name="T11" fmla="*/ 45 h 90"/>
              <a:gd name="T12" fmla="*/ 45 w 90"/>
              <a:gd name="T13" fmla="*/ 90 h 90"/>
              <a:gd name="T14" fmla="*/ 90 w 90"/>
              <a:gd name="T15" fmla="*/ 45 h 90"/>
              <a:gd name="T16" fmla="*/ 86 w 90"/>
              <a:gd name="T17" fmla="*/ 26 h 90"/>
              <a:gd name="T18" fmla="*/ 86 w 90"/>
              <a:gd name="T19" fmla="*/ 26 h 90"/>
              <a:gd name="T20" fmla="*/ 69 w 90"/>
              <a:gd name="T21" fmla="*/ 43 h 90"/>
              <a:gd name="T22" fmla="*/ 69 w 90"/>
              <a:gd name="T23" fmla="*/ 45 h 90"/>
              <a:gd name="T24" fmla="*/ 45 w 90"/>
              <a:gd name="T25" fmla="*/ 69 h 90"/>
              <a:gd name="T26" fmla="*/ 21 w 90"/>
              <a:gd name="T27" fmla="*/ 45 h 90"/>
              <a:gd name="T28" fmla="*/ 45 w 90"/>
              <a:gd name="T29" fmla="*/ 21 h 90"/>
              <a:gd name="T30" fmla="*/ 45 w 90"/>
              <a:gd name="T31" fmla="*/ 21 h 90"/>
              <a:gd name="T32" fmla="*/ 45 w 90"/>
              <a:gd name="T33" fmla="*/ 2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0" h="90">
                <a:moveTo>
                  <a:pt x="45" y="21"/>
                </a:moveTo>
                <a:cubicBezTo>
                  <a:pt x="46" y="21"/>
                  <a:pt x="46" y="21"/>
                  <a:pt x="47" y="21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58" y="1"/>
                  <a:pt x="52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70"/>
                  <a:pt x="20" y="90"/>
                  <a:pt x="45" y="90"/>
                </a:cubicBezTo>
                <a:cubicBezTo>
                  <a:pt x="70" y="90"/>
                  <a:pt x="90" y="70"/>
                  <a:pt x="90" y="45"/>
                </a:cubicBezTo>
                <a:cubicBezTo>
                  <a:pt x="90" y="38"/>
                  <a:pt x="89" y="32"/>
                  <a:pt x="86" y="26"/>
                </a:cubicBezTo>
                <a:cubicBezTo>
                  <a:pt x="86" y="26"/>
                  <a:pt x="86" y="26"/>
                  <a:pt x="86" y="26"/>
                </a:cubicBezTo>
                <a:cubicBezTo>
                  <a:pt x="69" y="43"/>
                  <a:pt x="69" y="43"/>
                  <a:pt x="69" y="43"/>
                </a:cubicBezTo>
                <a:cubicBezTo>
                  <a:pt x="69" y="44"/>
                  <a:pt x="69" y="44"/>
                  <a:pt x="69" y="45"/>
                </a:cubicBezTo>
                <a:cubicBezTo>
                  <a:pt x="69" y="58"/>
                  <a:pt x="58" y="69"/>
                  <a:pt x="45" y="69"/>
                </a:cubicBezTo>
                <a:cubicBezTo>
                  <a:pt x="32" y="69"/>
                  <a:pt x="21" y="58"/>
                  <a:pt x="21" y="45"/>
                </a:cubicBezTo>
                <a:cubicBezTo>
                  <a:pt x="21" y="32"/>
                  <a:pt x="32" y="21"/>
                  <a:pt x="45" y="21"/>
                </a:cubicBezTo>
                <a:close/>
                <a:moveTo>
                  <a:pt x="45" y="21"/>
                </a:moveTo>
                <a:cubicBezTo>
                  <a:pt x="45" y="21"/>
                  <a:pt x="45" y="21"/>
                  <a:pt x="45" y="21"/>
                </a:cubicBezTo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Freeform 52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>
            <a:off x="3345815" y="4632960"/>
            <a:ext cx="157480" cy="157480"/>
          </a:xfrm>
          <a:custGeom>
            <a:avLst/>
            <a:gdLst>
              <a:gd name="T0" fmla="*/ 86 w 102"/>
              <a:gd name="T1" fmla="*/ 28 h 102"/>
              <a:gd name="T2" fmla="*/ 91 w 102"/>
              <a:gd name="T3" fmla="*/ 23 h 102"/>
              <a:gd name="T4" fmla="*/ 91 w 102"/>
              <a:gd name="T5" fmla="*/ 14 h 102"/>
              <a:gd name="T6" fmla="*/ 87 w 102"/>
              <a:gd name="T7" fmla="*/ 11 h 102"/>
              <a:gd name="T8" fmla="*/ 83 w 102"/>
              <a:gd name="T9" fmla="*/ 9 h 102"/>
              <a:gd name="T10" fmla="*/ 79 w 102"/>
              <a:gd name="T11" fmla="*/ 11 h 102"/>
              <a:gd name="T12" fmla="*/ 74 w 102"/>
              <a:gd name="T13" fmla="*/ 17 h 102"/>
              <a:gd name="T14" fmla="*/ 72 w 102"/>
              <a:gd name="T15" fmla="*/ 2 h 102"/>
              <a:gd name="T16" fmla="*/ 70 w 102"/>
              <a:gd name="T17" fmla="*/ 0 h 102"/>
              <a:gd name="T18" fmla="*/ 69 w 102"/>
              <a:gd name="T19" fmla="*/ 0 h 102"/>
              <a:gd name="T20" fmla="*/ 47 w 102"/>
              <a:gd name="T21" fmla="*/ 23 h 102"/>
              <a:gd name="T22" fmla="*/ 44 w 102"/>
              <a:gd name="T23" fmla="*/ 30 h 102"/>
              <a:gd name="T24" fmla="*/ 44 w 102"/>
              <a:gd name="T25" fmla="*/ 31 h 102"/>
              <a:gd name="T26" fmla="*/ 45 w 102"/>
              <a:gd name="T27" fmla="*/ 45 h 102"/>
              <a:gd name="T28" fmla="*/ 37 w 102"/>
              <a:gd name="T29" fmla="*/ 53 h 102"/>
              <a:gd name="T30" fmla="*/ 22 w 102"/>
              <a:gd name="T31" fmla="*/ 68 h 102"/>
              <a:gd name="T32" fmla="*/ 22 w 102"/>
              <a:gd name="T33" fmla="*/ 68 h 102"/>
              <a:gd name="T34" fmla="*/ 8 w 102"/>
              <a:gd name="T35" fmla="*/ 82 h 102"/>
              <a:gd name="T36" fmla="*/ 2 w 102"/>
              <a:gd name="T37" fmla="*/ 89 h 102"/>
              <a:gd name="T38" fmla="*/ 0 w 102"/>
              <a:gd name="T39" fmla="*/ 92 h 102"/>
              <a:gd name="T40" fmla="*/ 0 w 102"/>
              <a:gd name="T41" fmla="*/ 97 h 102"/>
              <a:gd name="T42" fmla="*/ 5 w 102"/>
              <a:gd name="T43" fmla="*/ 102 h 102"/>
              <a:gd name="T44" fmla="*/ 5 w 102"/>
              <a:gd name="T45" fmla="*/ 102 h 102"/>
              <a:gd name="T46" fmla="*/ 10 w 102"/>
              <a:gd name="T47" fmla="*/ 102 h 102"/>
              <a:gd name="T48" fmla="*/ 13 w 102"/>
              <a:gd name="T49" fmla="*/ 100 h 102"/>
              <a:gd name="T50" fmla="*/ 57 w 102"/>
              <a:gd name="T51" fmla="*/ 56 h 102"/>
              <a:gd name="T52" fmla="*/ 70 w 102"/>
              <a:gd name="T53" fmla="*/ 57 h 102"/>
              <a:gd name="T54" fmla="*/ 71 w 102"/>
              <a:gd name="T55" fmla="*/ 57 h 102"/>
              <a:gd name="T56" fmla="*/ 71 w 102"/>
              <a:gd name="T57" fmla="*/ 57 h 102"/>
              <a:gd name="T58" fmla="*/ 78 w 102"/>
              <a:gd name="T59" fmla="*/ 54 h 102"/>
              <a:gd name="T60" fmla="*/ 101 w 102"/>
              <a:gd name="T61" fmla="*/ 32 h 102"/>
              <a:gd name="T62" fmla="*/ 100 w 102"/>
              <a:gd name="T63" fmla="*/ 29 h 102"/>
              <a:gd name="T64" fmla="*/ 86 w 102"/>
              <a:gd name="T65" fmla="*/ 28 h 102"/>
              <a:gd name="T66" fmla="*/ 86 w 102"/>
              <a:gd name="T67" fmla="*/ 28 h 102"/>
              <a:gd name="T68" fmla="*/ 86 w 102"/>
              <a:gd name="T69" fmla="*/ 28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2" h="102">
                <a:moveTo>
                  <a:pt x="86" y="28"/>
                </a:moveTo>
                <a:cubicBezTo>
                  <a:pt x="91" y="23"/>
                  <a:pt x="91" y="23"/>
                  <a:pt x="91" y="23"/>
                </a:cubicBezTo>
                <a:cubicBezTo>
                  <a:pt x="93" y="20"/>
                  <a:pt x="93" y="17"/>
                  <a:pt x="91" y="14"/>
                </a:cubicBezTo>
                <a:cubicBezTo>
                  <a:pt x="87" y="11"/>
                  <a:pt x="87" y="11"/>
                  <a:pt x="87" y="11"/>
                </a:cubicBezTo>
                <a:cubicBezTo>
                  <a:pt x="86" y="10"/>
                  <a:pt x="85" y="9"/>
                  <a:pt x="83" y="9"/>
                </a:cubicBezTo>
                <a:cubicBezTo>
                  <a:pt x="82" y="9"/>
                  <a:pt x="80" y="10"/>
                  <a:pt x="79" y="11"/>
                </a:cubicBezTo>
                <a:cubicBezTo>
                  <a:pt x="74" y="17"/>
                  <a:pt x="74" y="17"/>
                  <a:pt x="74" y="17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0"/>
                  <a:pt x="71" y="0"/>
                  <a:pt x="70" y="0"/>
                </a:cubicBezTo>
                <a:cubicBezTo>
                  <a:pt x="70" y="0"/>
                  <a:pt x="69" y="0"/>
                  <a:pt x="69" y="0"/>
                </a:cubicBezTo>
                <a:cubicBezTo>
                  <a:pt x="47" y="23"/>
                  <a:pt x="47" y="23"/>
                  <a:pt x="47" y="23"/>
                </a:cubicBezTo>
                <a:cubicBezTo>
                  <a:pt x="45" y="25"/>
                  <a:pt x="44" y="28"/>
                  <a:pt x="44" y="30"/>
                </a:cubicBezTo>
                <a:cubicBezTo>
                  <a:pt x="44" y="31"/>
                  <a:pt x="44" y="31"/>
                  <a:pt x="44" y="31"/>
                </a:cubicBezTo>
                <a:cubicBezTo>
                  <a:pt x="45" y="45"/>
                  <a:pt x="45" y="45"/>
                  <a:pt x="45" y="45"/>
                </a:cubicBezTo>
                <a:cubicBezTo>
                  <a:pt x="37" y="53"/>
                  <a:pt x="37" y="53"/>
                  <a:pt x="37" y="53"/>
                </a:cubicBezTo>
                <a:cubicBezTo>
                  <a:pt x="22" y="68"/>
                  <a:pt x="22" y="68"/>
                  <a:pt x="22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8" y="82"/>
                  <a:pt x="8" y="82"/>
                  <a:pt x="8" y="82"/>
                </a:cubicBezTo>
                <a:cubicBezTo>
                  <a:pt x="2" y="89"/>
                  <a:pt x="2" y="89"/>
                  <a:pt x="2" y="89"/>
                </a:cubicBezTo>
                <a:cubicBezTo>
                  <a:pt x="1" y="90"/>
                  <a:pt x="0" y="91"/>
                  <a:pt x="0" y="9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00"/>
                  <a:pt x="2" y="102"/>
                  <a:pt x="5" y="102"/>
                </a:cubicBezTo>
                <a:cubicBezTo>
                  <a:pt x="5" y="102"/>
                  <a:pt x="5" y="102"/>
                  <a:pt x="5" y="102"/>
                </a:cubicBezTo>
                <a:cubicBezTo>
                  <a:pt x="10" y="102"/>
                  <a:pt x="10" y="102"/>
                  <a:pt x="10" y="102"/>
                </a:cubicBezTo>
                <a:cubicBezTo>
                  <a:pt x="11" y="102"/>
                  <a:pt x="12" y="101"/>
                  <a:pt x="13" y="100"/>
                </a:cubicBezTo>
                <a:cubicBezTo>
                  <a:pt x="57" y="56"/>
                  <a:pt x="57" y="56"/>
                  <a:pt x="57" y="56"/>
                </a:cubicBezTo>
                <a:cubicBezTo>
                  <a:pt x="70" y="57"/>
                  <a:pt x="70" y="57"/>
                  <a:pt x="70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4" y="57"/>
                  <a:pt x="77" y="56"/>
                  <a:pt x="78" y="54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2" y="31"/>
                  <a:pt x="101" y="29"/>
                  <a:pt x="100" y="29"/>
                </a:cubicBezTo>
                <a:lnTo>
                  <a:pt x="86" y="28"/>
                </a:lnTo>
                <a:close/>
                <a:moveTo>
                  <a:pt x="86" y="28"/>
                </a:moveTo>
                <a:cubicBezTo>
                  <a:pt x="86" y="28"/>
                  <a:pt x="86" y="28"/>
                  <a:pt x="86" y="28"/>
                </a:cubicBezTo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5265738" y="4544695"/>
            <a:ext cx="403860" cy="4305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Box 13"/>
          <p:cNvSpPr txBox="1"/>
          <p:nvPr>
            <p:custDataLst>
              <p:tags r:id="rId14"/>
            </p:custDataLst>
          </p:nvPr>
        </p:nvSpPr>
        <p:spPr>
          <a:xfrm>
            <a:off x="5669915" y="4829810"/>
            <a:ext cx="5375275" cy="830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266700" algn="just"/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</a:t>
            </a:r>
            <a:r>
              <a:rPr lang="en-US" altLang="zh-CN" b="1" i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msgApp</a:t>
            </a:r>
            <a:endParaRPr lang="en-US" altLang="zh-CN" b="1" i="1" kern="1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indent="266700" algn="just"/>
            <a:r>
              <a:rPr lang="en-US" altLang="zh-CN" sz="18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install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TextBox 14"/>
          <p:cNvSpPr txBox="1"/>
          <p:nvPr/>
        </p:nvSpPr>
        <p:spPr>
          <a:xfrm>
            <a:off x="5894070" y="4365625"/>
            <a:ext cx="449834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切换到msgApp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目录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下，并安装依赖包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15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创建项目包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，安装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依赖包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Isosceles Triangle 2_1"/>
          <p:cNvSpPr/>
          <p:nvPr>
            <p:custDataLst>
              <p:tags r:id="rId1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7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6" grpId="0" bldLvl="0" animBg="1"/>
      <p:bldP spid="17" grpId="0" bldLvl="0" animBg="1"/>
      <p:bldP spid="18" grpId="0"/>
      <p:bldP spid="19" grpId="0"/>
      <p:bldP spid="20" grpId="0"/>
      <p:bldP spid="16" grpId="1" animBg="1"/>
      <p:bldP spid="17" grpId="1" animBg="1"/>
      <p:bldP spid="18" grpId="1"/>
      <p:bldP spid="19" grpId="1"/>
      <p:bldP spid="20" grpId="1"/>
      <p:bldP spid="27" grpId="0" bldLvl="0" animBg="1"/>
      <p:bldP spid="29" grpId="0" bldLvl="0" animBg="1"/>
      <p:bldP spid="30" grpId="0" bldLvl="0" animBg="1"/>
      <p:bldP spid="31" grpId="0" bldLvl="0" animBg="1"/>
      <p:bldP spid="24" grpId="0"/>
      <p:bldP spid="26" grpId="0"/>
      <p:bldP spid="25" grpId="0"/>
      <p:bldP spid="27" grpId="1" animBg="1"/>
      <p:bldP spid="29" grpId="1" animBg="1"/>
      <p:bldP spid="30" grpId="1" animBg="1"/>
      <p:bldP spid="31" grpId="1" animBg="1"/>
      <p:bldP spid="24" grpId="1"/>
      <p:bldP spid="26" grpId="1"/>
      <p:bldP spid="2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90085" y="2162175"/>
            <a:ext cx="6342380" cy="714375"/>
            <a:chOff x="7073" y="4046"/>
            <a:chExt cx="9988" cy="1125"/>
          </a:xfrm>
        </p:grpSpPr>
        <p:sp>
          <p:nvSpPr>
            <p:cNvPr id="18" name="TextBox 13"/>
            <p:cNvSpPr txBox="1"/>
            <p:nvPr/>
          </p:nvSpPr>
          <p:spPr>
            <a:xfrm>
              <a:off x="8049" y="4649"/>
              <a:ext cx="9013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views/form.ejs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8049" y="4046"/>
              <a:ext cx="776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创建留言表单页面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TextBox 8"/>
            <p:cNvSpPr txBox="1"/>
            <p:nvPr/>
          </p:nvSpPr>
          <p:spPr>
            <a:xfrm>
              <a:off x="7073" y="4309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483735" y="4851400"/>
            <a:ext cx="6002655" cy="715010"/>
            <a:chOff x="7061" y="6686"/>
            <a:chExt cx="9453" cy="1126"/>
          </a:xfrm>
        </p:grpSpPr>
        <p:sp>
          <p:nvSpPr>
            <p:cNvPr id="21" name="TextBox 8"/>
            <p:cNvSpPr txBox="1"/>
            <p:nvPr/>
          </p:nvSpPr>
          <p:spPr>
            <a:xfrm>
              <a:off x="7061" y="6968"/>
              <a:ext cx="65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03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TextBox 13"/>
            <p:cNvSpPr txBox="1"/>
            <p:nvPr/>
          </p:nvSpPr>
          <p:spPr>
            <a:xfrm>
              <a:off x="8049" y="7289"/>
              <a:ext cx="8465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routes/index.js</a:t>
              </a:r>
              <a:endParaRPr 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8049" y="6686"/>
              <a:ext cx="8465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修改路由文件，处理表单提交数据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244600" y="1073150"/>
            <a:ext cx="537464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编写模板引擎和路由代码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1" name="图片 70" descr="C:/Users/TXY/Desktop/图片1.png图片1"/>
          <p:cNvPicPr/>
          <p:nvPr>
            <p:custDataLst>
              <p:tags r:id="rId5"/>
            </p:custDataLst>
          </p:nvPr>
        </p:nvPicPr>
        <p:blipFill rotWithShape="1">
          <a:blip r:embed="rId6"/>
          <a:srcRect t="10258" b="10258"/>
          <a:stretch>
            <a:fillRect/>
          </a:stretch>
        </p:blipFill>
        <p:spPr bwMode="auto">
          <a:xfrm>
            <a:off x="1583690" y="2195195"/>
            <a:ext cx="2300605" cy="3387090"/>
          </a:xfrm>
          <a:prstGeom prst="roundRect">
            <a:avLst/>
          </a:prstGeom>
          <a:blipFill dpi="0" rotWithShape="1">
            <a:blip r:embed="rId7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grpSp>
        <p:nvGrpSpPr>
          <p:cNvPr id="5" name="组合 4"/>
          <p:cNvGrpSpPr/>
          <p:nvPr/>
        </p:nvGrpSpPr>
        <p:grpSpPr>
          <a:xfrm>
            <a:off x="4483735" y="3535045"/>
            <a:ext cx="6349365" cy="715010"/>
            <a:chOff x="7063" y="4046"/>
            <a:chExt cx="9999" cy="1126"/>
          </a:xfrm>
        </p:grpSpPr>
        <p:sp>
          <p:nvSpPr>
            <p:cNvPr id="6" name="TextBox 13"/>
            <p:cNvSpPr txBox="1"/>
            <p:nvPr/>
          </p:nvSpPr>
          <p:spPr>
            <a:xfrm>
              <a:off x="8049" y="4649"/>
              <a:ext cx="9013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views/</a:t>
              </a: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index.ejs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TextBox 14"/>
            <p:cNvSpPr txBox="1"/>
            <p:nvPr/>
          </p:nvSpPr>
          <p:spPr>
            <a:xfrm>
              <a:off x="8049" y="4046"/>
              <a:ext cx="776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创建留言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列表页面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63" y="4309"/>
              <a:ext cx="65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02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3"/>
            </p:custDataLst>
          </p:nvPr>
        </p:nvSpPr>
        <p:spPr>
          <a:xfrm>
            <a:off x="3542665" y="1314450"/>
            <a:ext cx="8531860" cy="529717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圆角矩形 25"/>
          <p:cNvSpPr/>
          <p:nvPr>
            <p:custDataLst>
              <p:tags r:id="rId4"/>
            </p:custDataLst>
          </p:nvPr>
        </p:nvSpPr>
        <p:spPr>
          <a:xfrm>
            <a:off x="3509010" y="1235075"/>
            <a:ext cx="8581390" cy="537654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3535045" y="1249045"/>
            <a:ext cx="8588375" cy="52978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&lt;!DOCTYPE html&gt;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&lt;head&gt;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&lt;meta 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http-equiv="Content-Type" content="text/html; charset=utf-8"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&lt;title&gt;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&lt;%= title %&gt;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&lt;/title&gt;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&lt;link rel='stylesheet' href='/stylesheets/style.css' /&gt;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&lt;/head&gt;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&lt;body&gt;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&lt;div&gt;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&lt;form 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method="post" action="/form"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&lt;h1&gt;发布留言&lt;/h1&gt;&lt;br&gt;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标题：&lt;input type="text" size="38" </a:t>
            </a:r>
            <a:r>
              <a:rPr lang="en-US" altLang="zh-CN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name="title"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/&gt;&lt;br&gt;&lt;br&gt;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作者：&lt;input type="text" size="38" </a:t>
            </a:r>
            <a:r>
              <a:rPr lang="en-US" altLang="zh-CN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name="author"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/&gt;&lt;br&gt;&lt;br&gt;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内容：&lt;textarea 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cols="40" rows="10"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name="content"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&gt;&lt;/textarea&gt;&lt;br&gt;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&lt;input </a:t>
            </a:r>
            <a:r>
              <a:rPr lang="en-US" altLang="zh-CN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type="submit" 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value="发布"&gt;&lt;/input&gt;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&lt;/form&gt;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&lt;/div&gt;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&lt;/body&gt; 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&lt;/html&gt;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810260" y="1707515"/>
            <a:ext cx="17621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views/</a:t>
            </a:r>
            <a:r>
              <a:rPr lang="en-US" altLang="zh-CN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form.ejs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just"/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添加留言页面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070350" y="3799840"/>
            <a:ext cx="8004810" cy="19056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0180" y="4389755"/>
            <a:ext cx="3910330" cy="1003300"/>
            <a:chOff x="268" y="7423"/>
            <a:chExt cx="6158" cy="1580"/>
          </a:xfrm>
        </p:grpSpPr>
        <p:sp>
          <p:nvSpPr>
            <p:cNvPr id="5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68" y="7423"/>
              <a:ext cx="4815" cy="15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新留言发布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表单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输入区域必须有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name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属性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表单内要有提交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按钮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61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226" y="7776"/>
              <a:ext cx="394" cy="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5226" y="742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746" y="8384"/>
              <a:ext cx="68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5746" y="7799"/>
              <a:ext cx="0" cy="5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170180" y="2672080"/>
            <a:ext cx="6795770" cy="639445"/>
            <a:chOff x="268" y="5177"/>
            <a:chExt cx="10702" cy="1007"/>
          </a:xfrm>
        </p:grpSpPr>
        <p:sp>
          <p:nvSpPr>
            <p:cNvPr id="19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8" y="5480"/>
              <a:ext cx="4935" cy="6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要传递参数的变量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354" y="584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354" y="551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5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746" y="5177"/>
              <a:ext cx="522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9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5746" y="5195"/>
              <a:ext cx="0" cy="68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文本框 1"/>
          <p:cNvSpPr txBox="1"/>
          <p:nvPr>
            <p:custDataLst>
              <p:tags r:id="rId17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8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9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36380" y="4232910"/>
            <a:ext cx="2862580" cy="2378710"/>
          </a:xfrm>
          <a:prstGeom prst="rect">
            <a:avLst/>
          </a:prstGeom>
          <a:ln>
            <a:solidFill>
              <a:schemeClr val="tx2">
                <a:lumMod val="90000"/>
              </a:schemeClr>
            </a:solidFill>
          </a:ln>
        </p:spPr>
      </p:pic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5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3"/>
            </p:custDataLst>
          </p:nvPr>
        </p:nvSpPr>
        <p:spPr>
          <a:xfrm>
            <a:off x="3509010" y="1251585"/>
            <a:ext cx="7944485" cy="507238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圆角矩形 25"/>
          <p:cNvSpPr/>
          <p:nvPr>
            <p:custDataLst>
              <p:tags r:id="rId4"/>
            </p:custDataLst>
          </p:nvPr>
        </p:nvSpPr>
        <p:spPr>
          <a:xfrm>
            <a:off x="3509010" y="1252220"/>
            <a:ext cx="7921625" cy="518858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3648710" y="1392555"/>
            <a:ext cx="9669145" cy="52666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&lt;!DOCTYPE html&gt;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&lt;head&gt;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&lt;meta http-equiv="Content-Type" content="text/html; charset=utf-8" /&gt;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&lt;title&gt;&lt;%=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title 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%&gt;&lt;/title&gt;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&lt;link rel='stylesheet' href='/stylesheets/style.css' /&gt;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&lt;/head&gt;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&lt;body&gt;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&lt;div style="text-align: center;"&gt;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&lt;h1&gt;&lt;%= 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title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%&gt;&lt;/h1&gt;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&lt;p&gt;&lt;a href="/form"&gt;发表新留言&lt;/a&gt;&lt;/p&gt;&lt;br&gt;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&lt;div class="msg"&gt;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 &lt;span&gt;&lt;%- 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msg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%&gt;&lt;/span&gt;	      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&lt;/div&gt;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&lt;/div&gt;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&lt;/body&gt;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&lt;/html&gt;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708660" y="1712595"/>
            <a:ext cx="23094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views/ </a:t>
            </a:r>
            <a:r>
              <a:rPr lang="en-US" altLang="zh-CN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index.ejs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just"/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留言列表页面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649470" y="4428490"/>
            <a:ext cx="5370195" cy="9207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8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9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31850" y="4517390"/>
            <a:ext cx="7462520" cy="495935"/>
            <a:chOff x="1310" y="7233"/>
            <a:chExt cx="11752" cy="781"/>
          </a:xfrm>
        </p:grpSpPr>
        <p:grpSp>
          <p:nvGrpSpPr>
            <p:cNvPr id="5" name="组合 4"/>
            <p:cNvGrpSpPr/>
            <p:nvPr/>
          </p:nvGrpSpPr>
          <p:grpSpPr>
            <a:xfrm>
              <a:off x="1310" y="7233"/>
              <a:ext cx="11752" cy="776"/>
              <a:chOff x="1310" y="7233"/>
              <a:chExt cx="11752" cy="776"/>
            </a:xfrm>
          </p:grpSpPr>
          <p:sp>
            <p:nvSpPr>
              <p:cNvPr id="59" name="矩形 4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310" y="7233"/>
                <a:ext cx="3827" cy="7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留言显示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信息</a:t>
                </a:r>
                <a:endPara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cxnSp>
            <p:nvCxnSpPr>
              <p:cNvPr id="61" name="直接连接符 76"/>
              <p:cNvCxnSpPr>
                <a:cxnSpLocks noChangeShapeType="1"/>
              </p:cNvCxnSpPr>
              <p:nvPr>
                <p:custDataLst>
                  <p:tags r:id="rId11"/>
                </p:custDataLst>
              </p:nvPr>
            </p:nvCxnSpPr>
            <p:spPr bwMode="auto">
              <a:xfrm flipH="1">
                <a:off x="5279" y="7745"/>
                <a:ext cx="659" cy="1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2" name="直接连接符 90"/>
              <p:cNvCxnSpPr>
                <a:cxnSpLocks noChangeShapeType="1"/>
              </p:cNvCxnSpPr>
              <p:nvPr>
                <p:custDataLst>
                  <p:tags r:id="rId12"/>
                </p:custDataLst>
              </p:nvPr>
            </p:nvCxnSpPr>
            <p:spPr bwMode="auto">
              <a:xfrm flipH="1" flipV="1">
                <a:off x="5279" y="7328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直接连接符 5"/>
              <p:cNvCxnSpPr>
                <a:cxnSpLocks noChangeShapeType="1"/>
              </p:cNvCxnSpPr>
              <p:nvPr>
                <p:custDataLst>
                  <p:tags r:id="rId13"/>
                </p:custDataLst>
              </p:nvPr>
            </p:nvCxnSpPr>
            <p:spPr bwMode="auto">
              <a:xfrm flipH="1">
                <a:off x="5934" y="8009"/>
                <a:ext cx="7128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938" y="7741"/>
              <a:ext cx="0" cy="27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5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3"/>
            </p:custDataLst>
          </p:nvPr>
        </p:nvSpPr>
        <p:spPr>
          <a:xfrm>
            <a:off x="3874770" y="873760"/>
            <a:ext cx="7380605" cy="563054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圆角矩形 25"/>
          <p:cNvSpPr/>
          <p:nvPr>
            <p:custDataLst>
              <p:tags r:id="rId4"/>
            </p:custDataLst>
          </p:nvPr>
        </p:nvSpPr>
        <p:spPr>
          <a:xfrm>
            <a:off x="3874770" y="873760"/>
            <a:ext cx="7463790" cy="563054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3981450" y="873760"/>
            <a:ext cx="7357110" cy="5737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//渲染发布留言页面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router.get('/form', function(req, res, next) {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res.render('form',{title:'发布留言'});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//留言提交以后写入文件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router.post('/form', function(req, res, next) {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var title=req.body.title;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var author=req.body.author;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var content=req.body.content;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var msg=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"&lt;br&gt;标题：" + title + "&lt;br&gt;作者：" +author +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"&lt;br&gt;内容：" + content + "&lt;br&gt;"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fs.appendFile('./message.txt',msg,function(err){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console.log("留言写入成功！");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})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res.redirect('/'); // 跳转到首页</a:t>
            </a:r>
            <a:r>
              <a:rPr lang="zh-CN" altLang="en-US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，起到刷新作用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  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 fontAlgn="auto">
              <a:lnSpc>
                <a:spcPct val="12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module.exports = router;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619125" y="1656080"/>
            <a:ext cx="210185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routes/index.js(</a:t>
            </a:r>
            <a:r>
              <a:rPr lang="zh-CN" altLang="en-US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续</a:t>
            </a: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/>
            <a:r>
              <a:rPr lang="zh-CN" altLang="en-US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</a:t>
            </a:r>
            <a:r>
              <a:rPr lang="zh-CN" altLang="en-US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</a:t>
            </a:r>
            <a:endParaRPr lang="zh-CN" altLang="en-US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147820" y="2631440"/>
            <a:ext cx="6928485" cy="35979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7170" y="2722245"/>
            <a:ext cx="8441690" cy="725805"/>
            <a:chOff x="342" y="3553"/>
            <a:chExt cx="13294" cy="1143"/>
          </a:xfrm>
        </p:grpSpPr>
        <p:sp>
          <p:nvSpPr>
            <p:cNvPr id="5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2" y="3553"/>
              <a:ext cx="4815" cy="11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服务器接收到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post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请求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时，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说明留言表单已输入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提交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1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304" y="4331"/>
              <a:ext cx="100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5299" y="3689"/>
              <a:ext cx="0" cy="92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6485" y="3864"/>
              <a:ext cx="715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6278" y="3628"/>
              <a:ext cx="0" cy="67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文本框 1"/>
          <p:cNvSpPr txBox="1"/>
          <p:nvPr>
            <p:custDataLst>
              <p:tags r:id="rId12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90500" y="4771390"/>
            <a:ext cx="8468360" cy="727075"/>
            <a:chOff x="300" y="6936"/>
            <a:chExt cx="13336" cy="1145"/>
          </a:xfrm>
        </p:grpSpPr>
        <p:grpSp>
          <p:nvGrpSpPr>
            <p:cNvPr id="4" name="组合 3"/>
            <p:cNvGrpSpPr/>
            <p:nvPr/>
          </p:nvGrpSpPr>
          <p:grpSpPr>
            <a:xfrm>
              <a:off x="300" y="6936"/>
              <a:ext cx="13336" cy="1145"/>
              <a:chOff x="300" y="6936"/>
              <a:chExt cx="13336" cy="1145"/>
            </a:xfrm>
          </p:grpSpPr>
          <p:sp>
            <p:nvSpPr>
              <p:cNvPr id="38" name="矩形 4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00" y="6936"/>
                <a:ext cx="4815" cy="114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将用户留言追加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写入到</a:t>
                </a:r>
                <a:endPara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文件</a:t>
                </a:r>
                <a:r>
                  <a:rPr lang="en-US" alt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message.txt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中</a:t>
                </a:r>
                <a:endPara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40" name="直接连接符 76"/>
              <p:cNvCxnSpPr>
                <a:cxnSpLocks noChangeShapeType="1"/>
              </p:cNvCxnSpPr>
              <p:nvPr>
                <p:custDataLst>
                  <p:tags r:id="rId14"/>
                </p:custDataLst>
              </p:nvPr>
            </p:nvCxnSpPr>
            <p:spPr bwMode="auto">
              <a:xfrm flipH="1" flipV="1">
                <a:off x="6366" y="7058"/>
                <a:ext cx="7270" cy="142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直接连接符 90"/>
              <p:cNvCxnSpPr>
                <a:cxnSpLocks noChangeShapeType="1"/>
              </p:cNvCxnSpPr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5240" y="7089"/>
                <a:ext cx="17" cy="92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6" name="直接连接符 76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5270" y="7608"/>
              <a:ext cx="100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V="1">
              <a:off x="6312" y="6988"/>
              <a:ext cx="0" cy="63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8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矩形 1"/>
            <p:cNvSpPr/>
            <p:nvPr>
              <p:custDataLst>
                <p:tags r:id="rId19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4366895" y="5896610"/>
            <a:ext cx="3377565" cy="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141470" y="1214755"/>
            <a:ext cx="6933565" cy="10960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57" grpId="0" bldLvl="0" animBg="1"/>
      <p:bldP spid="1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3"/>
            </p:custDataLst>
          </p:nvPr>
        </p:nvSpPr>
        <p:spPr>
          <a:xfrm>
            <a:off x="3874770" y="1065530"/>
            <a:ext cx="7380605" cy="543877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圆角矩形 25"/>
          <p:cNvSpPr/>
          <p:nvPr>
            <p:custDataLst>
              <p:tags r:id="rId4"/>
            </p:custDataLst>
          </p:nvPr>
        </p:nvSpPr>
        <p:spPr>
          <a:xfrm>
            <a:off x="3874770" y="1047750"/>
            <a:ext cx="7418705" cy="545655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3984625" y="1152525"/>
            <a:ext cx="6657975" cy="5492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express = require('express');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router = express.Router();   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var fs= require("fs");</a:t>
            </a:r>
            <a:endParaRPr lang="en-US" altLang="zh-CN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读取留言文件，显示在页面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router.get('/', function(req, res, next) {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fs.readFile("./message.txt",function(err, result){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var 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message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=result.toString();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console.log(message);  // </a:t>
            </a:r>
            <a:r>
              <a:rPr lang="zh-CN" altLang="en-US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控制台测试输出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res.render('index',{title:'留言列表',msg: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message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}); 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 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3200">
              <a:lnSpc>
                <a:spcPct val="150000"/>
              </a:lnSpc>
            </a:pP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619125" y="1656080"/>
            <a:ext cx="210185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routes/index.js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/>
            <a:r>
              <a:rPr lang="zh-CN" altLang="en-US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路由</a:t>
            </a:r>
            <a:r>
              <a:rPr lang="zh-CN" altLang="en-US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</a:t>
            </a:r>
            <a:endParaRPr lang="zh-CN" altLang="en-US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147820" y="2721610"/>
            <a:ext cx="6928485" cy="351917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7170" y="2722245"/>
            <a:ext cx="8310245" cy="978535"/>
            <a:chOff x="342" y="3553"/>
            <a:chExt cx="13087" cy="1541"/>
          </a:xfrm>
        </p:grpSpPr>
        <p:sp>
          <p:nvSpPr>
            <p:cNvPr id="5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2" y="3553"/>
              <a:ext cx="4815" cy="11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首页即显示留言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列表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读取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txt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文件内容发到模板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引擎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1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273" y="4026"/>
              <a:ext cx="100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5299" y="3553"/>
              <a:ext cx="0" cy="92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6278" y="5094"/>
              <a:ext cx="715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6278" y="4026"/>
              <a:ext cx="0" cy="106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文本框 1"/>
          <p:cNvSpPr txBox="1"/>
          <p:nvPr>
            <p:custDataLst>
              <p:tags r:id="rId12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90500" y="4404360"/>
            <a:ext cx="8468360" cy="601345"/>
            <a:chOff x="300" y="6936"/>
            <a:chExt cx="13336" cy="947"/>
          </a:xfrm>
        </p:grpSpPr>
        <p:grpSp>
          <p:nvGrpSpPr>
            <p:cNvPr id="4" name="组合 3"/>
            <p:cNvGrpSpPr/>
            <p:nvPr/>
          </p:nvGrpSpPr>
          <p:grpSpPr>
            <a:xfrm>
              <a:off x="300" y="6936"/>
              <a:ext cx="13336" cy="947"/>
              <a:chOff x="300" y="6936"/>
              <a:chExt cx="13336" cy="947"/>
            </a:xfrm>
          </p:grpSpPr>
          <p:sp>
            <p:nvSpPr>
              <p:cNvPr id="38" name="矩形 4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00" y="6936"/>
                <a:ext cx="4815" cy="94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读取文件返回</a:t>
                </a:r>
                <a:r>
                  <a:rPr lang="en-US" altLang="zh-CN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Buffer</a:t>
                </a:r>
                <a:endPara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要转换成</a:t>
                </a:r>
                <a:r>
                  <a:rPr lang="zh-CN" altLang="en-US" sz="16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字符串</a:t>
                </a:r>
                <a:endPara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40" name="直接连接符 76"/>
              <p:cNvCxnSpPr>
                <a:cxnSpLocks noChangeShapeType="1"/>
              </p:cNvCxnSpPr>
              <p:nvPr>
                <p:custDataLst>
                  <p:tags r:id="rId14"/>
                </p:custDataLst>
              </p:nvPr>
            </p:nvCxnSpPr>
            <p:spPr bwMode="auto">
              <a:xfrm flipH="1" flipV="1">
                <a:off x="6366" y="7058"/>
                <a:ext cx="7270" cy="142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直接连接符 90"/>
              <p:cNvCxnSpPr>
                <a:cxnSpLocks noChangeShapeType="1"/>
              </p:cNvCxnSpPr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5240" y="6936"/>
                <a:ext cx="17" cy="92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6" name="直接连接符 76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5270" y="7608"/>
              <a:ext cx="100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V="1">
              <a:off x="6312" y="6971"/>
              <a:ext cx="0" cy="63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8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矩形 1"/>
            <p:cNvSpPr/>
            <p:nvPr>
              <p:custDataLst>
                <p:tags r:id="rId19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08950" y="4378960"/>
            <a:ext cx="3184525" cy="2141220"/>
          </a:xfrm>
          <a:prstGeom prst="rect">
            <a:avLst/>
          </a:prstGeom>
          <a:ln>
            <a:solidFill>
              <a:schemeClr val="tx2">
                <a:lumMod val="90000"/>
              </a:schemeClr>
            </a:solidFill>
          </a:ln>
        </p:spPr>
      </p:pic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57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运行项目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04845" y="1040130"/>
            <a:ext cx="4450715" cy="68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进入项目文件夹，打开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nodemon</a:t>
            </a:r>
            <a:r>
              <a: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app.js</a:t>
            </a:r>
            <a:endParaRPr lang="en-US" sz="16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5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07415" y="2005965"/>
            <a:ext cx="5040630" cy="4394835"/>
            <a:chOff x="1429" y="3159"/>
            <a:chExt cx="7938" cy="6921"/>
          </a:xfrm>
        </p:grpSpPr>
        <p:sp>
          <p:nvSpPr>
            <p:cNvPr id="5" name="圆角矩形 227"/>
            <p:cNvSpPr/>
            <p:nvPr>
              <p:custDataLst>
                <p:tags r:id="rId6"/>
              </p:custDataLst>
            </p:nvPr>
          </p:nvSpPr>
          <p:spPr>
            <a:xfrm>
              <a:off x="1429" y="3614"/>
              <a:ext cx="7938" cy="6466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任意多边形 228"/>
            <p:cNvSpPr/>
            <p:nvPr>
              <p:custDataLst>
                <p:tags r:id="rId7"/>
              </p:custDataLst>
            </p:nvPr>
          </p:nvSpPr>
          <p:spPr>
            <a:xfrm>
              <a:off x="1787" y="3159"/>
              <a:ext cx="5467" cy="911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076" y="3216"/>
              <a:ext cx="4757" cy="5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http://localhost:3000/form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18" name="图片 17" descr="C:/Users/Administrator/Desktop/图片2.png图片2"/>
            <p:cNvPicPr/>
            <p:nvPr/>
          </p:nvPicPr>
          <p:blipFill>
            <a:blip r:embed="rId8"/>
            <a:srcRect t="2406" b="2406"/>
            <a:stretch>
              <a:fillRect/>
            </a:stretch>
          </p:blipFill>
          <p:spPr>
            <a:xfrm>
              <a:off x="1798" y="4204"/>
              <a:ext cx="7150" cy="56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13" name="组合 12"/>
          <p:cNvGrpSpPr/>
          <p:nvPr/>
        </p:nvGrpSpPr>
        <p:grpSpPr>
          <a:xfrm>
            <a:off x="6762750" y="2005330"/>
            <a:ext cx="5040630" cy="4395470"/>
            <a:chOff x="10650" y="3158"/>
            <a:chExt cx="7938" cy="6922"/>
          </a:xfrm>
        </p:grpSpPr>
        <p:sp>
          <p:nvSpPr>
            <p:cNvPr id="29" name="圆角矩形 227"/>
            <p:cNvSpPr/>
            <p:nvPr>
              <p:custDataLst>
                <p:tags r:id="rId9"/>
              </p:custDataLst>
            </p:nvPr>
          </p:nvSpPr>
          <p:spPr>
            <a:xfrm>
              <a:off x="10650" y="3611"/>
              <a:ext cx="7938" cy="6469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任意多边形 228"/>
            <p:cNvSpPr/>
            <p:nvPr>
              <p:custDataLst>
                <p:tags r:id="rId10"/>
              </p:custDataLst>
            </p:nvPr>
          </p:nvSpPr>
          <p:spPr>
            <a:xfrm>
              <a:off x="11008" y="3158"/>
              <a:ext cx="5467" cy="906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1297" y="3214"/>
              <a:ext cx="4757" cy="5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http://localhost:3000</a:t>
              </a:r>
              <a:r>
                <a:rPr lang="en-US" altLang="zh-CN" sz="16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/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19" name="图片 18" descr="C:/Users/Administrator/Desktop/图片1.png图片1"/>
            <p:cNvPicPr/>
            <p:nvPr/>
          </p:nvPicPr>
          <p:blipFill>
            <a:blip r:embed="rId11"/>
            <a:stretch>
              <a:fillRect/>
            </a:stretch>
          </p:blipFill>
          <p:spPr bwMode="auto">
            <a:xfrm>
              <a:off x="11008" y="4241"/>
              <a:ext cx="7264" cy="55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3" name="文本框 2"/>
          <p:cNvSpPr txBox="1"/>
          <p:nvPr>
            <p:custDataLst>
              <p:tags r:id="rId12"/>
            </p:custDataLst>
          </p:nvPr>
        </p:nvSpPr>
        <p:spPr>
          <a:xfrm>
            <a:off x="1050040" y="43943"/>
            <a:ext cx="560641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中集成</a:t>
            </a:r>
            <a:r>
              <a:rPr lang="en-US" altLang="zh-CN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5542915" y="230759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5634355" y="239903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6092190" y="1532890"/>
            <a:ext cx="4758055" cy="1544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框架中集成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pug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默认模板引擎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注意标签缩进表示层次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关系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圆角矩形 133"/>
          <p:cNvSpPr/>
          <p:nvPr>
            <p:custDataLst>
              <p:tags r:id="rId7"/>
            </p:custDataLst>
          </p:nvPr>
        </p:nvSpPr>
        <p:spPr>
          <a:xfrm>
            <a:off x="5658485" y="4380865"/>
            <a:ext cx="323215" cy="323215"/>
          </a:xfrm>
          <a:prstGeom prst="roundRect">
            <a:avLst/>
          </a:prstGeom>
          <a:solidFill>
            <a:srgbClr val="4C944C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任意多边形 134"/>
          <p:cNvSpPr/>
          <p:nvPr>
            <p:custDataLst>
              <p:tags r:id="rId8"/>
            </p:custDataLst>
          </p:nvPr>
        </p:nvSpPr>
        <p:spPr>
          <a:xfrm>
            <a:off x="5749925" y="447484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9"/>
            </p:custDataLst>
          </p:nvPr>
        </p:nvSpPr>
        <p:spPr>
          <a:xfrm>
            <a:off x="6196965" y="4001770"/>
            <a:ext cx="4758055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框架中集成</a:t>
            </a:r>
            <a:r>
              <a:rPr lang="en-US" altLang="zh-CN" sz="24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express </a:t>
            </a:r>
            <a:r>
              <a:rPr lang="en-US" altLang="zh-CN" i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-e </a:t>
            </a:r>
            <a:r>
              <a:rPr lang="en-US" altLang="zh-CN" i="1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expressAppName</a:t>
            </a:r>
            <a:endParaRPr lang="en-US" altLang="zh-CN" i="1" kern="1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html</a:t>
            </a:r>
            <a:r>
              <a:rPr lang="zh-CN" altLang="en-US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文件可另存为</a:t>
            </a:r>
            <a:r>
              <a:rPr lang="en-US" altLang="zh-CN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ejs</a:t>
            </a:r>
            <a:r>
              <a:rPr lang="zh-CN" altLang="en-US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文件进行开发</a:t>
            </a:r>
            <a:endParaRPr lang="en-US" altLang="zh-CN" kern="1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kern="1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1" grpId="0"/>
      <p:bldP spid="8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SLIDE_BACKGROUND_TYPE" val="general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9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0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SLIDE_BACKGROUND_TYPE" val="general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13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14.xml><?xml version="1.0" encoding="utf-8"?>
<p:tagLst xmlns:p="http://schemas.openxmlformats.org/presentationml/2006/main">
  <p:tag name="KSO_WM_SLIDE_BACKGROUND_TYPE" val="general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38.xml><?xml version="1.0" encoding="utf-8"?>
<p:tagLst xmlns:p="http://schemas.openxmlformats.org/presentationml/2006/main">
  <p:tag name="KSO_WM_SLIDE_BACKGROUND_TYPE" val="general"/>
</p:tagLst>
</file>

<file path=ppt/tags/tag63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5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1.xml><?xml version="1.0" encoding="utf-8"?>
<p:tagLst xmlns:p="http://schemas.openxmlformats.org/presentationml/2006/main">
  <p:tag name="KSO_WM_SLIDE_BACKGROUND_TYPE" val="general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5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5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6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67.xml><?xml version="1.0" encoding="utf-8"?>
<p:tagLst xmlns:p="http://schemas.openxmlformats.org/presentationml/2006/main">
  <p:tag name="KSO_WM_SLIDE_BACKGROUND_TYPE" val="general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7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8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8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9.xml><?xml version="1.0" encoding="utf-8"?>
<p:tagLst xmlns:p="http://schemas.openxmlformats.org/presentationml/2006/main">
  <p:tag name="KSO_WM_SLIDE_BACKGROUND_TYPE" val="general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93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SLIDE_BACKGROUND_TYPE" val="general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SHADOW_SCHEMECOLOR_INDEX_BRIGHTNESS" val="0"/>
  <p:tag name="KSO_WM_UNIT_SHADOW_SCHEMECOLOR_INDEX" val="5"/>
</p:tagLst>
</file>

<file path=ppt/tags/tag70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SLIDE_BACKGROUND_TYPE" val="general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SLIDE_BACKGROUND_TYPE" val="general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SLIDE_BACKGROUND_TYPE" val="general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5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7.xml><?xml version="1.0" encoding="utf-8"?>
<p:tagLst xmlns:p="http://schemas.openxmlformats.org/presentationml/2006/main">
  <p:tag name="KSO_WM_SLIDE_BACKGROUND_TYPE" val="general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2.xml><?xml version="1.0" encoding="utf-8"?>
<p:tagLst xmlns:p="http://schemas.openxmlformats.org/presentationml/2006/main">
  <p:tag name="KSO_WM_SLIDE_BACKGROUND_TYPE" val="general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9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92.xml><?xml version="1.0" encoding="utf-8"?>
<p:tagLst xmlns:p="http://schemas.openxmlformats.org/presentationml/2006/main">
  <p:tag name="KSO_WM_SLIDE_BACKGROUND_TYPE" val="general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1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12.xml><?xml version="1.0" encoding="utf-8"?>
<p:tagLst xmlns:p="http://schemas.openxmlformats.org/presentationml/2006/main">
  <p:tag name="KSO_WM_SLIDE_BACKGROUND_TYPE" val="general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0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p="http://schemas.openxmlformats.org/presentationml/2006/main">
  <p:tag name="KSO_WM_SLIDE_BACKGROUND_TYPE" val="general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6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2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0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8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6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6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6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6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67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68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69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70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4421</Words>
  <Application>WPS 演示</Application>
  <PresentationFormat>宽屏</PresentationFormat>
  <Paragraphs>358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Times New Roman</vt:lpstr>
      <vt:lpstr>Arial Unicode MS</vt:lpstr>
      <vt:lpstr>黑体</vt:lpstr>
      <vt:lpstr>Calibri Light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484</cp:revision>
  <dcterms:created xsi:type="dcterms:W3CDTF">2020-10-23T09:50:00Z</dcterms:created>
  <dcterms:modified xsi:type="dcterms:W3CDTF">2024-07-15T13:23:09Z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516F74886C164CF99E5928425BA0500F_12</vt:lpwstr>
  </property>
  <property fmtid="{D5CDD505-2E9C-101B-9397-08002B2CF9AE}" pid="3" name="KSOProductBuildVer">
    <vt:lpwstr>2052-12.1.0.17147</vt:lpwstr>
  </property>
</Properties>
</file>